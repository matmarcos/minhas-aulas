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1.xml" ContentType="application/vnd.openxmlformats-officedocument.presentationml.slide+xml"/>
  <Override PartName="/ppt/slides/slide52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900" r:id="rId48"/>
    <p:sldId id="269" r:id="rId2"/>
    <p:sldId id="270" r:id="rId3"/>
    <p:sldId id="271" r:id="rId4"/>
    <p:sldId id="272" r:id="rId5"/>
    <p:sldId id="286" r:id="rId6"/>
    <p:sldId id="287" r:id="rId7"/>
    <p:sldId id="294" r:id="rId8"/>
    <p:sldId id="314" r:id="rId9"/>
    <p:sldId id="282" r:id="rId10"/>
    <p:sldId id="283" r:id="rId11"/>
    <p:sldId id="284" r:id="rId12"/>
    <p:sldId id="291" r:id="rId13"/>
    <p:sldId id="292" r:id="rId14"/>
    <p:sldId id="293" r:id="rId15"/>
    <p:sldId id="901" r:id="rId49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83" d="100"/>
          <a:sy n="83" d="100"/>
        </p:scale>
        <p:origin x="1992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43" Type="http://schemas.openxmlformats.org/officeDocument/2006/relationships/commentAuthors" Target="commentAuthors.xml"/><Relationship Id="rId48" Type="http://schemas.openxmlformats.org/officeDocument/2006/relationships/slide" Target="slides/slide51.xml"/><Relationship Id="rId49" Type="http://schemas.openxmlformats.org/officeDocument/2006/relationships/slide" Target="slides/slide5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4-11T19:57:27.3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2597 7359 469 0,'0'0'803'16,"0"0"-529"-16,0 0-68 15,0 0 28-15,0 0-65 16,0 0-57-16,0 0-10 16,0-28 20-16,-6 25-11 15,-5-1-27-15,-1-1-16 16,-3 5 1-16,-6 0-35 15,-2 0-10-15,-5 0-12 16,2 9-12-16,-5 4-1 16,5 1 1-16,3 5 0 15,-1-2 0-15,2 5-7 16,6 0-1-16,3 2 1 0,1 2-7 16,7-1 1-1,5-2 4-15,0 0-8 0,0-5-13 16,2-6 4-16,13-2-19 15,1-2 3-15,4-5 5 16,6-3 6-16,2 0 19 16,4 0 11-16,1 0 1 15,3 0 1-15,-3-1-1 16,-2 1 0-16,2 0 0 16,-6 7 0-16,0 10 9 15,-3 5 9-15,-4 4 7 16,-5 3 13-16,-2 7 8 15,-8 3 9-15,-2 7-7 0,-3 3 1 16,0 1 15 0,-18-1-11-16,-5 4-16 0,-8-6-7 15,-4 1-17-15,3-9 2 16,-1-3-13-16,0-6 5 16,1-3-1-16,2-9-5 15,4-9-1-15,5-4 1 16,-1-5-1-16,4-3-54 15,4-16-40-15,2-8-72 16,4-5-61-16,1 1 48 16,7-4-21-16,0 9-132 15,0 4-246-15</inkml:trace>
  <inkml:trace contextRef="#ctx0" brushRef="#br0" timeOffset="566.48">3069 7881 1328 0,'0'0'361'0,"0"0"-206"0,0 0-100 16,0 0-31-16,0 0-24 15,0 0 1-15,0 0 15 16,36 1 38-16,-18-1-10 16,8 0 4-16,-1 0 13 15,-1 0-17-15,2-8-15 16,-6-2-8-16,-2 2-9 15,-2 1 0-15,-11 1-3 16,-1-1 5-16,-4 3 9 16,0 0 31-16,0-2 47 15,-7 0-22-15,-6-2 6 16,-5 4-15-16,0 3-12 16,-3 1-18-16,-4 0-16 15,-1 5-10-15,3 15-5 16,-2 8 1-16,1 4 13 0,6 5-7 15,3 3-15-15,10 2-1 16,5 2 0-16,0-7-9 16,0 0-4-16,20-7 4 15,4-6-32-15,6-8-23 16,3-8 0-16,6-8-54 16,2 0-14-16,3-18-22 15,16-32-176-15,-9 1-217 16,-10 4-478-16</inkml:trace>
  <inkml:trace contextRef="#ctx0" brushRef="#br0" timeOffset="899.59">3589 7810 1200 0,'0'0'493'0,"0"0"-371"15,0 0-32-15,0 0 59 16,0 0-3-16,0 0-35 15,25 118 9-15,-14-71 28 16,1 9-20-16,-4 1-26 16,2 6-33-16,-2-1-34 15,-1-1-20-15,-4-7 0 16,-3 0-9-16,0-6 8 16,0 0 16-16,-10-4-2 15,-8-4-11-15,2-6-1 0,-9-6-7 16,-1-6-3-16,-4-5-5 15,1-9-1-15,-4-7-38 16,-6-1-21-16,3-9-69 16,0-19-108-16,7-11-30 15,12-29-77-15,4 6-130 16,13 6-246-16</inkml:trace>
  <inkml:trace contextRef="#ctx0" brushRef="#br0" timeOffset="1400.25">4000 7893 905 0,'0'0'674'0,"0"0"-527"16,0 0 25-16,0 0 3 16,0 0-24-16,0 0-49 15,0 0-29-15,-108-16-20 16,97 21-2-16,-1 10-15 16,1 5-19-16,-2 4-9 0,4 6-2 15,3 4 1 1,1 2-1-16,2 2-5 15,3 1-1-15,0-4-1 0,0-5 0 16,14-4-8-16,4-9-19 16,2-4-47-16,5-10-14 15,-2-3 37-15,1-4 34 16,3-18 18-16,-6-9 6 16,0-3-5-16,-6 2 9 15,-4 4 20-15,-6 8 8 16,0 8-2-16,-3 8-13 15,-2 4 9-15,0 0-23 16,0 0-9-16,0 6-9 16,0 14-2-16,0 8 10 15,3 6 1-15,0 4-113 0,9 5-113 16,-3-11-143-16,3-10-366 16</inkml:trace>
  <inkml:trace contextRef="#ctx0" brushRef="#br0" timeOffset="2099.38">5473 7590 1300 0,'0'0'318'0,"0"0"-191"16,0 0 1-16,0 0-21 16,0 0-17-16,0 0 29 15,0 0 29-15,84 66 11 16,-52-28-17-16,-2 4-39 15,3 6-25-15,-4 0 2 0,7 2-6 16,-6-1-10-16,-1-5-15 16,4-2-16-16,-7-4 0 15,7-5-9-15,-6-6-7 16,-7-6-11-16,2-6-6 16,-5-3 0-16,-8-6 0 15,0-1-21-15,-2-3-38 16,-5-2-33-16,-2 3-64 15,0-3-35-15,0 2-84 16,0-2-99-16,-9 0-524 0</inkml:trace>
  <inkml:trace contextRef="#ctx0" brushRef="#br0" timeOffset="2412.55">5972 7479 1551 0,'0'0'311'16,"0"0"-208"-16,0 0 39 16,-65 103-18-16,44-53-27 15,3 8-12-15,-2 2 29 16,-1 6-24-16,3 4-10 15,-3-2-23-15,1 2-11 16,-1-8-21-16,3-5-14 16,-3-9-10-16,9-10 5 0,0-11-6 15,6-14 0-15,3-8-8 16,3-5-56-16,0-6-139 16,0-17-267-16,0 0-477 0</inkml:trace>
  <inkml:trace contextRef="#ctx0" brushRef="#br0" timeOffset="3584.42">7313 8082 1043 0,'0'0'631'15,"0"0"-476"-15,0 0 3 16,0 0 18-16,0 0-56 15,0 0-17-15,-46-58 22 16,31 51-18-16,1 1 3 16,-1 3-14-16,-3 2-20 15,-3 1-36-15,1 0-13 16,-8 0-15-16,2 6-10 16,0 7-1-16,1 6 6 15,2 5-6-15,-1 6-1 0,6 2-1 16,6 2-5-16,6 2-4 15,4-2-4-15,2-1 1 16,0-5 2-16,11-6-10 16,11-7-10-16,4-5-18 15,4-6 13-15,-1-4 3 16,-3-4 21-16,5-17 12 16,-5-5 12-16,-8-7 4 15,-3 3-2-15,-6 4 5 16,-6 5 28-16,-3 9 6 15,0 3-8-15,0 5 0 16,0 4 3-16,0 0-12 16,0 0-18-16,0 0-10 0,0 0-8 15,0 8-12 1,0 4-6-16,6 8 12 0,3 4 6 16,0 4-1-16,3 2 1 15,-1-1-34-15,4-3-92 16,3-4-38-16,12 0-106 15,-3-8-203-15,-1-4-388 0</inkml:trace>
  <inkml:trace contextRef="#ctx0" brushRef="#br0" timeOffset="7002.28">8907 8079 1151 0,'0'0'201'0,"0"0"-149"16,0 0-39-16,0 0 37 16,0 0 15-16,90-116 30 15,-67 97 23-15,-5 6-32 16,-3 4-17-16,-4 8-11 15,-1 1 29-15,-5 0 8 16,-2 17-22-16,4 12 37 16,-2 5 0-16,1 3-39 15,-2 4-14-15,2-2-14 16,-1-6-18-16,1-1-16 16,3-6-7-16,4-6-1 0,-2-6-1 15,1-4 0-15,3-6 0 16,6-4 1-16,-3 0-1 15,0 0-8-15,-2-18-13 16,2-5-12-16,0-8-4 16,-3-1-3-16,-5-2 10 15,-5 3 26-15,-5 4 4 16,0 1 7-16,0 6-1 16,-2 2 5-16,-5 3 0 15,1 9 3-15,3 1-7 0,3 2-6 16,0 2-1-1,0-3-28-15,3-1-12 0,18 0 7 16,6-1 21-16,5 0 5 16,7 0-2-16,-1 3 8 15,8 3-7-15,-8 0 2 16,-2 0 5-16,-1 0-5 16,-8 6 5-16,-3-1 1 15,-9-1-1-15,-7-1 1 16,-1-3 0-16,-7 3 0 15,3-3 16-15,-3 0 30 16,0 0 12-16,0 0 18 16,0 0-3-16,-3 0-17 15,-7 0-32-15,-8 0-6 16,1 0 9-16,-7 0-8 0,1 0-7 16,-5 4-6-16,2 7-6 15,0 2 0-15,5 3 0 16,-1 0 0-16,5 0-1 15,2 2 1-15,3 2-2 16,4-1-7-16,4 4-1 16,1-1-9-16,3 2 5 15,0-3 1-15,12 2 2 16,9-4-10-16,9-11-11 16,2-3-3-16,4-5 3 15,2-6 15-15,-2-16 16 16,-6-6-1-16,-6 0 1 15,-6-1-8-15,-10 2 4 0,-1 5 5 16,-7 6 21-16,0 4 16 16,0 3 26-16,0 8-5 15,0-1-7-15,-4 2-24 16,4 0-23-16,0 0-4 16,0 0-15-16,0 7-4 15,0 8 2-15,0 3 15 16,0 6-9-16,0 1 10 15,7-2-1-15,8 1-7 16,-4-4 8-16,4-4-8 16,6-4 8-16,-1-6-8 15,4-3-15-15,-6-3 11 16,7 0 13-16,-9-17-1 16,-1-3-7-16,0-2 0 15,-9-5 7-15,-3 4 1 0,-3-2 0 16,0 4 6-16,0 1-5 15,0 2-1-15,0 4 1 16,0 2 6-16,0 2-7 16,0-1-12-16,0 1-9 15,4 1-21-15,10 0-2 16,3 2 8-16,1 4 5 16,3 3 1-16,-3 0 0 15,0 0-5-15,-3 9 19 16,-3 3 7-16,2 2 9 15,-1 0 0-15,-4 0 7 16,2 3-6-16,-1-3 9 0,-2 3 2 16,5-1 3-1,-5 1-6-15,2 2 4 0,-2-1-12 16,4 0 1-16,-4 0-1 16,5-4 0-16,-2-3 0 15,4-4 5-15,-3-5-6 16,6-2 1-16,3 0-1 15,2-9-5-15,5-12-2 16,1-5-2-16,-6-6-55 16,2-1 48-16,-11-3 15 15,-2 6 1-15,-9 7 0 16,-3 3 17-16,0 8 51 16,0 6 26-16,-3 2-4 0,-2 4 3 15,1 0-48 1,4 0-45-16,0 1-14 0,0 13-11 15,0 7 13-15,0 3 10 16,0 2-5-16,0-4 1 16,9 1 4-16,4-4-4 15,-2-3 5-15,7 0-12 16,0-6 5-16,5-2-13 16,2-6-25-16,4-2-9 15,1 0-43-15,2-4 58 16,6-13 4-16,-5-8 5 15,3-3 12-15,-5 0 1 16,-5-2 11-16,0 3-5 0,2 4-1 16,-8 4 4-1,4 3 8-15,-4 6-1 0,-2 0-4 16,6 5 5-16,-4-1 1 16,5 0-1-16,-1 0 0 15,-1 2 1-15,-2 0 8 16,-6 1-2-16,-3 3 3 15,-9 0-7-15,0 0 5 16,-3 0 10-16,0 0 29 16,0 0 20-16,0 8 0 15,-9-2-14-15,-3-1-27 16,0 1-6-16,1-2-5 16,-7 0 18-16,0 2 6 15,0-1-17-15,-3 4-7 0,-2 0 0 16,-2 5-8-16,2 4-6 15,-4 5 9-15,0 1-1 16,3-1-2-16,6 0 3 16,6 1 6-16,4-2-5 15,2-4-10-15,6 0 0 16,0-6-13-16,0-4 1 16,9-6-14-16,11-2 16 15,4 0 10-15,9-8 7 16,-3-14-7-16,2-6-9 15,-2-4-8-15,-4-2-3 16,-5 0-7-16,-6-1 19 16,-5 10 8-16,-5 6 6 15,-5 8 11-15,0 7 35 16,0 4 15-16,0 0 17 0,0 0-38 16,0 1-46-16,-5 16 0 15,-5 2-15-15,5 6 6 16,-1 3 2-16,-1 1 1 15,4 2 5-15,1-1-1 16,2-4-4-16,0-2 5 16,0-6-14-16,0-4-3 15,15-4-30-15,-4-6-1 16,7-4-18-16,0 0 17 16,0-10-33-16,0-12 42 15,-1-3 5-15,1 0 24 16,0-1 11-16,-5 4 0 15,0 4 1-15,-3 3 9 0,-2 6 21 16,2 5-17-16,-7 4-3 16,2 0 10-16,5 0 33 15,-2 0-7-15,5 8-19 16,-2 6-3-16,4 0 6 16,-3 4-9-16,3 1-9 15,-4 4-3-15,2 0-3 16,-2 0-5-16,4-2 5 15,-3-4-6-15,4-3 0 16,-5-5-1-16,6-6-23 0,1-3 6 16,0 0 7-1,3-8 4-15,2-14 5 0,-2-4 1 16,1-6 1-16,-4-2 1 16,-4 2 0-16,-5 2 5 15,-6 3-4-15,-3 5 26 16,0 7 32-16,0 2 22 15,-12 8 8-15,1 1 11 16,-4 4-57-16,5 0-35 16,2 0-9-16,5 0-20 15,3 0-38-15,0 5-63 16,0 4 36-16,3-1 31 16,5 0 5-16,10-2 7 15,0-3-13-15,2-3-27 16,1 0 12-16,1 0 49 0,-4-3 15 15,-7-3 6-15,-1 2 22 16,-5 1 12-16,-2 3 54 16,-3 0 16-16,0 0-41 15,0 13-20-15,0 7-14 16,0 1-19-16,0 2-1 16,0-1-9-16,12-5-7 15,12 0 7-15,2-4 0 16,10-7 0-16,2-6 7 15,8 0 2-15,1-5 3 16,4-17-3-16,1-8-9 16,2-8-19-16,2-10-18 15,-2-8-5-15,-6-5-1 16,-6-3 29-16,-13 2-17 16,-11 2 10-16,-12 4 21 0,-6 3 6 15,-4 6 12-15,-14 4 26 16,-2 13 30-16,2 10 38 15,4 10 20-15,-1 10-72 16,0 0-24-16,2 12-28 16,-3 20-8-16,3 12 0 15,4 15 5-15,3 5 10 16,6 10-6-16,0 0 0 16,6-3-8-16,16-6 7 15,4-8 2-15,3-11 2 16,4-10-5-16,0-10-7 15,0-10-1-15,-7-10-44 16,1-6-39-16,-3 0-69 0,-13-36-77 16,-4-4-159-16,-7 0-562 15</inkml:trace>
  <inkml:trace contextRef="#ctx0" brushRef="#br0" timeOffset="7286.52">11490 7345 1320 0,'0'0'627'16,"0"0"-461"-16,0 0-113 16,0 0 13-16,0 0 19 15,0 0-45-15,124-124-26 16,-89 102-14-16,1 1-56 16,-10 6-274-16,-10 6-939 0</inkml:trace>
  <inkml:trace contextRef="#ctx0" brushRef="#br0" timeOffset="9118.62">14536 7378 1635 0,'0'0'486'0,"0"0"-372"15,0 0-37-15,0 0 12 16,0 0-14-16,0 0-38 15,0 63 48-15,3-19-12 16,4 10-25-16,-4 3 6 16,2 3 7-16,-2 6 6 15,1 0 0-15,-1 0-11 16,-3 1-24-16,3-3-6 16,0-4-11-16,-3-6-8 15,2-6-6-15,-2-6-1 16,3-7 0-16,-3-10 0 0,4-8-36 15,-1-8-94-15,-3-6-78 16,5-6-112-16,-2-15-14 16,-3-8-180-16</inkml:trace>
  <inkml:trace contextRef="#ctx0" brushRef="#br0" timeOffset="9321.09">14374 7928 1315 0,'0'0'392'16,"0"0"-237"-16,0 0-109 15,0 0 128-15,0 0-16 0,0 0-24 16,127-18-28-16,-89 15-54 16,5-1-26-16,-4 0-26 15,2-1-25-15,13 5-108 16,-13 0-128-16,-8 0-350 0</inkml:trace>
  <inkml:trace contextRef="#ctx0" brushRef="#br0" timeOffset="9735.98">14971 8055 1435 0,'0'0'343'0,"0"0"-253"16,0 0 22-16,0 0 25 15,0 0-52-15,0 0-30 16,125-69-24-16,-111 59-15 16,-2 2-7-16,-4 3 0 15,-3 0 1-15,-5 1 45 16,0 0 62-16,0 1-42 15,-16-1-8-15,1 2 1 16,-3 2-21-16,0 0-27 16,0 0 1-16,1 2 5 15,-4 12-11-15,3 5 1 16,4 8-4-16,-1 2 10 0,5 6-13 16,10 1-9-16,0-3-9 15,0 3 1-15,13-7-3 16,7-5-50-16,11-7-29 15,0-8-47-15,8-4-59 16,15-5-113-16,-16-7-274 16,-5-9-549-16</inkml:trace>
  <inkml:trace contextRef="#ctx0" brushRef="#br0" timeOffset="10303.44">15345 8013 1175 0,'0'0'521'0,"0"0"-339"16,0 0-41 0,0 0 65-16,0 0-11 0,0 0-62 15,0 0-56-15,0 118-41 16,0-88-8-16,0-5-18 16,0-2-9-16,0-7 4 15,3-6-4-15,0-3-2 16,-3-6-33-16,3-1-63 15,2 0 5-15,5-5 26 16,2-14 35-16,5-5 18 16,5-3 12-16,-2-5 1 15,1 7 12-15,-3 0 17 16,0 10 13-16,-4 5 1 0,-5 6 2 16,0 4 19-1,-2 0-8-15,-2 4 16 0,3 11-1 16,-1 4-29-16,1-1-12 15,-5 0-18-15,7-4-11 16,-10-2 0-16,5-6-1 16,-2-4-25-16,0-2-41 15,4 0-11-15,1 0 25 16,2-2 5-16,8-14 21 16,17-22-3-1,-14 20 29-15,-7 2 24 16,1 4 25-16,-3 6 1 15,-3 6 18-15,0 0-10 16,0 0 19-16,3 2 0 0,-1 13-13 16,4-3-25-16,3 7-23 15,0 0-7-15,0-4-9 16,0-1-63-16,3-4-136 16,12-4-74-16,-7-3-105 15,-3-3-306-15</inkml:trace>
  <inkml:trace contextRef="#ctx0" brushRef="#br0" timeOffset="11086.47">16096 8149 1413 0,'0'0'545'0,"0"0"-392"16,0 0-56-16,0 0 81 16,-5 114 0-16,2-71-49 0,3 2-54 15,0 4-21-15,0 0-2 16,3-4-19-16,8-2-21 15,1-6-12-15,-3-3-12 16,0-7-57-16,-6-9-7 16,3-7-21-16,-2-4-29 15,-4-6-4-15,0-1 37 16,0 0-15-16,0-5 79 16,0-12-1-16,-4-7-61 15,-5-8 41-15,0-8-38 16,0-8-17-16,4-12 17 15,-5-8-21-15,10-9 7 16,0 0 2-16,0 4 100 16,13 8 123-16,2 15-15 15,3 13-16-15,-5 10 41 0,3 9-13 16,-7 8 3-16,-3 7-31 16,-1 3-24-16,2 0 9 15,1 0-5-15,5 6 17 16,1 12 13-16,-5 8 2 15,6 4-42-15,-6 2-17 16,0 0-22-16,-3 1-8 16,-1-6-14-16,-2-3 5 15,4-4-6-15,-7-6-32 16,6-6-13-16,-4-6-48 16,8-2-44-16,-2 0 30 15,7-6 60-15,3-15 1 16,0 0-13-16,0-1 26 0,-4 3 28 15,-4 4 5-15,-2 5 34 16,-4 8 10-16,1 2 18 16,-5 0-4-16,6 0-13 15,4 8 35-15,1 6-14 16,7 3-20-16,2 0-10 16,5-2-18-16,-2-4-5 15,4-4 2-15,-4-2-5 16,2-5-2-16,-4 0 5 15,-6 0 11-15,-2-12-4 16,0-8 2-16,-5-8 6 16,-4-2 13-16,-4-4-5 0,0 2 10 15,-9 2 6-15,-12 1-23 16,-9 10-11-16,1 6 0 16,-7 10 3-16,-5 3-21 15,-1 9-32-15,4 20-34 16,5 7-88-16,15 16-68 15,12-8-158-15,6-8-580 0</inkml:trace>
  <inkml:trace contextRef="#ctx0" brushRef="#br0" timeOffset="12237.29">17672 7922 59 0,'0'0'1443'0,"0"0"-1067"15,0 0-198-15,0 0-23 16,0 0-22-16,0 0-39 16,0 0 19-16,-60-37 10 15,51 34-7-15,0 3-23 16,0 0-54-16,0 0-14 15,0 0-10-15,-2 0 0 16,1 11-6-16,-2 3 2 16,1 4-4-16,-2 4-5 15,5 2 4-15,1 2-6 0,4 1 0 16,3-2 0 0,0 0-1-16,0-6-9 0,0-3 4 15,10-3-20-15,5-6-2 16,2-5-2-16,5-2 18 15,7 0 12-15,4-7-2 16,3-18-12-16,2-9 6 16,4-7-13-16,-4-12 15 15,-5-4 5-15,-4-1 1 16,-8 5 0-16,-11 3 0 16,-5 1 6-16,-5 8 14 15,0 11 8-15,0 8 11 16,0 13 49-16,-5 7-3 0,2 2-53 15,-4 2-32 1,1 24-12-16,1 12 0 0,-2 12-3 16,7 8 13-16,0 6-4 15,0-2 0-15,0-5 5 16,18-7-44-16,0-10-33 16,0-8-11-16,2-12 6 15,4-8-67-15,-2-12 72 16,1 0 11-16,3-18 35 15,-5-14 20-15,0-5 12 16,-6-5 1-16,-3 4 27 16,-3 8 60-16,-7 9-21 15,3 6 4-15,-5 11 11 16,0 4 24-16,0 0-14 16,0 0-79-16,0 19-13 0,0 5-1 15,0 8 0-15,0 1 1 16,8 0-6-16,10-1-66 15,2-3-66-15,34 2-84 16,-3-9-132-16,-4-6-690 0</inkml:trace>
  <inkml:trace contextRef="#ctx0" brushRef="#br0" timeOffset="13020.2">19878 7774 1592 0,'0'0'352'0,"0"0"-219"15,0 0-101-15,0 0 20 16,0 0 1-16,0 0 58 15,0 0 8-15,18 82-7 16,-6-53-28-16,3 0-36 16,-1 0-19-16,4-5-14 0,-3 0-4 15,3-7 4-15,0-1-2 16,0-8-3-16,0-4 2 16,0-4-4-16,-3 0 1 15,-1 0 7-15,1-17 4 16,-3-9-1-16,3-6 2 15,-4-8-12-15,-8 0 3 16,0-5-11-16,-3 3 14 16,0 2-1-16,-14 2-7 15,-4 2 23-15,0 6 6 16,0 4-1-16,3 6-18 16,4 6-6-16,7 3-11 0,4 6-5 15,0 3-10-15,0 2-22 16,13 0 11-16,7 0 19 15,4 0-10-15,6 0 8 16,-1 2-18-16,1 3-59 16,-4 8-47-16,5 1-71 15,13 2-61-15,-8-5-240 16,-3 0-552-16</inkml:trace>
  <inkml:trace contextRef="#ctx0" brushRef="#br0" timeOffset="13486.95">20404 8038 1490 0,'0'0'535'0,"0"0"-379"16,0 0-103-16,0 0 50 16,0 0-24-16,0 0-39 15,0 0-13-15,29 0 14 16,-11-9 28-16,7-5-31 16,1-7-20-16,0-2-9 15,-1-4 2-15,-1 1-11 16,-7 2 1-16,-1 7 5 0,-11 3-4 15,1 4-1-15,-6 6 5 16,0 2 3-16,0 2 12 16,0 0 39-16,0 3 2 15,0 17-44-15,0 9-7 16,0 8-2-16,0 3 4 16,0 1-3-16,0-5-4 15,2-8-6-15,11-8-1 16,2-6-28-16,0-5-55 15,6-9 5-15,20 0-213 16,-5-15-241-16,-4-3-212 0</inkml:trace>
  <inkml:trace contextRef="#ctx0" brushRef="#br0" timeOffset="13987.62">21129 7822 1585 0,'0'0'507'16,"0"0"-401"-16,0 0 36 15,0 0 21-15,0 0-39 16,0 0-50-16,-116-16-27 16,104 28-25-16,-6 6-12 15,3 4-1-15,4 2 24 0,-1 1 6 16,0 0-3-1,6 0-9-15,3-3-18 0,3-4-8 16,0-4-1-16,3-4-15 16,17-6-13-16,8-4 18 15,4 0-5-15,7-17-2 16,3-9 2-16,-1-6-19 16,1-8-14-16,-7-3 18 15,-6-4 19-15,-1 1 11 16,-10 2 0-16,-7 4 1 15,-4 2 25-15,-7 5 17 16,0 6 9-16,0 9 1 16,0 5 24-16,-3 8 22 15,-1 5-38-15,-2 0-45 16,1 5-16-16,-5 20-6 0,-1 8 6 16,-1 11 14-16,-1 6-5 15,8 3-8-15,5-1 0 16,0-3 0-16,0-3-1 15,15-5-98-15,11-7-134 16,31-5-79-16,-6-11-157 16,-5-8-216-16</inkml:trace>
  <inkml:trace contextRef="#ctx0" brushRef="#br0" timeOffset="14337.68">21667 7888 1363 0,'0'0'513'0,"0"0"-383"0,0 0 134 16,0 0-17-16,0 0-52 16,0 0-11-16,0 0-27 15,-134-21-46-15,111 31-44 16,2 6-29-16,0 4-16 16,6 5-2-16,3 4-11 15,6 3-9-15,6-2-1 16,0 0-5-16,6-7-9 15,14-6-33-15,11-11-12 16,4-6 14-16,4 0 2 16,-3-17 17-16,0-6 26 15,-10-1 0-15,-5 2 1 0,-6 4 9 16,-10 5 30 0,-2 7-6-16,-3 5-13 0,0 1-13 15,3 0-7-15,4 0-106 16,1 0-228-16,25 1-146 15,-7 8 98-15,2 1-274 0</inkml:trace>
  <inkml:trace contextRef="#ctx0" brushRef="#br0" timeOffset="14462.34">21967 8075 1773 0,'0'0'531'15,"0"0"-409"-15,0 0 43 16,0 0-73-16,0 0-90 15,0 0-2-15,0 0-175 16,3 0-412-16</inkml:trace>
  <inkml:trace contextRef="#ctx0" brushRef="#br0" timeOffset="16272.51">23972 7524 1380 0,'0'0'740'0,"0"0"-585"16,0 0-104-16,0 0 133 16,0 0 29-16,0 0-34 15,0 0-28-15,13-72-40 0,-13 72-39 16,0 0-37-16,0 5-20 15,-7 16-15-15,-8 8-2 16,-2 14 2-16,-1 7 1 16,0 10 5-16,3 2-5 15,5 2-1-15,8 0 0 16,2 0-5-16,0-3 5 16,9-10-1-16,12-3-6 15,8-13-20-15,7-9-27 16,2-12 6-16,8-12 7 15,-2-2 13-15,3-12 10 16,-5-14 4-16,-3-2 4 16,-10 0 5-16,-8 6 5 0,-6 6 1 15,-10 5 19-15,-1 8 15 16,-4 1 7-16,0 2-6 16,0 0-9-16,0 0-27 15,0 0-15-15,3 0-10 16,3 5 1-16,6 6 23 15,2 2 1-15,4 2 5 16,7-3-4-16,1-2-1 16,0-4 1-16,2-6 8 15,-2 0 2-15,1 0-4 16,-3-4-6-16,-4-12 3 16,-4-4-4-16,-8-2-7 0,-3-5 6 15,-5 4 1 1,0 1 0-16,-20 2 0 0,-9 3 0 15,-4 6-1-15,-3 3-5 16,4 8 6-16,2 0 0 16,6 0 0-16,6 1-6 15,9 7 0-15,6-3-10 16,3-1-19-16,0 0 10 16,23-3-2-16,11-1 27 15,7 0-1-15,13 0-12 16,5-4-2-16,0-7 13 15,-5 0-4-15,0 1 0 16,-13 5 5-16,-5 2-5 0,-6 2 5 16,-9 1-7-1,-7 0 7-15,-5 0 0 0,-6 0 1 16,-3 0 1-16,0 0 19 16,0 0 32-16,0 0 2 15,-8 0-21-15,-2 7-20 16,-5 4 13-16,4 7-15 15,1 4-11-15,10 10-9 16,0 3-5-16,7 9 5 16,19 0 0-16,10 2 8 15,5-5 0-15,-2-1 0 16,-3-1 0-16,-7-7 0 16,-7-5 0-16,-17 0 1 15,-5-8-1-15,0-3 1 16,-27-3 1-16,-8-6 8 0,-7-4-8 15,0-3 7-15,4 0-7 16,9-4 19-16,8-12 11 16,11-3-7-16,10-3-24 15,3-7-16-15,28-10-4 16,10-2 14-16,6-3-9 16,4-2-13-16,-3 6 4 15,-4 7 9-15,-5 5-5 16,-9 4 2-16,-7 5 17 15,-7 8-7-15,-11 3 8 16,1 3 1-16,-6 4 7 16,0 1 4-16,0 0 3 15,0 0-3-15,0 0-12 0,2 1-20 16,5 8 5-16,1 3 15 16,2 0 2-16,4 2 7 15,1-2-9-15,6-3 10 16,-1-4-2-16,11-4 2 15,-2-1 1-15,4 0 4 16,-6-11-5-16,-1-7 1 16,-8-3-10-16,-2 2 10 15,-14-6 4-15,-2 1 1 16,0-2 2-16,-12 2-10 16,-12 1 1-16,1 4 9 15,-5 5 12-15,8 5-14 16,2 4-4-16,10 4-3 15,5 1-9-15,3 0-11 0,0 0-22 16,0 0-62-16,3 0 1 16,15 13 28-16,-1 3-103 15,25 9-136-15,-6-4-177 16,2-3-144-16</inkml:trace>
  <inkml:trace contextRef="#ctx0" brushRef="#br0" timeOffset="16424.09">25835 8041 1227 0,'0'0'588'16,"0"0"-311"-16,0 0 31 16,0 0-18-16,0 0-47 15,3 116-106-15,-3-87-65 16,-7 3-48-16,2-1-24 0,-1 5-1 16,-3 12-70-16,3-7-232 15,-2-8-405-15</inkml:trace>
  <inkml:trace contextRef="#ctx0" brushRef="#br0" timeOffset="17172.09">27242 7286 1605 0,'0'0'484'16,"0"0"-350"-16,0 0-93 15,0 0 1-15,0 0-20 16,0 0 125-16,0 0 48 0,84 121-58 16,-52-71-7-16,1 4-11 15,6 4-36-15,-1 5-5 16,1 4-17-16,2 0 2 16,2 3-21-16,-2-3-15 15,-5-7-14-15,-4-6-4 16,-2-10-1-16,-4-8-8 15,-5-9 1-15,-6-10 3 16,0-5-4-16,-9-8 0 16,1-2 0-16,-7-2 0 15,3 0-24-15,-3 0-28 16,0-2-50-16,8-40-94 16,1 3-270-16,0-5-156 0</inkml:trace>
  <inkml:trace contextRef="#ctx0" brushRef="#br0" timeOffset="17458.34">27980 7331 1989 0,'0'0'484'0,"0"0"-431"16,0 0 37-16,-122 64 60 15,87-20 5-15,-7 9-39 0,-1 7-34 16,5 4-13 0,-3 6-17-16,5 1-10 0,-3 0-10 15,7-6-1-15,2-4-15 16,4-7-5-16,1-5-10 16,11-9-1-16,2-8-6 15,6-8-49-15,6-8-53 16,0-6-113-16,3-10-238 15,15 0-116-15,0-4-374 0</inkml:trace>
  <inkml:trace contextRef="#ctx0" brushRef="#br0" timeOffset="18022.82">28244 7994 1174 0,'0'0'243'0,"0"0"-167"16,0 0 49-16,0 0-20 0,0 0-16 15,57-101 6-15,-46 90-27 16,1 3-9-16,-6 6 13 16,-2 2 1-16,-1 0-5 15,-3 0 4-15,5 21 21 16,1 4-20-16,0 6-34 15,3 2-26-15,6 0-7 16,0-5-4-16,3-8 4 16,-2-4-6-16,7-9 0 15,-3-2 1-15,1-5 15 16,2 0 1-16,-2-10 4 16,0-10 10-16,2-6 9 15,-5-4 5-15,-3-7 1 0,-5-3-1 16,-5 0 9-1,-2 2-19-15,-3 6 7 0,0 7 20 16,0 6-10-16,0 6-31 16,-3 9-21-16,-2 4-17 15,5 0-96-15,0 7-151 16,0 11-207-16,0 0-149 0</inkml:trace>
  <inkml:trace contextRef="#ctx0" brushRef="#br0" timeOffset="19522.82">29486 7405 1595 0,'0'0'348'15,"0"0"-228"-15,0 0 71 16,0 0-5-16,0 0-26 16,0 0-54-16,0 0-45 15,0-8-40-15,0 18-15 0,-10 14 9 16,2 8 64 0,-10 11 26-16,0 3-31 15,0 4-23-15,3 2-22 0,1-2-8 16,-1 0 0-16,5-5-3 15,8-6-5-15,-1-5-7 16,3-6-5-16,0-3 0 16,0-7 0-16,10-3 5 15,1-1 3-15,7-1 5 16,-1-5 2-16,1 0-5 16,-2-6-1-16,1 0-4 15,-3 0 2-15,1-2-7 16,-2 0 5-16,5 0-4 0,-7 0-2 15,4 0-17 1,3-2-47-16,0-10-28 0,-3 0-17 16,3-4-30-16,-7-11-101 15,1 6-89-15,-9 1-326 0</inkml:trace>
  <inkml:trace contextRef="#ctx0" brushRef="#br0" timeOffset="19734.25">29365 7706 918 0,'0'0'650'16,"0"0"-540"-16,0 0 66 16,0 0 57-16,0 0-91 0,129-7-39 15,-99 2-30-15,4 1-14 16,-8 0-27-16,-3-4-16 15,-2 0-16-15,-6-2-94 16,-3-8-63-16,-3 0-168 16,-7 0-355-16</inkml:trace>
  <inkml:trace contextRef="#ctx0" brushRef="#br0" timeOffset="19939.71">29504 7386 1624 0,'0'0'282'16,"0"0"-219"-16,0 0 42 15,0 0 11-15,0 0-24 0,131-31-25 16,-95 27-29-16,2 0-38 16,1 4-1-16,5 0-125 15,-8 2-174-15,-7 8-244 0</inkml:trace>
  <inkml:trace contextRef="#ctx0" brushRef="#br0" timeOffset="20290.77">29941 7806 1696 0,'0'0'502'0,"0"0"-436"16,0 0 51-16,0 0 6 16,0 0 8-16,0 0-5 15,0 0-5-15,92 21-5 16,-60-5-20-16,-2 4-48 15,3 2-24-15,-4 0-11 16,-1-2-2-16,-8 0-10 16,-2-4 5-16,-7-4-6 0,-5-2-36 15,1-7-36 1,-5 0-72-16,-2-3-1 0,0 0-62 16,0-5-66-16,0-6-440 0</inkml:trace>
  <inkml:trace contextRef="#ctx0" brushRef="#br0" timeOffset="20523.14">30118 7753 1337 0,'0'0'623'0,"0"0"-426"15,0 0-82-15,0 0 57 0,0 0-28 16,0 0-51-1,0 0-38-15,-15 75-13 0,12-54-10 16,3 0-15-16,-2 3-11 16,2-1-6-16,0-2-59 15,0 8-126-15,12-8-134 16,2-4-479-16</inkml:trace>
  <inkml:trace contextRef="#ctx0" brushRef="#br0" timeOffset="21073.68">30473 8082 1565 0,'0'0'520'16,"0"0"-419"-16,0 0 45 15,-31 117 20-15,31-77-71 16,0 0-34-16,0 0-9 16,0-2-25-16,0-1-15 15,0-7-3-15,3-5-3 16,0-11-5-16,-3-3 0 16,4-5 0-16,-4-6 8 15,0 0 24-15,0 0 58 16,0-2 36-16,0-19-73 0,0-6-51 15,0-11-3-15,0-12-21 16,0-10-9-16,0-11-21 16,0-5 15-16,11-4 8 15,7 1-20-15,3 7 27 16,2 15 9-16,-5 13 2 16,0 13 4-16,0 13-2 15,-6 11 2-15,-1 3 6 16,2 4 24-16,-4 0 16 15,5 4 11-15,-2 13 39 16,-3 5-31-16,-5 2-9 16,-2 4-20-16,-2 1-5 15,0-3-10-15,0-2-9 16,-2-3-4-16,-8-1-2 16,-1 1-7-16,-1-6-29 0,-1-1-79 15,-2 2-124-15,4-9-245 16,1-6-394-16</inkml:trace>
  <inkml:trace contextRef="#ctx0" brushRef="#br0" timeOffset="21506.52">31244 7181 1600 0,'0'0'569'0,"0"0"-429"15,0 0-17-15,0 0 18 16,0 0-23-16,0 0-18 16,-47 136 9-16,35-84-34 15,4 3-15-15,-5 4-8 16,1 4 0-16,1-2-1 15,1 4-1-15,2-1-4 16,-2-1-5-16,2-4-10 16,1-3-15-16,4-3-1 15,3-5 2-15,0-8-1 16,0-4 4-16,0-5-2 0,3-6-5 16,10-4 2-16,-1-8-3 15,-4-3-6-15,2-2-4 16,-2-4-1-16,-5 0 0 15,4-4-1-15,-7 0-19 16,5 0-66-16,-2 0-80 16,12-8-92-16,-4-8-250 15,-1 2-285-15</inkml:trace>
  <inkml:trace contextRef="#ctx0" brushRef="#br0" timeOffset="25524.79">31673 7710 1348 0,'0'0'332'15,"0"0"-243"-15,0 0 3 16,0 0 21-16,0 0 63 15,0 0-24-15,0 0-19 16,52 118-48-16,-39-86-11 16,-1-4-1-16,-6 1-15 0,-6-3-16 15,0-1 4-15,0 1-11 16,-10-1-1-16,-11-6-3 16,-2 0-5-16,-3-7-5 15,-2-5-11-15,5-2-2 16,-1-5-8-16,6 0-10 15,9-6-10-15,3-14-16 16,6-9-10-16,3-4-23 16,20-6 20-16,10-5 18 15,3 1-17-15,3-2 15 16,-9 7 17-16,-6 4 6 16,-9 4 4-16,-4 4 6 15,-11 2 1-15,0 0 15 0,0 0 30 16,0-1-6-16,-9 6-4 15,-3 4 7-15,-6 5-11 16,0 9-32-16,-2 1-2 16,-4 5-59-16,3 24-49 15,1 35-67-15,7-4-102 16,5-4-291-16</inkml:trace>
  <inkml:trace contextRef="#ctx0" brushRef="#br0" timeOffset="25924.72">31972 7991 1508 0,'0'0'205'16,"0"0"-151"-16,0 0 37 16,0 0 1-16,0 0-12 15,0 112-15-15,21-100-3 16,3-3 3-16,5-8 10 16,2-1 11-16,0 0-15 15,-3-12-8-15,-2-8-16 16,-8-6-23-16,0-3 6 0,-8-2 34 15,-8-4 2 1,-2 4 19-16,-2 0-2 0,-16 7-23 16,-10 5 5-16,2 5-40 15,-2 5-25-15,-1 9-81 16,9 0-86-16,2 19-115 16,3 4-107-16,12-1-265 0</inkml:trace>
  <inkml:trace contextRef="#ctx0" brushRef="#br0" timeOffset="26272.79">32319 8057 1542 0,'0'0'259'16,"0"0"-232"-16,0 0 49 15,0 0 41-15,0 0 39 16,0 0-29-16,0 0-19 16,99 18 2-16,-78-18-24 15,-3-6-16-15,0-8-16 16,-7-5-9-16,4 0 25 16,-9-7-20-16,-4-2-17 15,-2-3-4-15,0 2 10 16,-20 3 14-16,-4 2 12 0,-2 3-31 15,-1 9-27 1,0 8-7-16,4 4-22 0,2 0-47 16,6 11-67-16,5 11-76 15,10 3-101-15,7 15-53 16,14-4-201-16,5-7-606 0</inkml:trace>
  <inkml:trace contextRef="#ctx0" brushRef="#br0" timeOffset="26559.02">32620 8055 1114 0,'0'0'511'16,"0"0"-428"-16,0 0 31 15,0 0 44-15,0 0 13 16,0 0-21-16,0 0-2 0,128 4-38 16,-99-12-20-16,-2-2-19 15,-1-5-1-15,-8-3 4 16,-2-2 17-16,-11-1-24 15,-5-5 3-15,0-1-17 16,-3-2-1-16,-17 0-5 16,-7 1-34-16,-6 6-13 15,-2 9-5-15,-4 6-25 16,-5 7-63-16,-2 0-52 16,2 17-39-16,8 4-44 15,3 15-91-15,13-5-256 16,11-8-344-16</inkml:trace>
  <inkml:trace contextRef="#ctx0" brushRef="#br0" timeOffset="26926.04">33123 7258 1303 0,'0'0'497'0,"0"0"-427"16,0 0 77-16,0 0 101 16,52 109 46-16,-34-51-63 15,0 10-31-15,0 2-70 0,-9 3-44 16,0-2-1-16,-7 0-10 15,-2-5-17-15,0-3-23 16,0-5-7-16,0-8-13 16,-8-4-6-16,-7-8-9 15,0-6 1-15,-6-6-1 16,-2-7-21-16,-1 0-70 16,-27 2-123-16,10-8-331 15,0 0-427-15</inkml:trace>
  <inkml:trace contextRef="#ctx0" brushRef="#br0" timeOffset="31360.19">1257 9872 1333 0,'0'0'496'0,"0"0"-362"15,0 0-53-15,0 0 16 16,0 0-28-16,0 0-25 15,-53 62-20-15,41-26 1 16,0 4 2-16,4 4-2 16,1 6 17-16,1 4 38 15,-2 5-7-15,4 5-24 16,-1 2-8-16,-1 2-11 16,3-2 0-16,0-1 0 15,3-8 0-15,0-3 10 16,0-8-15-16,12-5-8 15,3-7-5-15,5-8 3 16,7-4 0-16,8-4 7 0,1-6-4 16,3-4 1-16,6-6 2 15,-1-2 0-15,3 0-1 16,4 0-8-16,-3-10-3 16,-3-3-8-16,-7-2 5 15,-2 3-6-15,-10 0-50 16,-2 2-43-16,-7 0-52 15,-4 2-86-15,-1 0-12 16,-9-3-111-16,-3 4-249 16,0 0-509-16</inkml:trace>
  <inkml:trace contextRef="#ctx0" brushRef="#br0" timeOffset="31596.56">1252 10569 1508 0,'0'0'265'15,"0"0"-187"-15,0 0 27 16,116-30 43-16,-66 20-38 16,7-1-11-16,2 0-43 15,1-1-31-15,-4 0-7 16,-9 3-18-16,-6-2-18 15,-10 1-105-15,-11-6-116 0,-7 3-119 16,-13 1-561-16</inkml:trace>
  <inkml:trace contextRef="#ctx0" brushRef="#br0" timeOffset="31814.98">1070 10084 314 0,'0'0'1224'15,"0"0"-1106"-15,0 0-94 16,128-90-1-16,-62 62 21 0,2 4-5 16,3 6-7-1,-6 6-32-15,19 12-30 0,-19 0-179 16,-9 0-145-16</inkml:trace>
  <inkml:trace contextRef="#ctx0" brushRef="#br0" timeOffset="32377.47">2077 10441 1431 0,'0'0'318'16,"0"0"-204"-16,0 0 29 15,0 0-14-15,0 0-39 16,0 0-7-16,0 0-19 15,31-12-2-15,-23 34 23 16,-1 6 3-16,1 5-44 16,-3 2-17-16,-2 0-16 15,-3-5-4-15,4-6-7 16,-4-9 0-16,0-4-13 16,0-7-21-16,0-4-27 15,3 0-3-15,0 0-22 0,5-17 26 16,7-8 40-16,3-7 14 15,0-3 5-15,6-1 1 16,0 2 6-16,3 6 9 16,-4 6 7-16,-2 6 24 15,-3 8 12-15,-3 7 0 16,-3 1-6-16,-1 0 6 16,2 3-1-16,-1 14 8 15,2 4 9-15,-2 5-18 16,3 4-21-16,-1 0-20 15,-4 0-3-15,-2-2-12 16,2 1-15-16,-5-4-72 16,-2 0-61-16,4 5-74 15,-4-6-114-15,2-8-326 0</inkml:trace>
  <inkml:trace contextRef="#ctx0" brushRef="#br0" timeOffset="32895.08">2904 9970 1768 0,'0'0'563'0,"0"0"-477"15,0 0-60-15,0 0 17 16,0 0 73-16,21 126-27 16,-13-69-22-16,7 5-18 0,0 2-1 15,-1 2-2-15,-1-4-14 16,-1-1-17-16,-4-4 0 15,-2-3-9-15,1-4-6 16,-7-5 0-16,2-7 0 16,-2-10-78-16,0-8-43 15,0-8-77-15,0-10-32 16,0-2-133-16,0 0-297 0</inkml:trace>
  <inkml:trace contextRef="#ctx0" brushRef="#br0" timeOffset="33090.57">2850 10546 1564 0,'0'0'581'16,"0"0"-452"-16,0 0-88 15,0 0-19-15,0 0-14 16,0 0 5-16,0 0 82 16,65-3-37-16,-35 7-14 15,9 0-30-15,0-2-13 16,-4 1-1-16,7-3-135 15,7 0-115-15,-6 0-253 16,-14 0-912-16</inkml:trace>
  <inkml:trace contextRef="#ctx0" brushRef="#br0" timeOffset="33894.42">3599 10519 1290 0,'0'0'299'15,"0"0"-133"-15,0 0-35 16,0 0-21-16,-122 9 17 15,95 2 1-15,3 1-25 16,4 0-29-16,2 0 4 16,5 0-18-16,5 2-24 0,-2 3-17 15,10 2-9-15,0 0-9 16,0 3-1-16,0-1-2 16,10-2-4-16,8-1 5 15,0-4-18-15,8-4-7 16,4-6-18-16,6-4-26 15,6 0 28-15,2-21 22 16,-3-6 20-16,-2-5 0 16,-6 4 0-16,-10 8 2 15,-10 6-1-15,-5 5 57 0,-8 9 55 16,0 0 10 0,0 0 7-16,0 0-24 0,0 0-61 15,0 11-33-15,0 2-12 16,0 7 0-16,9 3-1 15,7-2-15-15,-3 0-4 16,8-5-32-16,0-4 1 16,4-6 2-16,-2-5-17 15,0-1 19-15,-2 0 14 16,-3-11 19-16,-3-7 14 16,-2 2 0-16,-5-2 9 15,1 2-8-15,-3 4 36 16,-3 3 21-16,2 5-13 15,-1 2-23-15,-1 1-12 16,3 0-9-16,2-2-1 0,2 3 7 16,7-2 10-16,-1 2 1 15,4 0-3-15,1-2-14 16,-3 0 8-16,0-1-2 16,0-1 7-16,-7 3 7 15,-4-2 4-15,-2 2-4 16,-2-1 0-16,-3-2-1 15,0-6-2-15,0-2 1 16,0-9-6-16,0-1-13 16,-6-4-63-16,-14-2-117 15,-26-13-179-15,2 5-273 16,-4 3-931-16</inkml:trace>
  <inkml:trace contextRef="#ctx0" brushRef="#br0" timeOffset="34037.04">3486 10237 1534 0,'0'0'230'16,"0"0"-147"-16,0 0 55 15,143-25-64-15,-78 13-46 16,4-1-17-16,13-2-11 16,-17 5-182-16,-11 4-446 0</inkml:trace>
  <inkml:trace contextRef="#ctx0" brushRef="#br0" timeOffset="34263.43">4472 10768 1699 0,'0'0'555'0,"0"0"-377"15,0 0-15-15,0 0-29 16,0 0-87-16,0 0-34 16,0 0-13-16,15 108-58 15,-3-90-122-15,-7-6-309 16,-1 0-1059-16</inkml:trace>
  <inkml:trace contextRef="#ctx0" brushRef="#br0" timeOffset="34991.49">6460 10140 1482 0,'0'0'385'15,"0"0"-164"-15,0 0-115 16,0 0-10-16,0 0-18 16,0 0 20-16,0 0 14 15,0 157-20-15,0-97-28 0,0 4-23 16,2 0-22-16,4-2-9 16,-2-6-2-16,1-3-7 15,-2-8 0-15,3-6 0 16,-6-11-1-16,7-9-48 15,-5-10-67-15,1-9-76 16,3 0-12-16,-6-24 9 16,0-8-64-16,0-2-343 0</inkml:trace>
  <inkml:trace contextRef="#ctx0" brushRef="#br0" timeOffset="35311.61">6352 10088 1264 0,'0'0'233'0,"0"0"-167"16,0 0 28-16,0 0 36 15,0 0 38-15,152-22 14 16,-104 22-24-16,-4 0-29 16,0 8-13-16,-8 11-38 15,-3 2-17-15,-12 5-14 16,-3 5 19-16,-13 2 9 15,-2 3-1-15,-3 5 3 16,-6-1-27-16,-14-2-5 16,-7-2-12-16,-6-5-9 15,-2-2-12-15,-4-5-12 16,3-4-28-16,-2-4-58 16,2-6-63-16,12-10-59 0,9-10-119 15,10-12-399-15</inkml:trace>
  <inkml:trace contextRef="#ctx0" brushRef="#br0" timeOffset="35661.68">7333 9872 772 0,'0'0'1076'0,"0"0"-863"0,0 0-77 16,0 0-19-16,0 0 17 16,0 0 17-16,0 0-41 15,-105 77-28-15,77-38-1 16,-3 11-16-16,2 8-14 16,4 8 6-16,12 4 0 15,3 5-8-15,7 0-7 16,3 2-4-16,3-5 4 15,15-3-6-15,5-7-10 16,2-8 4-16,1-10-18 16,1-5-12-16,0-12 0 15,-3-7-1-15,-1-6-17 16,0-8-86-16,10-6-116 0,-5-2-255 16,-5-13-260-16</inkml:trace>
  <inkml:trace contextRef="#ctx0" brushRef="#br0" timeOffset="36614.15">8043 10347 1403 0,'0'0'360'15,"0"0"-201"-15,0 0-96 0,0 0 18 16,0 0 10-16,0 0-10 16,0 0-13-16,18-98-17 15,-10 93 3-15,-1 4 28 16,-4 1 3-16,5 0-11 15,-5 0 14-15,6 4-27 16,-3 10 2-16,6 7-6 16,-3 8 24-16,-2 7-17 15,-7 6-30-15,0 4-13 16,0 2-7-16,-21 0-5 16,-7 0-8-16,-1-3-1 15,-4-6-24-15,0-1-14 16,-3-5-78-16,5-7-53 0,0-10-19 15,8-12 66-15,5-4 122 16,6-20 0-16,6-14 0 16,3-6 0-16,3 0 25 15,0 3 30-15,0 11 9 16,0 8-8-16,6 9-15 16,2 4-8-16,2 5-5 15,-2 0 2-15,10 2-3 16,0 14-12-16,7 8 0 15,-2 5-9-15,1 0-6 16,2 4-75-16,12 5-118 16,-5-10-265-16,-5-8-187 0</inkml:trace>
  <inkml:trace contextRef="#ctx0" brushRef="#br0" timeOffset="36996.11">8456 10640 474 0,'0'0'1036'15,"0"0"-878"-15,0 0-83 16,0 0 5-16,0 0 23 16,0 0-14-16,0 0-16 15,130 88 1-15,-103-86-22 16,-3-2 4-16,2 0-18 15,-1-10-7-15,-2-9-17 0,-5-6-1 16,-3-2-1-16,-4-9-5 16,-8 2-5-16,-3-2 11 15,0 2 21-15,-21 4 0 16,-10 4-1-16,-8 5 4 16,-6 10 36-16,-2 11-30 15,-1 0-31-15,6 11-12 16,6 20-12-16,10 3-28 15,14 2-109-15,12 0-54 16,10 8-108-16,18-7-231 16,3-13-541-16</inkml:trace>
  <inkml:trace contextRef="#ctx0" brushRef="#br0" timeOffset="37363.15">8878 10609 1101 0,'0'0'518'15,"0"0"-397"-15,0 0 10 16,0 0 55-16,0 0-57 16,0 0-48-16,0 0-28 15,68 87-10-15,-48-82-15 16,5-3 0-16,-2-2-7 15,4 0 4-15,0-4 36 0,-1-17-1 16,-2-1-26 0,-3-5-12-16,-4-2-4 0,-1-2-10 15,-11 1 5-15,-5 3 38 16,0 0 41-16,-14 1-39 16,-13-1-27-16,-9 8-3 15,-3 1-7-15,-5 10-16 16,0 8-42-16,8 0-37 15,9 20-113-15,16 28-86 16,4-2-108-16,7-4-359 0</inkml:trace>
  <inkml:trace contextRef="#ctx0" brushRef="#br0" timeOffset="37812.94">9888 10193 1654 0,'0'0'544'0,"0"0"-451"0,0 0-31 16,0 0 48-16,0 0 0 15,0 0 15-15,-113 122-1 16,93-99-11-16,2 2-21 16,2-6-49-16,1 2-13 15,7-3-3-15,1-2-9 16,7 0-12-16,0 0-6 15,15 0-9-15,13-2 0 16,6-1 8-16,12-4 1 16,-5-5 17-16,0-4 7 15,-2 0-8-15,-6 0-7 16,-4 0-3-16,-8-1-6 16,-6-8-31-16,-5 3-58 15,-10-4-93-15,0 4-133 16,-10 0-350-16</inkml:trace>
  <inkml:trace contextRef="#ctx0" brushRef="#br0" timeOffset="37971.53">9695 10720 1458 0,'0'0'313'0,"0"0"-164"15,0 0 83-15,0 0-80 16,130 0-50-16,-94-4-48 15,-1 0-54-15,1-1-62 16,-10 1-238-16,-8 2-561 0</inkml:trace>
  <inkml:trace contextRef="#ctx0" brushRef="#br0" timeOffset="38415.33">10606 10262 1495 0,'0'0'492'0,"0"0"-336"16,0 0 73-16,0 0 0 15,92 107-45-15,-56-75-9 16,3-1-58-16,-3 0-33 15,5 1-17-15,-2-3-28 16,-4-3-9-16,-1-5-16 16,-8-5-13-16,-3-2-1 0,-5-6-23 15,-3-4-73-15,-5-4-91 16,-5 0-89-16,-5-12-74 16,0-10-213-16,0-1-537 15</inkml:trace>
  <inkml:trace contextRef="#ctx0" brushRef="#br0" timeOffset="38625.78">10942 10226 1877 0,'0'0'354'0,"0"0"-178"15,0 0 82-15,-68 127-12 16,47-81-80-16,-5 0-85 15,5 2-41-15,-4-2-23 0,2-2-11 16,2-1-6-16,0-10-32 16,-2 7-120-16,5-15-225 15,0-5-401-15</inkml:trace>
  <inkml:trace contextRef="#ctx0" brushRef="#br0" timeOffset="39413.67">12012 10118 1719 0,'0'0'556'0,"0"0"-442"16,0 0 39-16,0 0-7 15,-126 76-53-15,100-59 9 16,6-2 6-16,2 2-29 16,0-3-28-16,0 3-24 15,0-3-18-15,7 3-8 16,1-1 0-16,5-3 1 16,2 4-2-16,3-5 0 15,0 0-7-15,3-2-8 16,12 0 6-16,3 0 9 15,2 0 7-15,9-1-1 16,4-4 4-16,3-2 14 0,3 0-12 16,-7-3-6-16,-2 0-6 15,-4 0-51-15,-8 0-97 16,-6 0-87-16,-12 0-113 16,0 0-190-16,-12 0-322 0</inkml:trace>
  <inkml:trace contextRef="#ctx0" brushRef="#br0" timeOffset="39577.21">11757 10583 1532 0,'0'0'591'15,"0"0"-484"-15,0 0-80 16,0 0 103-16,0 0 22 0,0 0-33 16,0 0-43-16,129 26-33 15,-96-26-43-15,1 0-40 16,10 0-182-16,-9-8-286 15,-4-1-882-15</inkml:trace>
  <inkml:trace contextRef="#ctx0" brushRef="#br0" timeOffset="40446.91">13063 10126 1532 0,'0'0'303'16,"0"0"-227"-16,0 0 70 15,0 0 11-15,0 0-2 16,0 0-19-16,0 0 16 16,72-32-18-16,-64 52-2 15,-1 6-7-15,-7 6-29 16,0 4-30-16,0 3-22 15,-12 1-10-15,-9-1-11 16,-7 3-11-16,-6-3-2 16,-5-3-10-16,-3-3-1 15,-5 0-39-15,3-5-20 16,-4-6-13-16,3-7 25 16,12-11 3-16,10-4 30 0,8 0 14 15,12-21-9-15,3-1-1 16,0 0 11-16,8 2 1 15,10 2 5-15,3 6 4 16,-3 6 14-16,0 4-9 16,2 2 1-16,-2 0-1 15,0 10-4-15,0 10 1 16,0 4-3-16,0 2-9 16,-3 2-18-16,0-1-81 15,-1-2-122-15,14 4-134 16,-10-10-263-16,-1-2-500 0</inkml:trace>
  <inkml:trace contextRef="#ctx0" brushRef="#br0" timeOffset="40830.87">13423 10600 1343 0,'0'0'246'0,"0"0"-118"16,0 0 59-16,0 0-10 15,0 0-48-15,139 26-13 16,-106-30-24-16,3-12-28 16,-3-4-7-16,-4-3 24 15,-1-1-8-15,-12 0-31 0,-3 0-1 16,-13-2-9-16,0-2 3 15,-3 0 29-15,-21 0-21 16,-11 2-13-16,-1 8 11 16,-3 7 33-16,-2 11-23 15,2 0-40-15,-2 19-11 16,8 7 0-16,5 4-14 16,10 4-31-16,16 2-50 15,2 0-77-15,2 3-53 16,44 2-93-16,-5-10-230 15,0-9-674-15</inkml:trace>
  <inkml:trace contextRef="#ctx0" brushRef="#br0" timeOffset="41230.82">13976 10578 1322 0,'0'0'319'0,"0"0"-205"16,0 0-7-16,0 0-16 15,0 0 11-15,0 0 28 0,0 0 19 16,146 41-41-1,-108-51-49-15,-6-9-24 0,-5-6-15 16,-6 2-5-16,-6-4 8 16,-15-1 11-16,0 3-7 15,-7-5 49-15,-22 7 18 16,-13 1-9-16,-5 4-37 16,-4 10-15-16,1 8 4 15,-1 0-20-15,13 14-17 16,5 12-30-16,9 2-60 15,19 0-65-15,5 2-81 16,20 12-51-16,13-9-195 16,2-5-430-16</inkml:trace>
  <inkml:trace contextRef="#ctx0" brushRef="#br0" timeOffset="41546.97">14410 10578 1192 0,'0'0'504'16,"0"0"-409"-16,0 0 22 16,0 0 93-16,0 0-14 15,0 0-9-15,115-9-44 16,-76-3-34-16,0-2 0 16,-1-1-18-16,-6-4-60 15,-5 3-7-15,-6-2-9 16,-6 0 2-16,-12-2 9 0,-3-2 9 15,0-2 7-15,-18 1 10 16,-15 0-16-16,-11 3-13 16,0 8-3-16,-10 10-20 15,6 2-39-15,4 4-36 16,8 15-44-16,15 6-103 16,18 9-147-16,3-6-185 15,0-8-205-15</inkml:trace>
  <inkml:trace contextRef="#ctx0" brushRef="#br0" timeOffset="41881.08">14997 9781 1629 0,'0'0'271'16,"0"0"-133"-16,0 0 84 15,0 0 50-15,133 132-79 16,-105-75 19-16,-5 5-40 16,-7 7-43-16,-4 5-49 15,-7 0-30-15,-5-2-21 16,0-2-17-16,-2-4-6 15,-13-5 0-15,-3-8-5 16,0-5-1-16,0-5-52 0,-3-6-100 16,-5-6-134-1,8-10-289-15,0-8-415 0</inkml:trace>
  <inkml:trace contextRef="#ctx0" brushRef="#br0" timeOffset="42401.68">15981 10376 1696 0,'0'0'568'0,"0"0"-403"16,0 0-113-16,0 0-26 15,0 0 82-15,0 0 42 16,0 0-22-16,136-23-54 16,-97 19-43-16,-3 2-31 15,-10 0-51-15,-8 2-101 16,-11 0-130-16,-7 0-332 16,0 6-243-16</inkml:trace>
  <inkml:trace contextRef="#ctx0" brushRef="#br0" timeOffset="42565.25">15966 10531 1450 0,'0'0'341'15,"0"0"-241"-15,0 0 25 16,0 0 63-16,0 0-75 16,133 0-17-16,-97 0-96 15,21 0-52-15,-13-2-316 16,-9 2-796-16</inkml:trace>
  <inkml:trace contextRef="#ctx0" brushRef="#br0" timeOffset="44197.89">18019 9854 1744 0,'0'0'368'16,"0"0"-272"-16,0 0-18 16,0 0 43-16,0 0 13 15,0 0-54-15,0 0-50 16,-101 11-18-16,89 11-1 0,-3 9 8 15,0 8 8-15,1 8-3 16,1 6-6-16,4 12 1 16,6 9 9-16,3 9-2 15,0 6-11-15,0 0-9 16,15 4 0-16,6-3-5 16,-3-4 0-16,5-5 0 15,-5-4 20-15,-3-8-5 16,-5-5 37-16,-5-8 31 15,-5-7-19-15,0-2 12 16,-9-9-5-16,-9-4-23 16,-8-4 14-16,-1-4-11 15,-6-5-20-15,3-6-16 0,1-5-5 16,2-7-11-16,3-3 0 16,6 0-57-16,7-17-90 15,11-9-182-15,0 4-361 16,18 6-639-16</inkml:trace>
  <inkml:trace contextRef="#ctx0" brushRef="#br0" timeOffset="44915.97">17104 12069 1094 0,'0'0'294'15,"0"0"-182"-15,0 0-23 16,0 0 86-16,0 0-35 16,118-40 43-16,-94 40-18 15,-4 14 3-15,-2 8-14 16,-5 6 7-16,-8 2-4 15,-5 3-37-15,0 2-34 0,-8 2-12 16,-15 1-29 0,-8-2-18-16,-2-1-21 0,-3-6-6 15,-2-5-1-15,3-4-50 16,-1-9-15-16,1-10-28 16,4-1-18-16,5-1 9 15,3-20 25-15,8-1 19 16,5 0 39-16,10 3 19 15,0 4-10-15,0 5 11 16,10 4 15-16,5 4 12 16,8 2 9-16,-2 0-2 15,9 10-9-15,-1 9-17 16,1 0-8-16,5 3-87 0,19 0-137 16,-6-6-148-1,-7-4-387-15</inkml:trace>
  <inkml:trace contextRef="#ctx0" brushRef="#br0" timeOffset="45281.99">17549 12424 1367 0,'0'0'370'0,"0"0"-269"15,0 0 11-15,0 0 50 16,0 0-44-16,123-20-4 15,-92 10-6-15,2-3-15 16,0-6-12-16,-9-2-25 16,-6 0-19-16,-6-2-4 0,-6 0 14 15,-6-1 6-15,0-2-20 16,0-1-4-16,-24-1 10 16,-6 3-4-16,-6-1-19 15,-8 5-2-15,0 7-13 16,-4 13 32-16,6 1-20 15,1 9-13-15,11 22-5 16,6 5-17-16,6 8-35 16,18 0-80-16,0-1-54 15,21-6-50-15,38-1-40 16,-2-9-109-16,-3-12-232 0</inkml:trace>
  <inkml:trace contextRef="#ctx0" brushRef="#br0" timeOffset="45582.18">17873 12358 1001 0,'0'0'340'0,"0"0"-97"16,0 0-30-16,0 0-54 16,0 0-12-16,0 0-39 15,0 0-24-15,80 2-15 16,-53 6-8-16,-3-4 12 16,6 1-9-16,-1-5 12 15,7 0 3-15,0-7 4 16,-1-11-23-16,1-4-30 15,-7-4-15-15,-5 0 1 16,-9 0 23-16,-8 0 27 16,-7-3 0-16,0 0 18 15,-13-2-6-15,-17 2-33 0,-9 0-29 16,-5 6-8-16,-3 6-8 16,2 9-38-16,1 8-20 15,5 2-59-15,6 27-102 16,-3 31-79-16,10-4-236 15,6-4-486-15</inkml:trace>
  <inkml:trace contextRef="#ctx0" brushRef="#br0" timeOffset="46665.28">18022 9146 1483 0,'0'0'299'16,"0"0"-225"-16,0 0-5 15,0 0 83-15,0 0-34 16,0 0 2-16,107-103-21 16,-99 103-15-16,-2 0-1 15,-6 13 11-15,0 14 41 16,0 8-2-16,0 7-31 0,-18 4-51 15,-5-2-21 1,-4 2-21-16,-6-4-2 16,-3 1-7-16,-2-3-9 0,-3-4-39 15,2-5-36-15,6-7-31 16,7-11 15-16,8-12 58 16,15-1 41-16,3-15-36 15,3-14 13-15,23 0 21 16,2-2 3-16,-2 9 31 15,-3 7 5-15,-2 8-4 16,-3 7-6-16,-3 0-9 16,0 21-11-16,3 5 3 15,3 6-9-15,-1 1-107 0,13 3-157 16,-6-5-254 0,-4-12-385-16</inkml:trace>
  <inkml:trace contextRef="#ctx0" brushRef="#br0" timeOffset="47016.36">18453 9543 1283 0,'0'0'263'0,"0"0"-139"16,0 0 29-16,0 0-40 0,0 0-44 16,118-11-24-16,-84-2-23 15,-6-3-10-15,-7-2-11 16,-6 1 10-16,-9 2 6 16,-6-3 41-16,0 1 27 15,-24 2 23-15,-2-3-17 16,-12 1-12-16,-8 5-44 15,5 5 1-15,2 4-2 16,3 3-20-16,7 3-14 16,9 16-9-16,5 6-22 15,15 22-106-15,0-2-110 16,2-6-303-16</inkml:trace>
  <inkml:trace contextRef="#ctx0" brushRef="#br0" timeOffset="47433.24">18833 9532 1375 0,'0'0'298'0,"0"0"-225"15,0 0 33-15,0 0-12 16,0 0 32-16,0 0-29 16,0 0-11-16,94 19-2 0,-69-19-16 15,-5 0-23-15,1-10 8 16,-8-2 7-16,-5-2-20 16,-3-2 5-16,-2-2 7 15,-3-5 0-15,0 2 51 16,-8-2 12-16,-13 2-30 15,-2 0-34-15,-8 7 12 16,-4 5-13-16,-4 4-28 16,-2 5-20-16,2 0-2 15,3 19-23-15,7 3-25 16,11 6-52-16,11 2-93 16,7 3-43-16,21 17-48 15,12-9-39-15,3-7-272 0</inkml:trace>
  <inkml:trace contextRef="#ctx0" brushRef="#br0" timeOffset="47733.44">19219 9611 814 0,'0'0'768'16,"0"0"-581"-16,0 0-21 15,0 0 15-15,0 0-34 16,0 0-9-16,0 0 5 15,137 0 0-15,-111-4-27 16,7-6-4-16,-7-5-30 16,-1 0-25-16,-4-5-17 0,-6-1-7 15,-2-2-6 1,-6-5-1-16,-4-1 10 0,-3-3 0 16,0 3-5-16,-21-5-4 15,-6 5-13-15,-9 6-7 16,-8 6-7-16,-13 13-30 15,-7 4-34-15,-14 28-116 16,-35 54-186-16,16-3-290 16,15-3-569-16</inkml:trace>
  <inkml:trace contextRef="#ctx0" brushRef="#br0" timeOffset="48499.39">20324 10435 1330 0,'0'0'299'16,"0"0"-147"-16,0 0 26 16,6-141 16-16,-6 98-61 15,3 0 5-15,-3 10 1 16,0 8-51-16,0 9-9 15,0 8 2-15,0 6-15 16,0 2-22-16,0 0-41 16,0 16-3-16,0 15 0 15,0 10 5-15,0 14 25 16,0 4 6-16,0 6-3 16,0-3-13-16,0-2-9 0,0-4-4 15,0-3-6-15,9-7 1 16,0-5-2-16,-4-6-21 15,2-7-83-15,-2-6-75 16,1-9-81-16,-3-10-79 16,1-3-266-16,-4 0-660 0</inkml:trace>
  <inkml:trace contextRef="#ctx0" brushRef="#br0" timeOffset="48767.68">19700 10854 1781 0,'0'0'393'0,"0"0"-267"16,0 0-88-16,0 0-20 16,0 0 87-16,0 0 60 15,149-22-35-15,-72 8-10 16,11 2-20-16,12 0-15 15,0 5-36-15,-2 2-28 16,-3 3-8-16,0 2-13 16,-3 0-41-16,1 0-101 15,-5 0-74-15,40-2-78 16,-24-6-9-16,-18 0-327 0</inkml:trace>
  <inkml:trace contextRef="#ctx0" brushRef="#br0" timeOffset="49518.67">19780 11339 1172 0,'0'0'310'0,"0"0"-100"15,0 0 43-15,0 0-26 16,0 0-73-16,0 0-18 16,0 0-33-16,-26 12-42 15,26 6 10-15,0 7 25 16,0 0 4-16,0 3-22 15,0-1-30-15,0-4-19 16,11-2-18-16,4-5-4 0,3-6-7 16,3-7 0-16,6-3 0 15,-1 0 10-15,5-13 0 16,-2-9 2-16,-2-6-1 16,-6-6-11-16,-10-2-1 15,-4-2-23-15,-7-2 5 16,0 1 4-16,-13 6 2 15,-10 6-22-15,-13 11-34 16,3 13-14-16,0 3 1 16,-1 13-63-16,6 18-85 15,7 22-50-15,6-6-121 16,7-3-712-16</inkml:trace>
  <inkml:trace contextRef="#ctx0" brushRef="#br0" timeOffset="50001.38">19857 11668 1302 0,'0'0'350'0,"0"0"-225"0,0 0 16 16,0 0 7-16,0 0-42 16,0 0-44-16,0 0-5 15,-18 13 28-15,16 0 38 16,-4 5-5-16,1 3-37 16,0-1-22-16,3 2-22 15,-1 0-6-15,3 0-16 16,0 0-13-16,0-4-1 15,0-2-1-15,3-4-1 16,12-4-10-16,0-6 1 16,3-2 5-16,5 0 5 15,-2-10 14-15,2-13 5 16,2-8-2-16,-8-9-8 16,-5-2-8-16,-6-2 0 15,-6 4 12-15,-6 1 9 0,-20 7-11 16,-10 6-10-16,-5 10 1 15,-5 8-2-15,5 8-33 16,5 0-54-16,10 22-62 16,11 18-93-16,7-5-236 15,8-6-215-15</inkml:trace>
  <inkml:trace contextRef="#ctx0" brushRef="#br0" timeOffset="50518">20250 11771 1320 0,'0'0'294'0,"0"0"-192"15,0 0 52-15,0 0-29 0,0 0-28 16,54 104-13-16,-31-92-24 16,6-6 5-16,1-6 9 15,1 0-5-15,-2-12 2 16,1-12 0-16,-4-7-26 16,-5-2-8-16,-3-6 5 15,-9-3-5-15,-9 1 0 16,0-2-1-16,-12 5 34 15,-18 4-23-15,-2 8-34 16,-7 10-13-16,1 10-1 0,2 6-32 16,6 2-78-1,1 25-66-15,4 25-49 0,7-7-62 16,7 2-371-16</inkml:trace>
  <inkml:trace contextRef="#ctx0" brushRef="#br0" timeOffset="50967.8">20725 11711 1332 0,'0'0'477'16,"0"0"-315"-16,0 0-27 16,0 0-14-16,0 0-50 15,0 0-33-15,0 0 2 16,-2 65-1-16,18-52-21 16,2-4 11-16,4-6 17 15,2-3 2-15,-4 0 19 16,4-4-16-16,-4-12-14 15,-2-4-13-15,0-4 0 16,-8-2-11-16,-5-4 8 16,-5 2 36-16,0-3 26 15,-15 3 15-15,-18 4-30 16,-8 1-35-16,-3 9 0 16,-10 7 0-16,7 7-33 0,2 4-7 15,9 22-46-15,10 11-66 16,16 4-106-16,10 19-119 15,18-7-208-15,9-9-339 0</inkml:trace>
  <inkml:trace contextRef="#ctx0" brushRef="#br0" timeOffset="51350.77">21007 11748 1446 0,'0'0'615'0,"0"0"-416"16,0 0-43-16,0 0 1 16,0 0-58-16,0 0-34 15,0 0-29-15,9-1-6 16,-1 1 36-16,5 0 5 16,2 0-17-16,3 0-25 15,3 0-10-15,-1 0-4 16,6-3-3-16,-1-13 0 15,-1-4 3-15,-1-4-8 16,-8 0 5-16,-6-2 0 16,-9 0 24-16,0 1 0 15,-6-4 8-15,-12 3-11 16,-11 6-12-16,-4 6 6 0,-5 9 14 16,-4 5-39-1,-1 4-2-15,2 21-36 0,3 11-16 16,2 7-28-16,10 10-78 15,16 15-162-15,7-10-264 16,3-13-469-16</inkml:trace>
  <inkml:trace contextRef="#ctx0" brushRef="#br0" timeOffset="53402.28">21860 10574 1247 0,'0'0'382'0,"0"0"-273"15,0 0-73-15,0 0 58 16,0 0 76-16,0 0-32 16,0 0-17-16,133-3-42 15,-94-3-18-15,-3-2-6 16,-3-2-20-16,-4 0-15 16,-9-2-3-16,-5 2-8 15,-5 1 6-15,-7 0 2 16,-3-1 8-16,0-1 42 0,-3 0 3 15,-15-1-15 1,-5 0 15-16,-5 2-20 0,-5 3-17 16,-1 4-15-16,-2 3-9 15,3 0-9-15,0 8 0 16,4 14-1-16,8 3-1 16,0 8 2-16,9 5-2 15,7 7 1-15,5-1-7 16,0 0 7-16,20-2-10 15,9-4 11-15,12-8 6 16,5-10 9-16,1-8-9 16,1-8 4-16,-4-4 3 15,0 0-13-15,-8-12-70 0,-3-8-93 16,-9 4-157 0,-9 2-326-16</inkml:trace>
  <inkml:trace contextRef="#ctx0" brushRef="#br0" timeOffset="54271.97">22376 9869 1523 0,'0'0'362'15,"0"0"-255"-15,0 0 16 0,0 0-36 16,0 0-38-16,0 0-39 15,0 0 4-15,16-12 67 16,-1 12 4-16,8 0-22 16,3 0-37-16,5 0-17 15,13 0-9-15,27 0-80 16,-2-1-171-16,-4-5-448 0</inkml:trace>
  <inkml:trace contextRef="#ctx0" brushRef="#br0" timeOffset="55052.88">23538 9457 309 0,'0'0'1198'15,"0"0"-1016"-15,0 0-62 16,-8-119 60-16,1 80-53 15,1-4-60-15,4 3 15 16,-4 6-2-16,2 8 57 16,4 10-59-16,0 8-40 15,0 6-10-15,0 2-1 16,0 0 13-16,0 0-12 16,0 0-9-16,0 3-18 15,0 15 6-15,0 9 14 0,10 7 17 16,-2 8-2-16,4 4-9 15,-3 3-13-15,0 1-7 16,-1-5-6-16,2-1 0 16,-2-3 0-16,-1-7-1 15,-1-6-41-15,-1-6-57 16,5-9-74-16,-5-2-64 16,-2-5-65-16,4-2-200 15,-7-4-275-15</inkml:trace>
  <inkml:trace contextRef="#ctx0" brushRef="#br0" timeOffset="55307.2">23147 9703 1480 0,'0'0'301'15,"0"0"-248"-15,0 0-12 16,0 0 94-16,0 0 17 16,0 0-36-16,147-2-2 15,-90-4-25-15,6-2-11 16,5 0-19-16,3-2-22 16,1 4-37-16,-7 2-49 15,9 4-119-15,-17 0-156 0,-19 3-394 16</inkml:trace>
  <inkml:trace contextRef="#ctx0" brushRef="#br0" timeOffset="56602.74">23247 10016 1177 0,'0'0'553'16,"0"0"-394"-16,0 0 9 16,0 0-20-16,0 0-82 15,0 0-26-15,0 0 5 16,-2 21 12-16,2-7 28 16,0 5-37-16,0-1-35 15,0-2-13-15,0-2 0 16,0-1 18-16,8-4-1 15,4-3-2-15,-1-6-2 0,2 0 20 16,2 0 13-16,0-8-15 16,-4-10 1-16,1-3 3 15,-6-6-2-15,1-1 12 16,-7-4-18-16,0 2-9 16,0 4 3-16,-13 4-2 15,-7 7-10-15,-1 8-9 16,-4 7-70-16,2 0-50 15,5 12-61-15,0 27-82 16,4-2-105-16,7-3-193 0</inkml:trace>
  <inkml:trace contextRef="#ctx0" brushRef="#br0" timeOffset="57003.67">23245 10231 1377 0,'0'0'333'0,"0"0"-162"16,0 0-9-16,0 0-60 15,0 0-64-15,0 0-26 16,0 0 0-16,0 12 4 16,0-2 43-16,5 4 33 15,1 3-25-15,3 2 8 16,-1-1-26-16,5-1-37 15,-1 0 0-15,2-4-11 16,1-6 0-16,3-3-1 0,-3-4 2 16,0 0 14-1,-1 0-4-15,4-14 4 0,-3-8 1 16,-2-6-2-16,2-8-8 16,-10-3-5-16,-2 3 10 15,-3 3 11-15,0 5-11 16,-15 7 2-16,-3 7 16 15,-8 7-7-15,-2 7-23 16,2 0-43-16,0 17-94 16,-4 23-78-16,9-4-97 15,3-4-339-15</inkml:trace>
  <inkml:trace contextRef="#ctx0" brushRef="#br0" timeOffset="57436.51">23553 10221 1182 0,'0'0'315'0,"0"0"-235"0,0 0-8 16,0 0 7-1,0 0 3-15,0 0-15 0,0 0 12 16,75 94-30-16,-55-88-11 16,1-2 3-16,0-4 24 15,-3 0-8-15,-1-1-20 16,-1-14 6-16,-5-6 6 15,-2-5-17-15,-3-2-17 16,-6-2 13-16,0 2 44 16,-3 1-2-16,-18 2-45 15,-5 9-19-15,-4 4-6 16,0 10-15-16,-2 2-76 16,4 6-41-16,2 31-72 15,5-3-111-15,9-5-320 0</inkml:trace>
  <inkml:trace contextRef="#ctx0" brushRef="#br0" timeOffset="57821.48">23756 10301 1117 0,'0'0'209'16,"0"0"-148"-16,0 0 91 0,0 0-13 15,0 0-20 1,0 0-15-16,0 0-17 0,73 23-22 16,-58-23 8-16,0 0 2 15,3 0-10-15,-6-9-8 16,2-5-18-16,-4-5-14 15,-2-1 9-15,-5-2 51 16,-3 0-8-16,0-3 2 16,0 0-9-16,-11 0-16 15,-7 2-20-15,0 3-7 16,0 7 9-16,0 4-31 16,3 9-5-16,4 0-71 15,1 2-82-15,5 17-35 16,5 20-9-16,0-2-87 15,0-1-234-15</inkml:trace>
  <inkml:trace contextRef="#ctx0" brushRef="#br0" timeOffset="58175.54">24005 10324 1219 0,'0'0'386'0,"0"0"-277"16,0 0-15-16,0 0 58 16,0 0-19-16,0 0-28 15,0 0-37-15,106-36-2 16,-93 27 7-16,2-3 29 0,-7-1-11 16,2-1-24-1,-7-1-25-15,2-3-17 0,-5-2-5 16,0 0-2-16,0-3 29 15,0 3 16-15,-5 2-29 16,-8 5-7-16,-2 4 12 16,-8 3-3-16,-4 6-36 15,-6 0-4-15,3 2-43 16,1 18-38-16,2 4-21 16,6 5-50-16,10 17-69 15,4-7-73-15,7-2-263 0</inkml:trace>
  <inkml:trace contextRef="#ctx0" brushRef="#br0" timeOffset="68394.23">24661 9236 1395 0,'0'0'365'0,"0"0"-229"16,0 0-87-16,0 0 53 16,0 0-27-16,0 0-31 15,-5 24 1-15,-2-6 9 16,4 5 0-16,-2 4-3 15,2 1 37-15,-7 1 3 0,5-1-24 16,-1-1-6 0,-1-2-5-16,2-3-17 0,2-2-3 15,3-2-18-15,0 0-9 16,0-4-3-16,0-2-5 16,8-2 12-16,7-2 1 15,1-2 11-15,4-2-6 16,1-4 1-16,6 0 2 15,2 0-10-15,2 0-12 16,-2-4-1-16,-2-4-74 16,-3-2-31-16,-9 2-91 15,-1 0-46-15,-14-2-55 0,0-1-62 16,0 4-490-16</inkml:trace>
  <inkml:trace contextRef="#ctx0" brushRef="#br0" timeOffset="68611.64">24519 9418 1117 0,'0'0'540'15,"0"0"-460"-15,0 0 39 16,0 0 30-16,130-14-67 15,-87 14-20-15,1 0-35 16,-3 0-27-16,18 0-33 0,-13 0-193 16,-5 0-262-16</inkml:trace>
  <inkml:trace contextRef="#ctx0" brushRef="#br0" timeOffset="69574.08">25680 10032 1145 0,'0'0'480'0,"0"0"-335"15,0 0 68-15,0 0 24 16,0 0-70-16,0 0 5 16,0 0-40-16,-65-42-37 15,52 40-5-15,0 2-32 16,-5 0-19-16,3 0-24 0,-6 2-14 16,3 12-1-1,-3 2 0-15,3 2-1 0,3 4 0 16,0-2 0-16,7 0-1 15,2 0-5-15,-1-2-4 16,7 0-2-16,0-2-1 16,0-1-2-16,13-8-7 15,2-2-8-15,8-5 18 16,1 0 12-16,6-9 1 16,-1-13 6-16,4-6 1 15,-4-8 1-15,1-6-8 16,-3-4 0-16,-3-4-1 15,-6-3 1-15,-9-1 0 16,-4-2 7-16,-5-2-7 16,0 6 2-16,0 4-1 0,-3 8 9 15,-5 11 2-15,1 14 24 16,2 7-4-16,2 6-2 16,3 2-21-16,0 0-9 15,0 12-22-15,0 16 4 16,0 10 17-16,0 8 1 15,0 4 7-15,0 0 0 16,3 3 4-16,6-5 5 16,-3-2 2-16,-1-2-4 15,2-4 2-15,-1 0-7 16,-3-2-8-16,2-4 5 16,-2-6-6-16,1-2-13 15,-4-5-57-15,0-6-92 0,3 6-69 16,-1-7-129-16,1-6-354 15</inkml:trace>
  <inkml:trace contextRef="#ctx0" brushRef="#br0" timeOffset="69958.05">26183 9629 793 0,'0'0'1230'0,"0"0"-998"16,0 0-144-16,0 0 8 15,0 0-36-15,0 0 32 0,0 0 21 16,-28 110-28-16,20-66-27 16,-2 1-9-16,2-4 7 15,-2 3 16-15,10-1-26 16,-3 0-16-16,3-4 0 15,0-1 1-15,0-4 1 16,3-4-16-16,12-6-8 16,1-6-8-16,4-4 0 15,4-6 0-15,6-5 1 16,3-3 14-16,3 0 3 16,2-14-18-16,-3-8-23 15,-2-6-70-15,-12-3-94 16,-19-11-145-16,-2 10-242 0,-2 4-900 0</inkml:trace>
  <inkml:trace contextRef="#ctx0" brushRef="#br0" timeOffset="70135.58">25969 9919 1669 0,'0'0'344'16,"0"0"-239"-16,0 0 93 15,0 0 35-15,121 0-21 16,-64 0-83-16,2-3-57 16,3-9-36-16,-3 0-36 15,7 0-34-15,-12 1-217 0,-19 4-360 16</inkml:trace>
  <inkml:trace contextRef="#ctx0" brushRef="#br0" timeOffset="71613.63">27080 10804 1536 0,'0'0'371'15,"0"0"-274"-15,0 0 33 16,0 0-17-16,0 0-51 15,0 0-37-15,0 0-18 16,5 2-6-16,1-2 0 0,1 0 21 16,1 0-5-1,-5 0 6-15,4 0 7 0,-7 0 43 16,0-5 24-16,0-3-51 16,0-5 18-16,0-3 9 15,-13 2 15-15,-2 2 15 16,-3 4-9-16,4 4-50 15,-1 4-44-15,3 0-12 16,1 8-136-16,7 18-111 16,1-4-223-16,3 0-516 0</inkml:trace>
  <inkml:trace contextRef="#ctx0" brushRef="#br0" timeOffset="86064.01">1774 13966 1401 0,'0'0'226'0,"0"0"-126"15,0 0 29-15,0 0 54 16,0 0-49-16,-103-8-7 15,88 8 40-15,-1 0-69 16,-4 0-54-16,2 0 11 16,-8 4-30-16,-1 6-3 15,0 7-2-15,-2 1 11 16,-1 3-20-16,-1 6-10 16,5 1 20-16,0 8-3 15,5 4 1-15,-1 6-5 0,8 8 4 16,5 3-5-16,9 9 5 15,0-2-10-15,12-2-8 16,21 0-5-16,2-8 4 16,13-6-6-16,-1-8 0 15,7-4 7-15,-3-13-9 16,2-10 8-16,-6-3-1 16,-3-10-37-16,-1 0-62 15,4-10-81-15,-9-8-113 16,-10-5-345-16</inkml:trace>
  <inkml:trace contextRef="#ctx0" brushRef="#br0" timeOffset="86913.74">2365 14399 1482 0,'0'0'265'0,"0"0"-154"15,0 0 69-15,0 0-5 0,0 0-34 16,0 0-11-1,0 0-21-15,-47-44-5 0,29 38-16 16,1 4 5-16,-4 2-19 16,-3 0-32-16,0 5-18 15,-5 11-24-15,1 6 0 16,2 3-6-16,5 1-2 16,6 1 7-16,10-2-8 15,5 0-10-15,0-2 4 16,11 0-5-16,16-3 7 15,2-7-7-15,4 0 8 16,0-13 2-16,0 0-9 16,-6 0 8-16,-10 0 10 15,-1-10 1-15,-8 1 10 16,-3-2-3-16,0 5 2 0,-5 2 4 16,2 4 1-16,-2 0-4 15,0 0 4-15,0 0-14 16,0 0-8-16,0 0-13 15,0 4 4-15,3 5 9 16,5 1 8-16,5 3-1 16,-1-1-7-16,6-1-4 15,3-6 5-15,2 0-28 16,6-5 7-16,-1 0-8 16,5-5 2-16,-2-15-14 15,2-5 12-15,3-11-16 16,0-5-29-16,-4-12 3 0,1-4 15 15,-6-4-6-15,-9-1 43 16,-4-1 20-16,-11 0 6 16,-3 7 48-16,0 7-1 15,-11 8 27-15,-7 8 45 16,-3 11-12-16,6 10 13 16,0 12 27-16,4 0-66 15,-1 17-49-15,-1 23-28 16,5 15-2-16,-5 12-2 15,13 5 0-15,0 2 1 16,0-2 1-16,0-7-2 16,13-8-7-16,-1 0-25 15,2-13-68-15,-2-2-33 16,12-4-73-16,-6-10-86 16,3-13-329-16</inkml:trace>
  <inkml:trace contextRef="#ctx0" brushRef="#br0" timeOffset="87331.62">3231 14399 1333 0,'0'0'396'16,"0"0"-230"-16,0 0 37 15,0 0-49-15,0 0-23 16,0 0 17-16,0 0-35 16,-4-16 1-16,-2 15 16 15,-2 1-27-15,-2 0-2 16,-1 0-45-16,-7 1-29 15,0 12-18-15,0 5-8 16,0 4 5-16,3 4 3 16,3 2-9-16,6 4 0 15,1-1-2-15,5 5 1 16,0-5 0-16,0-1-10 0,5-3 10 16,5-6-5-16,4-3-42 15,1-7-59-15,3-8-86 16,12-3-111-16,-4-3-201 15,-2-12-278-15</inkml:trace>
  <inkml:trace contextRef="#ctx0" brushRef="#br0" timeOffset="87634.81">3403 14600 1687 0,'0'0'498'0,"0"0"-432"15,0 0 36-15,0 0 39 0,0 0-56 16,0 0-38-16,0 0-6 16,77 84-6-16,-53-77-12 15,-7 0 8-15,4-5 11 16,-3-2 1-16,-3 0-5 16,-4 0-15-16,-1-6 7 15,1-8 29-15,-4-4-17 16,-2-4-17-16,1-4-10 15,-2 3-5-15,-4-2 2 16,0 6-12-16,0 6-7 16,0 3-90-16,-4 2-118 15,-2 4-163-15,4-5-327 16,-1 3-520-16</inkml:trace>
  <inkml:trace contextRef="#ctx0" brushRef="#br0" timeOffset="87947.98">3902 13984 1655 0,'0'0'488'15,"0"0"-368"-15,0 0 66 16,0 0 39-16,0 0-74 15,0 0-57-15,0 0-42 16,-31 113-7-16,31-51-3 0,-2 0-2 16,-4 8-10-16,3 0-6 15,-3 1-7-15,3-7-16 16,0-4-1-16,3-10 0 16,0-6-23-16,0-10-68 15,0-6-75-15,15-10-67 16,-4-8-134-16,4-6-364 0</inkml:trace>
  <inkml:trace contextRef="#ctx0" brushRef="#br0" timeOffset="88431.68">4216 14593 1377 0,'0'0'330'0,"0"0"-131"16,0 0 13-16,0 0-57 15,0 0-13-15,0 0-12 16,0 0-13-16,-3-69-23 16,-2 65 5-16,-5 2 1 15,2 2-33-15,-7 0-13 16,-1 0-18-16,-1 4-19 15,0 14-17-15,2 6-2 16,-3 3-7-16,8 9 2 0,5-3 6 16,2 3-5-1,3-2-3-15,0-6-7 0,0-3-57 16,15-11-4-16,3-10-24 16,0-4 11-16,3 0 26 15,-1-18-7-15,-2-7 57 16,-4-3 14-16,-4 0 11 15,-2 5-4-15,-8 4 14 16,4 9 39-16,-4 1-11 16,3 8-31-16,-3 1-5 15,0 0-13-15,0 0-3 16,0 6-19-16,0 8-20 16,0 3-19-16,0 2-86 15,0 6-73-15,0-6-162 16,0-5-270-16</inkml:trace>
  <inkml:trace contextRef="#ctx0" brushRef="#br0" timeOffset="88848.57">4431 14552 1547 0,'0'0'714'0,"0"0"-545"16,0 0-27-16,0 0-5 15,0 0-32-15,0 0 1 16,0 0-54-16,8 88-28 16,-8-60-22-16,0-6-2 0,0 0-9 15,0-7-51-15,0-8-48 16,3-2-42-16,-3-5-59 16,3 0 24-16,4 0-69 15,1-12-10-15,7-15 51 16,0 1 168-16,3 2 45 15,0-2 130-15,-1 8 5 16,-2 3 26-16,3 8 43 16,-3 2-21-16,0 2-38 15,-4 3-11-15,4 0 8 16,0 3 23-16,-2 9-15 16,3 7-69-16,-3 4-38 15,2-6-19-15,-3 5-15 16,-3 0-9-16,-1-4-55 15,1-3-131-15,9-6-127 0,-3-2-273 16,-3-7-282-16</inkml:trace>
  <inkml:trace contextRef="#ctx0" brushRef="#br0" timeOffset="89765.12">5126 14512 1472 0,'0'0'522'0,"0"0"-399"15,0 0-20-15,0 0 23 16,0 0 49-16,0 0-26 0,0 0-53 16,-18-28 4-1,9 28-3-15,-3 0-2 0,0 0-54 16,-6 12-20-16,-3 8-8 15,-2 4-5-15,2 2-2 16,0 1 7-16,9 2 1 16,1-1-8-16,4-6-6 15,7-3 0-15,0 2-7 16,0-11 0-16,3 1-7 16,9-8-28-16,6 0-31 15,3-3-18-15,2-6 30 16,7-19 11-16,1-15 13 0,3-6-8 15,2-12 33-15,0-4 3 16,-6-4 9-16,2-2 6 16,-5 2 13-16,-3 3 23 15,-9 7-9-15,-4 14 3 16,-4 8 20-16,-7 18 60 16,0 9-13-16,0 7-21 15,0 0-34-15,0 5-22 16,-10 17-17-16,-5 10-9 15,1 8-1-15,-4 8 0 16,6 2 1-16,4 1-1 16,1-4-1-16,7 0-4 15,0-1 5-15,0-6-13 0,9-6-23 16,9-1-25-16,0-8-43 16,3-7-35-16,2-7 8 15,-2-10-48-15,2-1 100 16,-5 0 72-16,-2-7 8 15,-4-4 22-15,-7 5-1 16,1-2-7-16,-6 8 26 16,4 0 11-16,-1 0-16 15,0 8-14-15,5 9 37 16,2 0 2-16,1 3-33 16,4-4-6-16,0-2 0 15,0-6-6-15,-4-2-6 16,1-6-8-16,-3 0 9 15,3-8 20-15,-2-9-10 16,-2-12-20-16,0-5-3 0,-4-3-26 16,-4-5 1-16,0 3 19 15,0 9-2-15,-6 1 11 16,-8 13 20-16,1 11 68 16,-2 5 12-16,0 0-53 15,1 5-25-15,-4 15-4 16,3 9 12-16,3 3-4 15,9 1-2-15,3 0-5 16,0-3-16-16,3-1-3 16,20-12-42-16,10-7-69 15,29-10-58-15,-8-2-155 16,0-15-551-16</inkml:trace>
  <inkml:trace contextRef="#ctx0" brushRef="#br0" timeOffset="90549.03">6887 14382 1461 0,'0'0'511'15,"0"0"-373"-15,0 0-2 16,0 0 13-16,0 0 17 16,0 0-3-16,0 0-14 15,-75-35-17-15,64 35-35 16,-4 0-46-16,-3 0-15 16,-2 8-9-16,-7 10-11 15,0 8 1-15,1 7 10 16,2 7 4-16,2-4-11 15,6 2-12-15,6-1-7 16,7-6-1-16,3-6-12 16,0-10 2-16,3-5-26 0,9-6-42 15,9-4 6-15,0 0 21 16,5-18 31-16,-1-5 13 16,-5-7-11-16,1 7 9 15,-3-4 9-15,-10 10 8 16,-5 7 35-16,0 6-1 15,-3 4 1-15,0 0 10 16,0 0-2-16,0 4-26 16,0 15-16-16,0 4 5 15,0 6-14-15,0 2 0 16,4 1-100-16,4 4-179 16,2-10-254-16,-2-6-431 0</inkml:trace>
  <inkml:trace contextRef="#ctx0" brushRef="#br0" timeOffset="91165.38">7856 14466 1452 0,'0'0'635'0,"0"0"-418"16,0 0-39-16,0 0-10 15,0 0-51-15,0 0-40 16,0 0-29-16,9 31 45 15,-3-2 8-15,-4 5-36 16,4 2-40-16,-6 2-16 16,0 0-7-16,0-6-2 0,0-2-12 15,0-6-68-15,4-3-105 16,2-7-66-16,5-6-98 16,1-7-303-16,0-1-647 0</inkml:trace>
  <inkml:trace contextRef="#ctx0" brushRef="#br0" timeOffset="91582.26">8179 14526 1532 0,'0'0'651'16,"0"0"-480"-16,0 0-28 15,0 0-7-15,0 0-25 16,0 0-14-16,0 0-14 15,10 107-45-15,-4-80-22 0,-4 3-10 16,1-8-5-16,3-4-1 16,-2-8-11-16,1-2-67 15,1-8-22-15,3 0-55 16,2 0 23-16,7-18 50 16,3-8-27-16,4-4 43 15,-7-3 48-15,2 6 18 16,-6 4 37-16,1 6 46 15,-8 9 29-15,-1 8 19 16,-4 0-6-16,-2 0 7 16,6 14-37-16,1 8 38 15,-2 9-37-15,4-4-57 16,0 3-25-16,0-2-14 0,0-6 0 16,-1-4-66-16,2-5-56 15,-2-10-118-15,10-3-104 16,3-12-36-16,-3-10-267 0</inkml:trace>
  <inkml:trace contextRef="#ctx0" brushRef="#br0" timeOffset="91817.64">8758 14022 1896 0,'0'0'378'16,"0"0"-220"-16,0 0 0 0,0 0-15 15,0 0 15 1,15 119-40-16,-5-59-22 0,1 5-29 16,-1 6-22-16,1-5-33 15,-2-1-11-15,-3-7 0 16,-6-5 0-16,3-8-1 16,-3-5-11-16,2-10-58 15,-2-6-71-15,0-8-123 16,0-6-224-16,0-6-296 0</inkml:trace>
  <inkml:trace contextRef="#ctx0" brushRef="#br0" timeOffset="91975.21">8717 14583 1694 0,'0'0'694'16,"0"0"-501"-16,0 0-103 0,0 0-43 15,0 0 28-15,0 0 13 16,0 0-49-16,122-21-39 15,-83 17-8-15,11 4-139 16,-8 0-196-16,-10 0-372 0</inkml:trace>
  <inkml:trace contextRef="#ctx0" brushRef="#br0" timeOffset="92366.17">9243 14583 1534 0,'0'0'664'16,"0"0"-525"-16,0 0-102 15,0 0 3-15,0 0 31 16,0 0 27-16,0 0-37 16,83-31-23-16,-68 20-21 15,-3 4-2-15,-3-1-1 16,-6 2 5-16,-3 2 36 15,0 4 68-15,0-4 7 16,0 4-34-16,-12 0-8 16,-3 0-17-16,-3 0-22 15,-2 0-22-15,-1 16-14 16,-4 8 1-16,9-2 4 16,-2 6-3-16,5 3-9 0,8-8-6 15,5 0-7-15,0-2-17 16,3-5-51-16,17-2-43 15,4-8-102-15,24-6-87 16,-9-2-52-16,2-14-302 0</inkml:trace>
  <inkml:trace contextRef="#ctx0" brushRef="#br0" timeOffset="92651.4">9629 14518 570 0,'0'0'1464'0,"0"0"-1106"15,0 0-94-15,0 0-68 16,0 0-41-16,0 0-74 16,0 0-42-16,-29 109-11 0,32-68 4 15,11-1-4-15,4 4 1 16,0-3-2-16,-3-4-6 16,-3-2 3-16,-4-3 8 15,-5-7 1-15,-3 2-3 16,0-10 2-16,0 2-7 15,-8-7-4-15,-10-1-13 16,-3-4-8-16,-2-6 0 16,-2-1-45-16,7-4-33 15,0-19-60-15,2-12-136 16,9-28-109-16,4 9-253 16,3 7-629-16</inkml:trace>
  <inkml:trace contextRef="#ctx0" brushRef="#br0" timeOffset="92982.52">9899 14627 1517 0,'0'0'505'0,"0"0"-360"16,0 0 63-16,7 107 15 15,-4-80-90-15,0-5-54 16,-1-4-22-16,1-7-13 15,0-5-27-15,0 0-16 16,-3-6 7-16,0 0 10 16,0-9 66-16,0-16-31 0,0-11-33 15,7-10-14 1,-2-4-6-16,5-2 0 0,3 4-6 16,0 8-22-16,2 8-15 15,3 8-17-15,-7 9-14 16,7 9-29-16,0 6-70 15,15 6-87-15,-7 13-255 16,4 4-165-16</inkml:trace>
  <inkml:trace contextRef="#ctx0" brushRef="#br0" timeOffset="93533.13">10431 14560 613 0,'0'0'1405'0,"0"0"-1078"16,0 0-40-16,-118-8 2 16,87 8-112-16,2 0-54 15,6 14-44-15,5 0-21 16,8 3-35-16,5 6-23 16,5-2-8-16,0 2-4 15,11-3-1-15,11-2-8 16,1-6-34-16,6-4-16 15,-1-3 2-15,1-5 15 16,-4 0 19-16,-5-6 33 16,-6-1 2-16,-7 5 28 15,-2-2 8-15,-2 4-6 0,3 0-8 16,3 0-13-16,9 0 8 16,6 0 5-16,9 0-7 15,8-8-9-15,7-6-4 16,2-4 4-16,1-6-5 15,-1-4-1-15,-2-4-10 16,-10-6-38-16,-7-2-2 16,-8-2 23-16,-12-3 26 15,-7 3 1-15,-4 2 9 16,0 0 4-16,-9 9 40 16,-6 12 20-16,6 11 14 15,-3 8 0-15,1 0-50 16,1 19-31-16,-5 20 0 0,7 10 6 15,-5 13 11-15,8 2-5 16,-1-2-8-16,6-5-8 16,0-7-2-16,9-7 0 15,14-9-30-15,10-12-70 16,29-14-81-16,-5-8-183 16,-4 0-316-16</inkml:trace>
  <inkml:trace contextRef="#ctx0" brushRef="#br0" timeOffset="93914.03">11361 14418 1452 0,'0'0'933'0,"0"0"-564"16,0 0-120-16,0 0-93 16,0 0-96-16,0 0-60 15,0 0-17-15,11 18-59 16,-6-1-162-16,-5 23-278 16,0-5-146-16,0-1-482 0</inkml:trace>
  <inkml:trace contextRef="#ctx0" brushRef="#br0" timeOffset="94054.66">11338 14730 1403 0,'0'0'815'16,"0"0"-469"-16,0 0-85 15,0 0-18-15,0 0-90 16,0 0-66-16,0 0-48 0,-12 3-39 16,12-3-51-16,0 0-141 15,0-3-319-15,0-5-420 0</inkml:trace>
  <inkml:trace contextRef="#ctx0" brushRef="#br0" timeOffset="-154898.33">12688 13739 1031 0,'0'0'301'16,"0"0"-108"-16,0 0-50 0,0 0 12 15,0 0 18 1,0 0-2-16,-5-107-36 0,-3 94-12 16,1 5 22-16,1 5 7 15,-2 3-5-15,-2 0-35 16,2 0-44-16,-10 6-35 16,3 12-27-16,-3 9-6 15,-3 8-2-15,3 7 2 16,3 8 1-16,0 3 6 15,4 4-1-15,-1 5-5 16,6 7 1-16,1 5-1 16,1 8 5-16,4 10 3 15,0 1-1-15,0 1-8 16,0-3-1-16,0 0 1 16,6-5 0-16,-6-5 1 0,0-5 0 15,0-5 0-15,0-8-1 16,0-1 10-16,-17-9 13 15,-4-3-5-15,-7-6 7 16,-1-4 5-16,-4-4-6 16,-3-1-9-16,1-10-1 15,-4-4-5-15,3-2-2 16,2-7-5-16,-5-7-1 16,-1-5-1-16,2 0-14 15,3 0-21-15,5-15-71 16,4 7-23-16,8 8-40 15,3 0-205-15,9 18-215 0,2 4-295 0</inkml:trace>
  <inkml:trace contextRef="#ctx0" brushRef="#br0" timeOffset="-154080.5">11860 15877 814 0,'0'0'301'0,"0"0"-153"16,0 0 29-16,0 0 4 16,0 0-35-16,0 0-24 15,0 0 8-15,39-56-2 16,-30 56-34-16,0 0-8 16,-1 4-3-16,7 14 42 15,-2 12 25-15,-2 2-53 0,1 0-36 16,-9 7-29-16,-1-2-13 15,-2 2-6-15,0-4-13 16,-13 2-9-16,-8-5-17 16,-4-2-33-16,5-8 3 15,-4-7-41-15,6-12-25 16,-2-3 12-16,7-3 7 16,5-20 61-16,5-9 28 15,3 1 14-15,0 4 12 16,6 4 6-16,2 10-5 15,4 5 8-15,-2 8-2 16,1 0 5-16,4 0-11 0,0 8-4 16,3 5 3-16,0 6-12 15,0-1-15-15,-1 0-116 16,5 0-151-16,-6-1-214 16,2-8-314-16</inkml:trace>
  <inkml:trace contextRef="#ctx0" brushRef="#br0" timeOffset="-153413.29">12279 16174 735 0,'0'0'406'16,"0"0"-209"-16,0 0-71 16,0 0 36-16,0 0-15 15,0 0-14-15,0 0-24 16,108-1-41-16,-95-12-31 0,0 3-9 15,-5-6-6-15,-1-4-4 16,-4-2 1-16,-3 0 11 16,0 0-13-16,0 4 12 15,0 0 25-15,-13 10 6 16,0 0 52-16,-9 8 9 16,-2 0-38-16,1 0-47 15,-4 8-24-15,3 4 7 16,6 2-13-16,4 4-5 15,4 0-1-15,8 3-6 16,2-2-7-16,0 4-6 16,15-10-4-16,5 1-2 15,9-6-29-15,4-4 16 0,0-4 8 16,1 0 15 0,-3 0 0-16,-7-4 2 0,0-8 7 15,-8 6 5-15,-5 2 1 16,-2-2 0-16,-6 6 1 15,3 0 25-15,3 0 13 16,-1 6 10-16,1 2-13 16,6-2-12-16,3 2-11 15,3-4 5-15,-1 1 2 16,5-5 2-16,4 0 2 16,-2 0-8-16,-6-9-1 15,3-3-4-15,-9-3-4 0,-4 2-1 16,1-5 9-16,-6-4-1 15,-6 0 9-15,0 3 21 16,0-2 1-16,-9 3-6 16,-9 4-2-16,-2-3 2 15,-10 3-17-15,-4 9-22 16,-4 0 0-16,-1 5-8 16,5 0-10-16,3 14-30 15,5 13-32-15,2 5-70 16,12 2-96-16,12 12-114 15,0-11-206-15,0-8-333 0</inkml:trace>
  <inkml:trace contextRef="#ctx0" brushRef="#br0" timeOffset="-152230.45">12559 12896 1400 0,'0'0'288'16,"0"0"-214"-16,0 0 8 15,0 0 65-15,0 0 1 16,0 0-33-16,70-59-32 16,-57 59 1-16,-5 9-8 15,-1 13 56-15,-2 7-30 16,-5 10-31-16,0 3-8 16,0 4-20-16,-18 0-29 15,-8 0-7-15,-1 0-7 16,-2-4-18-16,-4-3-25 15,0-4 6-15,4-6-21 16,5-9-45-16,6-13-18 0,6-7 84 16,9-6 22-16,3-21-1 15,0-9 4-15,0 1 12 16,3 3 17-16,5 11 20 16,-1 6 34-16,-2 7 7 15,-2 7-20-15,0 1-19 16,4 0-30-16,1 7 13 15,7 11 2-15,-2 4-2 16,-2 3-22-16,1 3-45 16,-1-1-108-16,2 4-84 15,4 1-116-15,-1-6-240 16,-1-8-514-16</inkml:trace>
  <inkml:trace contextRef="#ctx0" brushRef="#br0" timeOffset="-151890.36">12862 13305 1205 0,'0'0'322'16,"0"0"-130"-16,0 0 41 15,0 0-30-15,0 0-72 16,0 0-44-16,0 0-11 16,77 16-12-16,-60-15-27 15,1 2-18-15,0-3 1 16,-3 0 1-16,-3 0-5 15,-4-10-7-15,-1-7 1 16,-1-1-1-16,-6-1 3 16,0-3 3-16,-10-3-2 0,-10 4-1 15,-4 0 0-15,-6 3-6 16,1 4 3-16,-1 7 2 16,1 1-1-16,5 6-9 15,-1 0 0-15,7 13-1 16,5 15-13-16,0 7-14 15,8 6-112-15,5 6-52 16,0 17-65-16,5-14-74 16,10-8-196-16</inkml:trace>
  <inkml:trace contextRef="#ctx0" brushRef="#br0" timeOffset="-151496.41">13099 13437 639 0,'0'0'515'15,"0"0"-377"-15,0 0 24 16,0 0 1-16,0 0-38 16,0 0 8-16,0 0-1 15,110 0-9-15,-83-8-43 16,-4-5-9-16,5 0-21 15,-8-3-11-15,-2 0-12 16,-7-4-11-16,2 2-6 0,-11-4 2 16,-2 2 9-16,0 1 28 15,0 0 10-15,-15 2-5 16,-6 6-14-16,1 2 8 16,-6 7-6-16,-2 2-24 15,5 0-18-15,-1 8 0 16,1 9-29-16,5 1-48 15,8 0-41-15,5 1-24 16,5 2-29-16,2-2-76 16,29 8-55-16,-5-5-192 15,2-4-402-15</inkml:trace>
  <inkml:trace contextRef="#ctx0" brushRef="#br0" timeOffset="-151185.25">13452 13401 939 0,'0'0'272'0,"0"0"-122"16,0 0 48-16,0 0-48 16,0 0-23-16,0 0-41 15,125-20-14-15,-101 11 16 16,-4-2-16-16,5-1-22 16,-7-3-22-16,-1-3-6 15,-2 0 7-15,-3-3-6 16,-4 1-7-16,-1-1 13 15,-7 1 31-15,0 2 13 16,0-2 4-16,-12 0 1 16,-6 2-26-16,-3 5-4 15,-2 6 14-15,-5 7-2 0,2 0-57 16,0 10-3-16,-7 18-13 16,5 10-37-16,5 9-78 15,-3 22-138-15,11-10-312 16,2-8-656-16</inkml:trace>
  <inkml:trace contextRef="#ctx0" brushRef="#br0" timeOffset="-149763.04">13845 14161 1117 0,'0'0'152'0,"0"0"-110"15,0 0 54-15,0-114 42 16,0 88-2-16,0 7-42 15,0 6-1-15,0 7-17 16,0 6 29-16,0 0-2 0,0 10-23 16,0 18-11-1,0 2 17-15,0 10-16 0,0 4-30 16,0 4 0-16,0-2-12 16,2 4-10-16,-2-8-12 15,0-2-5-15,3-2-1 16,-3-1 0-16,4-11-24 15,-4 1-92-15,0-4-41 16,3-9-133-16,-3-4-251 0</inkml:trace>
  <inkml:trace contextRef="#ctx0" brushRef="#br0" timeOffset="-149510.72">13586 14574 1818 0,'0'0'500'16,"0"0"-459"-16,0 0-34 16,0 0-1-16,0 0 83 15,0 0-7-15,169-27 3 16,-103 19-14-16,6-3-41 15,1 5-19-15,-1 2-11 16,-4 4-83-16,10 0-108 16,-25 2-103-16,-11 12-313 0</inkml:trace>
  <inkml:trace contextRef="#ctx0" brushRef="#br0" timeOffset="-148924.28">13639 14975 1435 0,'0'0'387'16,"0"0"-289"-1,0 0-49-15,0 0 65 0,0 0-7 16,0 0-15-16,0 0-8 16,-8 74-1-16,16-62 23 15,10-8-33-15,0-4-21 16,0 0-13-16,3 0-11 15,-3 0-7-15,0-13-8 16,-3-8-7-16,-4-2-6 16,-7-6-1-16,-4 1-14 15,0 4 8-15,-4 6 6 16,-13 2 0-16,-8 10-11 16,2 6-18-16,-3 0-35 0,-2 18-29 15,10 6-111 1,-2 26-90-16,9-4-197 0,1-6-273 0</inkml:trace>
  <inkml:trace contextRef="#ctx0" brushRef="#br0" timeOffset="-148544.3">13649 15230 1487 0,'0'0'332'0,"0"0"-206"15,0 0 26-15,0 0-56 16,0 0-62-16,0 0-27 16,0 0-6-16,0 28 1 15,3-14 7-15,2 1 7 0,2 4 19 16,1-1-8-16,1-1-15 16,3-2-11-16,0-3 5 15,4-1-6-15,-5-7 0 16,7-3-6-16,-3-1-6 15,0 0 4-15,-1-20 8 16,-2-7 0-16,-6-6 10 16,-4-3-8-16,-2 2 4 15,0 4 6-15,-11 8-2 16,-7 3 3-16,-2 11 7 16,-4 8-1-16,4 0-19 15,2 13-30-15,0 12-97 16,5 16-100-16,8-5-124 0,2-4-353 15</inkml:trace>
  <inkml:trace contextRef="#ctx0" brushRef="#br0" timeOffset="-148150.35">13978 15333 1164 0,'0'0'220'0,"0"0"-158"16,0 0 110-16,0 0-20 0,0 0-28 16,0 0-26-16,113 37-6 15,-86-33-27-15,0-4-13 16,-6 0-21-16,-1 0 3 15,-2-14 0-15,-3-5-15 16,-3-2-7-16,-6-8-6 16,-3 6-5-16,-3-2 10 15,0 8 2-15,-12 0-1 16,-12 7 12-16,-3 2-24 16,1 7-3-16,-1 1-17 15,3 0-3-15,0 6-20 16,9 10-74-16,4 4-33 15,8 2-13-15,3 8-35 0,11-8-124 16,7-2-331-16</inkml:trace>
  <inkml:trace contextRef="#ctx0" brushRef="#br0" timeOffset="-147528.02">14294 15383 502 0,'0'0'554'0,"0"0"-428"16,0 0 4-16,0 0 39 15,0 0-49-15,0 0-35 16,0 0-27-16,83-4 1 16,-66-1-14-16,-1-5-1 15,4 2-10-15,-2-7 1 16,0 3 0-16,-4-5-3 0,-2 3-19 16,-6 2 9-1,1 2 34-15,-7-4 44 0,0 4 5 16,-7 1-27-16,-11 2-22 15,0 5 15-15,-5 2 2 16,2 0-37-16,0 0-24 16,1 9-11-16,4 6-1 15,5-1-12-15,5 1-2 16,3 4-6-16,3-1-9 16,0-1-55-16,15 2-23 15,6-5-16-15,8-2-14 16,4-2-10-16,0-6-62 0,3-2 0 15,-1-2 87 1,-6 0 54-16,-5 0 56 0,-2-6 12 16,-6-3 45-16,2 5 45 15,0 0 22-15,-3-1-8 16,-2-1-31-16,5 2-9 16,0 0 6-16,-5 0-20 15,5-6 9-15,-3 1 13 16,3 1-28-16,-8-1-6 15,-2-1 5-15,0 2 22 16,-8-3 6-16,0 4 37 16,0-5 29-16,0 2-25 15,-13 0-33-15,-8 1-16 16,-4 0-19-16,-1 7-15 16,-4 2-10-16,1 0-19 0,1 11-20 15,-1 8-23-15,6 5-69 16,2 6-73-16,12 4-48 15,3-1-153-15,6-14-442 0</inkml:trace>
  <inkml:trace contextRef="#ctx0" brushRef="#br0" timeOffset="-133740.86">15582 14644 1288 0,'0'0'279'0,"0"0"-195"15,0 0-68-15,0 0 65 16,0 0 37-16,0 0-17 15,0 0 2-15,101 14-31 16,-73-14-15-16,-2-2-2 16,-3-8-15-16,-5 0-11 15,-3-2-6-15,-5 2-7 16,-10-2-1-16,0 1-3 16,0-1 43-16,0-1 14 15,-3 0-9-15,-15 3-30 0,0 3 22 16,-9 5-18-1,3 2-3-15,-2 0-10 0,-1 2-7 16,0 14-14-16,7 2 0 16,2 3 1-16,5 6-1 15,8 5 0-15,5 1 0 16,0 5 6-16,0-1 3 16,15-1 13-16,6-1-11 15,-1-12 7-15,4-3 9 16,2-5-21-16,2-11-5 15,5-4-1-15,-2 0-8 16,2-12-56-16,-2-6-55 16,3-5-100-16,-6 6-277 15,-10 3-476-15</inkml:trace>
  <inkml:trace contextRef="#ctx0" brushRef="#br0" timeOffset="-132840.28">16222 13593 637 0,'0'0'538'15,"0"0"-406"-15,0 0 0 16,0 0 31-16,0 0-26 15,0 0-54-15,0 0-14 16,-21 18 16-16,14 0 26 16,2 6-18-16,-1 3 2 15,-3 2-21-15,0 6-6 16,7 1-7-16,-5 4 17 0,7 4-3 16,-3-4-4-16,0 4-8 15,3-3-8-15,0-2-20 16,0-2-14-16,0-1-5 15,8-2-10-15,8-3 4 16,-1 2-10-16,0-5-1 16,6-2-55-16,-3 0-7 15,2-8-58-15,6-4-100 16,2-2-106-16,-7-8-324 0</inkml:trace>
  <inkml:trace contextRef="#ctx0" brushRef="#br0" timeOffset="-132406.42">16661 13983 1517 0,'0'0'328'0,"0"0"-251"16,0 0-53-16,0 0 49 15,0 0-20-15,0 0-31 16,0 0-22-16,104-19-5 15,-81 19-135-15,-2 0-134 16,-6 0-292-16</inkml:trace>
  <inkml:trace contextRef="#ctx0" brushRef="#br0" timeOffset="-132056.36">17196 13547 707 0,'0'0'1001'0,"0"0"-769"15,0 0-87 1,0 0 0-16,0 0-71 0,0 0-43 15,0 0-24-15,0 0-6 16,6 14 46-16,-1 8 20 16,2 4-27-16,-1 9-16 15,-4 3-14-15,-2 2-1 16,0 4-9-16,0-2-44 16,0 0-50-16,0 6-79 15,-5-10-171-15,2-8-345 0</inkml:trace>
  <inkml:trace contextRef="#ctx0" brushRef="#br0" timeOffset="-131820.99">16949 14191 1401 0,'0'0'272'0,"0"0"-174"16,0 0 66-16,0 0-26 16,155-58-37-16,-114 44-11 15,0 4-23-15,5 2-30 16,-12 4-37-16,-3 2-6 16,-8 2-120-16,1 0-128 15,-9 2-113-15,-8 3-661 0</inkml:trace>
  <inkml:trace contextRef="#ctx0" brushRef="#br0" timeOffset="-131305.36">17003 14449 1088 0,'0'0'349'0,"0"0"-166"16,0 0-53-16,0 0 86 15,0 0-29-15,0 0-28 16,0 0-28-16,83 127-24 15,-75-93-40-15,-1-3-18 16,-7 2-17-16,0 1-8 16,-7-8-10-16,-11 1-4 15,-2-8-10-15,-1-5-25 16,3-7-19-16,7-7 3 16,1-3-48-16,5-21 10 15,5-11 20-15,3-8-2 16,14-3 3-16,4-2-8 15,0 6 26-15,-3 6 30 0,-9 9 2 16,-3 6-20-16,-6 7 6 16,0 1 22-16,-13 4 0 15,-10 5 2-15,-3 4-2 16,-4 0 1-16,3 0-1 16,0 17-16-16,9 2-47 15,12 11-117-15,4-4-154 16,2-2-775-16</inkml:trace>
  <inkml:trace contextRef="#ctx0" brushRef="#br0" timeOffset="-130942.33">17220 14727 1395 0,'0'0'320'16,"0"0"-238"-16,0 0-56 15,0 0 36-15,0 0 24 16,0 0-20-16,0 0 3 16,68 16-12-16,-54-16-17 15,4-13-7-15,-5-3-10 16,-2-4-6-16,-7-2-6 0,-4 2-2 15,0 1 3-15,0 0-3 16,-7 7-2-16,-7 1-6 16,-4 9 16-16,-3 2 9 15,-1 0-8-15,6 2-18 16,3 9-36-16,4 5-53 16,3 2-68-16,6 8-77 15,0-4-67-15,13-6-243 0</inkml:trace>
  <inkml:trace contextRef="#ctx0" brushRef="#br0" timeOffset="-130605.23">17443 14761 922 0,'0'0'241'0,"0"0"-126"0,0 0 4 15,0 0 0-15,0 0-42 16,0 0 4-16,124-13-33 15,-101 4-23-15,-1 0 1 16,-5-3-1-16,-5 2-9 16,-2-8-4-16,-5 2 0 15,-2 0 7-15,-3-2 48 16,0 2-30-16,-3 2 14 16,-14 1 47-16,-4 7-12 15,-3 1-27-15,-6 5-24 16,4 0-18-16,-2 0-1 15,8 11-15-15,-1 8-1 16,9 1-1-16,3 2-32 0,9 4-30 16,0-2-76-16,24 1-63 15,6-6-67-15,-4-5-121 0</inkml:trace>
  <inkml:trace contextRef="#ctx0" brushRef="#br0" timeOffset="-130253.18">17801 14698 1104 0,'0'0'356'0,"0"0"-242"15,0 0-31-15,0 0 25 16,0 0-3-16,0 0-27 0,0 0-9 15,33 2 30-15,-20-2-22 16,-5 0-25-16,4-10-7 16,-3-3-15-16,-3-4-11 15,-3 1 12-15,-3-1 1 16,0 0 3-16,0 0 13 16,-3 4 8-16,-9 3 2 15,-6-2-34-15,3 7-9 16,-3 5 6-16,0 0-21 15,4 0 0-15,-1 17-20 0,6 4-35 16,0 2-68 0,9 9-68-16,0-1-109 0,0-8-266 0</inkml:trace>
  <inkml:trace contextRef="#ctx0" brushRef="#br0" timeOffset="-127242.22">18242 13586 1322 0,'0'0'344'15,"0"0"-153"-15,0 0-129 16,0 0 36-16,0 0 5 15,0 0-21-15,-61 116-24 16,59-86-3-16,-1 0 29 16,0 2-5-16,0 2-12 0,3 2-5 15,-2-4 1 1,2 0-23-16,0-2-9 0,0-2-8 16,5-3-3-16,10-3 3 15,6-4-7-15,-3-7-4 16,8-7 5-16,2 1-2 15,-2-5-14-15,-3 0 11 16,-2-2-12-16,-9-6-30 16,-6-6-65-16,-6-5-92 15,-3 6-182-15,-15 0-668 0</inkml:trace>
  <inkml:trace contextRef="#ctx0" brushRef="#br0" timeOffset="-127068.68">18040 13941 1523 0,'0'0'374'0,"0"0"-286"15,0 0-15-15,0 0 9 16,0 0-39-16,0 0-30 16,151-64-13-16,-89 34-85 15,-8 9-221-15,-13 1-508 0</inkml:trace>
  <inkml:trace contextRef="#ctx0" brushRef="#br0" timeOffset="-126787.45">18741 13479 1490 0,'0'0'318'0,"0"0"-173"16,0 0 64-16,0 0 18 15,0 0-39-15,109 139-15 16,-84-84-9-16,-5 11-41 16,-9 3-39-16,-1 3-33 15,-7 0-26-15,-3 0-8 16,0-5-10-16,-3 1 5 16,-9-11-12-16,-4 2 5 15,0-9-5-15,1-7-60 16,0-6-87-16,-1-6-122 15,5-14-226-15,2-12-481 0</inkml:trace>
  <inkml:trace contextRef="#ctx0" brushRef="#br0" timeOffset="-125403.14">19810 14281 1230 0,'0'0'321'16,"0"0"-209"-16,0 0-84 16,0 0 40-16,0 0 24 15,0 0-18-15,0 0-16 16,-45-6-34-16,37 6-4 16,-5 4-19-16,2 6 0 0,-4 6 6 15,3-2-7-15,-2 4 16 16,-1-6 22-16,2 4 9 15,-2 1 5-15,4 0 0 16,1 3-11-16,2 1-10 16,1-3-4-16,2 0-1 15,5-1 1-15,0-8-5 16,0 1 1-16,0-6 17 16,0-2-11-16,0-2-17 15,9 0 6-15,9-2-12 16,3-17 16-16,5-6-5 15,5-11 1-15,0-10-17 16,2-5 14-16,-2-1-5 0,-5 0-9 16,-6-2 12-1,-2 1-11-15,-5 3-1 0,-8 2 10 16,-2 2-11-16,-3 3 7 16,0 12 16-16,0 10-1 15,0 6-10-15,0 7 0 16,0 8-12-16,0 0-7 15,0 8-11-15,-3 18 18 16,3 8 24-16,0 9 0 16,-5 4 6-16,1 1-5 15,4 2-4-15,-3 5-4 16,3-7-10-16,0 2-5 16,0-4-1-16,0-2 0 0,0-1-1 15,0-8 0 1,7-1-18-16,1-8-59 0,7-5-47 15,14-15-78-15,-1-6-72 16,1 0-358-16</inkml:trace>
  <inkml:trace contextRef="#ctx0" brushRef="#br0" timeOffset="-125124.89">20353 14012 1676 0,'0'0'344'15,"0"0"-255"-15,0 0 2 0,0 0 33 16,7 102-5-16,-1-63 6 16,-1 1-22-16,1 2-11 15,3 2-34-15,0-8-32 16,0 1-16-16,0-6-4 15,0-5-6-15,-1-3 0 16,-1-9-37-16,-4-2-81 16,3-12-119-16,-6 0-150 15,0 0-418-15</inkml:trace>
  <inkml:trace contextRef="#ctx0" brushRef="#br0" timeOffset="-124959.33">20279 14283 1726 0,'0'0'394'16,"0"0"-309"-16,0 0-60 16,0 0 29-16,0 0-9 15,0 0-16-15,146-18-22 16,-110 18-7-16,11 0-173 16,-9 0-219-16,-7 0-623 0</inkml:trace>
  <inkml:trace contextRef="#ctx0" brushRef="#br0" timeOffset="-124654.14">21042 14321 1759 0,'0'0'378'0,"0"0"-285"16,0 0 39-16,0 0-27 16,0 0-50-16,138-6-34 15,-109 6-19-15,-3 0-2 16,-11 0-93-16,-15 0-98 15,0 4-349-15,-5 9-438 0</inkml:trace>
  <inkml:trace contextRef="#ctx0" brushRef="#br0" timeOffset="-124500.55">21016 14497 1272 0,'0'0'319'0,"0"0"-137"16,0 0 85-16,0 0-68 15,0 0-59-15,139 0-30 16,-111 0-56-16,-5 0-54 16,-2 0-55-16,-3 0-147 15,-13 5-370-15</inkml:trace>
  <inkml:trace contextRef="#ctx0" brushRef="#br0" timeOffset="-122185.73">22612 13891 1277 0,'0'0'274'16,"0"0"-191"-16,0 0-54 15,0 0 53-15,0 0 14 16,0-113-11-16,0 97 9 15,0 0 4-15,0 4-24 16,0 0-28-16,3 4 17 16,-3 2 1-16,0 1 0 0,0 5-5 15,0 0 1 1,0 0-8-16,0 0 0 0,0 0-5 16,0 2-3-16,0 15-19 15,0 10-1-15,0 10 9 16,0 10-12-16,-3 3-20 15,3 3 5-15,-4 4 0 16,4 1-6-16,-3-4 2 16,0 0-1-16,1-4 1 15,-1-6-2-15,0-6-32 16,3-6-55-16,-4-9-75 16,1-5-65-16,-5-3-70 15,2-3-198-15,-6-4-408 0</inkml:trace>
  <inkml:trace contextRef="#ctx0" brushRef="#br0" timeOffset="-121948.38">22145 14437 950 0,'0'0'1099'0,"0"0"-908"15,0 0-165-15,0 0 8 16,116-34 71-16,-48 21 10 16,12 0-4-16,10 0-32 15,8-2-23-15,0 3-18 0,-3 2-38 16,-13 4-34 0,-7 1-100-16,5 5-62 0,-24 0-140 15,-7 0-473-15</inkml:trace>
  <inkml:trace contextRef="#ctx0" brushRef="#br0" timeOffset="-121168.45">22258 14821 1267 0,'0'0'483'15,"0"0"-327"-15,0 0-59 16,0 0 70-16,0 0-44 0,0 0-55 16,0 0-31-16,-18 30 55 15,18-9-12-15,0 4-10 16,0 0-20-16,0-2-12 16,3-2-14-16,12 2-9 15,0-8 0-15,0-4-14 16,3-1-1-16,-4-10 1 15,1 0 0-15,0 0-1 16,-2-16-1-16,0-8-7 16,0-12 7-16,-8 0 1 15,-2-3 0-15,-3 3 13 16,0 9-2-16,-3-1-11 16,-15 11 0-16,0 5 0 15,-2 10-42-15,-4 2-55 0,1 6-65 16,-10 30-57-16,12-1-109 15,3-5-190-15</inkml:trace>
  <inkml:trace contextRef="#ctx0" brushRef="#br0" timeOffset="-120718.65">22204 15133 1175 0,'0'0'519'0,"0"0"-418"16,0 0 3-16,0 0 49 16,0 0-21-16,0 0-35 15,0 0-16-15,0 89-18 16,0-65-13-16,0 0-7 15,3-3-3-15,6-2-19 16,0-3-6-16,3-5-7 16,1-2-7-16,0-5-1 15,0-4 1-15,5 0 10 16,-3 0-1-16,3-16 6 16,-4-10-2-16,3-2-5 15,-7-9-2-15,-2 2-6 0,-5 3 0 16,-3 3 8-1,0 5-2-15,-8-2-7 0,-13 8-10 16,3 8-14-16,-5 6-18 16,2 4-41-16,0 0-63 15,-1 24-102-15,9 0-130 16,3 0-24-16</inkml:trace>
  <inkml:trace contextRef="#ctx0" brushRef="#br0" timeOffset="-120266.86">22751 15182 1227 0,'0'0'351'16,"0"0"-262"-16,0 0-34 16,0 0 36-16,0 0-2 15,0 0-8-15,0 0-14 16,77 36 23-16,-56-36-33 0,2 0-2 15,-5-10-21-15,-5-2 3 16,-2-2-21-16,-4-5-4 16,-7 2 21-16,0-6 28 15,0 5 16-15,-15 0 5 16,-9 4-36-16,-3 6 24 16,-5 4-21-16,-4 4-7 15,-3 0-30-15,6 4-12 16,3 14-24-16,9 1-36 15,13 2-101-15,8 5-75 16,8 11-117-16,17-10-150 16,4 0-419-16</inkml:trace>
  <inkml:trace contextRef="#ctx0" brushRef="#br0" timeOffset="-119884.89">23039 15209 1243 0,'0'0'498'16,"0"0"-399"-16,0 0 36 15,0 0-18-15,0 0-55 16,0 0-19-16,0 0 22 16,33 0-21-16,-22 0 2 15,4 0-19-15,1 0-12 0,-1-1-2 16,-4-3-1-1,4-9-5-15,-5 4 4 0,-2-10 0 16,-3 2-5-16,-2-2 12 16,-3 3 40-16,0 1 2 15,0 2 5-15,-14 1 2 16,-4 6-1-16,-2 6 0 16,-11 0-35-16,8 0-19 15,0 8-12-15,-2 8-6 16,7 4-33-16,4 3-52 15,11 0-49-15,3 4-47 16,0 0-46-16,17-2-122 16,1-5-217-16</inkml:trace>
  <inkml:trace contextRef="#ctx0" brushRef="#br0" timeOffset="-119546.78">23280 15222 1081 0,'0'0'501'0,"0"0"-396"16,0 0-3-16,0 0 52 16,0 0-20-16,0 0-45 15,0 0 10-15,83 0-19 16,-65 0-15-16,0-4 3 16,0-2-26-16,-3-1-4 15,-4 1-3-15,-1-6-4 16,-2-2-4-16,2-4 10 15,-8-1 0-15,-2-2 32 0,0 2 4 16,0-4 5-16,-12 4-30 16,-6-2-21-16,-5 3-17 15,2 7-4-15,-7 6 3 16,2 5-9-16,0 5-18 16,-4 16-33-16,3 8-62 15,3 6-34-15,3 3-73 16,13 7-54-16,-2-9-225 15,10-8-342-15</inkml:trace>
  <inkml:trace contextRef="#ctx0" brushRef="#br0" timeOffset="-112732.99">24355 13523 1060 0,'0'0'209'15,"0"0"-178"-15,0 0-30 16,0 0 59-16,0 0 72 0,-118 12-49 15,100-10-5-15,0-2 24 16,0 0-7-16,0 0 9 16,0 0-6-16,-2-2 3 15,-4-2-29-15,3 0-4 16,1 2-22-16,2 0-18 16,5 2 5-16,1 0-16 15,7 0-5-15,2 0 6 16,0 0-12-16,3 0-1 15,0 0-5-15,0 0-1 16,0 0 0-16,0 0 0 16,0 0-9-16,0 0-2 0,0 14 12 15,0 2 10-15,0 4-8 16,0 3 9-16,0 0 7 16,6 2 3-16,-4 0 6 15,5 3-2-15,-7 2-12 16,6 1 13-16,-4 1-11 15,-2 4 8-15,3-2 10 16,0 4-6-16,-3-2-8 16,3 2-2-16,-3 1 5 15,4-2-13-15,-1 2 9 16,-1 1 0-16,-2-1 3 16,3 4 4-16,-3 0-5 15,3-4-4-15,-3 2 9 0,3 0-16 16,-3 0 8-1,0-6-16-15,0 2 5 0,4-1-5 16,1 0 5-16,-2-3 2 16,3 5-2-16,-2 1 3 15,1-5-2-15,1 4 1 16,-4 1 1-16,1-3-2 16,4 0 1-16,-7-4-7 15,3-2 14-15,-3 2 0 16,0-5 2-16,0 5-9 15,0-3 6-15,0 3-1 16,0-1-7-16,0-2-4 16,0 0-2-16,0-1 0 0,0-6 0 15,0 0 6 1,3-2-5-16,-1 0-1 0,5-2 1 16,-4 2-1-16,0 0 0 15,0-3 0-15,-3 2 2 16,2 0-1-16,-2-7 0 15,3 5-1-15,-3-1 1 16,0 0-1-16,3-6 0 16,-3 2 0-16,0-6 0 15,4 3 0-15,-4-6 1 16,0-3-1-16,3 0 1 16,-3 3-1-16,0-3-1 15,0 0 0-15,0 0-10 16,2 0 1-16,1 0-1 0,3 0 10 15,1 0 0-15,4 0 1 16,4 0 0-16,3 0 0 16,2 0 2-16,4 0-2 15,9 0 6-15,0-6 1 16,6 2 7-16,2-5-8 16,-5 3 1-16,0-4 1 15,-10 3-1-15,-6 6-5 16,-7-3 5-16,-5 4-1 15,-5 0-4-15,1 0 4 16,-4 0 0-16,0 0-6 16,0 0-18-16,0 0-60 15,0-3-121-15,3-1-175 0,-1-2-474 16</inkml:trace>
  <inkml:trace contextRef="#ctx0" brushRef="#br0" timeOffset="-110823.1">24800 14141 1640 0,'0'0'282'0,"0"0"-194"15,0 0 46-15,0 0-31 16,0 0-36-16,0 0-23 15,0 0-4-15,16-6 33 16,1 6 13-16,4 0-37 16,0 0-16-16,2 0-17 15,2 0-10-15,-4 0-5 16,-1 0-1-16,4 0-62 16,-4 0-77-16,14 0-129 15,-11 0-219-15,-5 0-741 0</inkml:trace>
  <inkml:trace contextRef="#ctx0" brushRef="#br0" timeOffset="-110214.72">25505 13924 641 0,'0'0'835'16,"0"0"-637"-16,0 0-107 15,0 0 40-15,0 0-29 16,0 0-44-16,0 0-23 16,9 0 12-16,-6 10 34 15,2 2-7-15,5 4-25 16,-2-7-3-16,2 0-15 15,1-3 2-15,1-2-14 0,4-4 8 16,-3 0-5-16,3 0-5 16,-1-4-1-16,-3-11 3 15,-1-4-5-15,-4 0 4 16,-1-6-9-16,-6 3 10 16,0 0 26-16,0-3-10 15,-10 4-11-15,-8 0-7 16,0 8-11-16,-3 3-6 15,-2 8-1-15,-6 2-29 16,1 2-64-16,5 15-13 16,0 8-9-16,2 3-20 15,9 5-32-15,3-2-80 0,9 11-119 16,0-9-198-16,3-8-61 16</inkml:trace>
  <inkml:trace contextRef="#ctx0" brushRef="#br0" timeOffset="-110158.88">25505 13924 740 0</inkml:trace>
  <inkml:trace contextRef="#ctx0" brushRef="#br0" timeOffset="-109831.75">25505 13924 740 0,'15'142'488'0,"-15"-142"-330"0,0 0 12 0,0 0-18 15,0 3-46-15,0-3-15 16,0 0-3-16,0 0-9 16,0 2-29-16,0 1-7 15,0 3 13-15,2 3-1 16,-2-1 4-16,7 4 0 0,-1 1-19 15,2 2-15-15,-1-1-4 16,4 0-7-16,-1-2-3 16,1-4-5-16,1-2-5 15,1-4 5-15,0-2-5 16,0 0 0-16,2-2 0 16,-4-12-1-16,7-10-10 15,-9-5-9-15,0 0 10 16,-6 0 3-16,-3 6 6 15,0 2 6-15,-18 7 5 16,-3 4-10-16,-8 6 1 16,1 4-2-16,-1 0-30 15,6 8-54-15,5 12-44 16,11 15-141-16,7-8-98 16,0 0-382-16</inkml:trace>
  <inkml:trace contextRef="#ctx0" brushRef="#br0" timeOffset="-108764.6">25990 14044 1181 0,'0'0'383'15,"0"0"-270"-15,0 0 5 16,0 0-17-16,0 0-54 16,0 0-3-16,0 0 23 15,0 0-5-15,-10 49-16 16,10-33-5-16,0-4 8 16,3-2-33-16,4 0-2 15,1-8 3-15,2 0-6 16,-2-2 8-16,1 0-7 15,0 0 3-15,-1 0 4 16,4-12-7-16,-2-2 0 0,-2-8-2 16,1-1-4-16,-5 6-5 15,-4-3 8-15,0 4 2 16,0-3-10-16,0 3 7 16,-15 7-8-16,2 3-13 15,-5 3-10-15,0 3-23 16,0 0-11-16,1 10-44 15,3 10-36-15,4 4-9 16,5 11-62-16,5-9-168 16,0-2-157-16</inkml:trace>
  <inkml:trace contextRef="#ctx0" brushRef="#br0" timeOffset="-108363.68">26283 14102 191 0,'0'0'1073'0,"0"0"-842"16,0 0-125-16,0 0 15 16,0 0-35-16,0 0-23 15,0 0-4-15,21 0 8 16,-9 0 3-16,-1 0-35 15,4 3-8-15,1-3 16 16,2 0-14-16,2 0-4 16,1-10-8-16,-3-2-10 15,-3-5 3-15,-4 3 1 0,-7-1-10 16,-1-1 11 0,-3-3 2-16,0 6 0 0,-13-2 11 15,-7 7 9-15,-6 4-7 16,-5 4-2-16,1 0-19 15,1 6-6-15,3 12-14 16,4 4-39-16,8 3-58 16,4 3-75-16,10 0-33 15,0-3-88-15,3-8-91 0</inkml:trace>
  <inkml:trace contextRef="#ctx0" brushRef="#br0" timeOffset="-108006.63">26571 14091 897 0,'0'0'249'15,"0"0"-103"-15,0 0 65 16,0 0-27-16,0 0-58 16,0 0-29-16,0 0-2 15,95 31-22-15,-71-25-20 16,-4-3-1-16,5-1 4 15,-7-2-8-15,3 0-12 16,-3 0-15-16,0-11-6 16,-5-2 4-16,0-5-7 0,-5-2 0 15,2 1 4-15,-8 0 11 16,-2-2 19-16,0 3 20 16,0 2-21-16,-12 2-18 15,-4 2-9-15,-12 6-18 16,5 6-6-16,-8 0-46 15,2 2-26-15,-1 16-31 16,1 9-31-16,-4 17-62 16,7-7-114-16,8 3-482 0</inkml:trace>
  <inkml:trace contextRef="#ctx0" brushRef="#br0" timeOffset="-105946.14">27630 14044 1549 0,'0'0'328'0,"0"0"-249"16,0 0-35-16,0 0 39 15,0 0 29-15,0 0-20 16,0 0-24-16,100-29-1 16,-71 21 9-16,4-1-8 15,-2 1-9-15,-5 1-32 16,-3 1-19-16,-8-3-7 16,0 3 0-16,-6 1 7 15,-5-4 1-15,-1 2-3 16,-3 2 14-16,0-1-5 0,0 0 3 15,0-2-1-15,-13 2 2 16,-7 0 0-16,2 2-19 16,-9 4-9-16,3 0 8 15,0 0 0-15,1 4-1 16,2 10 0-16,6 1 2 16,0 4-1-16,4 3-5 15,4 6-3-15,1 4 9 16,6 0 4-16,0 3 8 15,3-3 3-15,12-4 3 16,0-4-6-16,3-4 1 16,0-6-2-16,3-2-10 15,-3-4-1-15,0-6-23 0,2-2-47 16,1 0-27-16,5 0-74 16,10-8-56-16,-6-9-139 15,-6 6-524-15</inkml:trace>
  <inkml:trace contextRef="#ctx0" brushRef="#br0" timeOffset="-104748.33">27962 13514 1322 0,'0'0'392'16,"0"0"-256"-16,0 0-61 0,0 0 4 15,0 0-22-15,0 0 6 16,0 0 12-16,71-29-19 15,-39 25-30-15,1 2-9 16,0 0-17-16,0 2-35 16,11 0-145-16,-11 0-187 15,-4 0-1187-15</inkml:trace>
  <inkml:trace contextRef="#ctx0" brushRef="#br0" timeOffset="-104129.98">28975 12986 1340 0,'0'0'197'0,"0"0"-185"15,0 0 93-15,0 0-2 16,0-110 0-16,5 90-7 16,-1 7-23-16,-1 7-14 0,-3 6 24 15,0 0-12-15,0 0-11 16,0 4-32-16,0 14-11 16,-10 9-16-16,-1 3-1 15,-1 1 1-15,0 4 0 16,0 1-1-16,-3-2-19 15,-3 3-59-15,3-2-83 16,-3 9-51-16,5-9-63 16,3-10-231-16</inkml:trace>
  <inkml:trace contextRef="#ctx0" brushRef="#br0" timeOffset="-103477.73">28579 13503 1015 0,'0'0'555'15,"0"0"-400"-15,0 0-41 16,0 0-1-16,0 0-43 16,0 0 43-16,0 0-1 15,92-37-1-15,-46 32-15 16,10-1-23-16,6 2 6 15,10 0-34-15,-4 2-17 16,0 0 2-16,-3 2-21 16,-8 0-9-16,-9 0-54 15,-14 0-62-15,-11 2-82 0,-15 6-160 16,-8 0-298-16</inkml:trace>
  <inkml:trace contextRef="#ctx0" brushRef="#br0" timeOffset="-102878.33">28689 13908 1151 0,'0'0'349'0,"0"0"-241"16,0 0 73-16,0 0 9 16,0 0-23-16,0 0-44 15,0 0-27-15,69 89-19 16,-66-65-4-16,-3-2-32 0,0-3-8 16,-6-1-2-16,-11 3-19 15,-4-7-12-15,-4-2-25 16,2-4-23-16,-1-6-29 15,6-2 34-15,0 0-13 16,10-13 19-16,8-6 26 16,0-8-5-16,8-4-8 15,19-8 7-15,3 2 5 16,0 0 6-16,-6 7 6 16,-6 6 1-16,-13 4 1 15,-2 6 13-15,-3 4 19 16,0 4 6-16,-8 0-11 15,-5 6-1-15,5 0-20 0,-5 0-8 16,8 0-48-16,5 17-76 16,0 2-185-16,0-1-260 0</inkml:trace>
  <inkml:trace contextRef="#ctx0" brushRef="#br0" timeOffset="-102502.33">28957 14069 1023 0,'0'0'671'16,"0"0"-569"-1,0 0-84-15,0 0-18 0,0 0 29 16,0 0-8-16,0 0 28 15,48 9-12-15,-30-9-3 16,2 0-9-16,-2 0-2 16,-4-4-3-16,-1-5-5 15,-4-4 10-15,-3 4-10 16,-3-10 8-16,-3 6 36 16,0-1 24-16,-3 0-4 15,-12 3-5-15,-3 5-34 16,-3 4-2-16,-5 2-38 0,5 0-10 15,-4 8-42-15,12 9-19 16,0 2-18-16,10 20-78 16,1-9-164-16,2-2-213 15</inkml:trace>
  <inkml:trace contextRef="#ctx0" brushRef="#br0" timeOffset="-101873.02">29219 14101 1007 0,'0'0'199'15,"0"0"-76"-15,0 0 43 16,0 0-35-16,0 0-25 16,0 0-15-16,0 0-28 0,82-46-18 15,-69 38 15-15,-5 0-15 16,-1-3 23-16,-4 4 13 15,-1-7-7-15,-2 4-25 16,0-3 31-16,0 1 0 16,-5 2-3-16,-10 2-28 15,-3 4-4-15,0 2-5 16,0 2-18-16,0 0-22 16,0 4-13-16,7 10-11 15,1 0-49-15,10 4-69 16,0 0-13-16,0 0-40 15,3-1-22-15,12-3-57 16,-2-2 27-16,5-5 18 0,-7 0-86 16,4-3 52-1,-3-4 263-15,-1 0 120 0,-1 0 86 16,1 0-22-16,-1 0-18 16,-2 0-37-16,7 0 27 15,-3 0-31-15,-3 0-16 16,3-2 2-16,-1 2-55 15,1-2 16-15,4 0 27 16,-1 0-35-16,-1-5-39 16,1 4 3-16,0-5 9 15,-7 1-11-15,2 0-5 16,-2-4-14-16,-5 1 4 0,1 0 5 16,-4-2-4-1,0 2 10-15,0-2 55 0,-10 0 24 16,-8 5-25-16,-5 0-43 15,0 7-33-15,-8 0-22 16,5 0-80-16,-4 19-38 16,4 10-77-16,5-2-276 15,6-5-1113-15</inkml:trace>
  <inkml:trace contextRef="#ctx0" brushRef="#br0" timeOffset="-97393.98">29961 13100 801 0,'0'0'639'15,"0"0"-508"-15,0 0 20 0,0 0 59 16,0 0-17-16,0 0-48 15,3-42-13-15,-3 42-20 16,0 0-33-16,0 0-10 16,0 0-23-16,0 0-10 15,0 0-23-15,0 10-5 16,0 11-7-16,-8 4 10 16,-2 7 3-16,-2 2 1 15,3 2 0-15,1-1 6 16,1-2-4-16,5-2-4 15,-1-1-2-15,3-4-3 16,0-2 7-16,0-4-3 16,0-6 0-16,12-2-10 15,-4-4-2-15,5-2-1 16,-2-2-6-16,4 1 6 0,-3-5-5 16,2 0-14-16,-1 0-47 15,2 0-16-15,0 0-23 16,-4 0-47-16,-1-5-9 15,-8-5-73-15,-2 0-80 16,0 0-362-16</inkml:trace>
  <inkml:trace contextRef="#ctx0" brushRef="#br0" timeOffset="-97217.45">29720 13305 1245 0,'0'0'318'0,"0"0"-215"16,0 0-27-16,0 0 78 16,116-12-20-16,-78 12-54 15,1 0-39-15,-3 0-41 16,9 5-35-16,-10 6-197 16,-2-5-400-16</inkml:trace>
  <inkml:trace contextRef="#ctx0" brushRef="#br0" timeOffset="-96026.64">30710 13106 1373 0,'0'0'333'0,"0"0"-232"16,0 0-38-16,0 0 105 15,0 0-23-15,0 0-66 16,133-44-12-16,-94 38-2 15,-1 0-13-15,-7 3-30 0,-5 3-14 16,-8 0-8 0,-8 0 1-16,-5 0-1 0,-2 3 2 15,-3 7 10-15,0 6 38 16,3 8 5-16,-3 6-1 16,2 8-18-16,1 6-8 15,1 9-13-15,-1 4 18 16,0 8-8-16,-1 6-7 15,-2 4 3-15,0 19 16 16,0-3-1-16,0 3-11 16,0 2-11-16,0-11-8 15,0 6-5-15,0-3-1 16,0-8 1-16,0-9 0 0,0-7 0 16,0-4-1-1,0-5 9-15,0-1 29 0,0-6-1 16,0 0-6-16,0-4-4 15,0 0-12-15,0-1-6 16,0-2 2-16,0-4-1 16,0-1 1-16,0-6 19 15,0-8 10-15,0-5-2 16,0-8 4-16,0-3 17 16,0-2-6-16,0-4-10 15,0 0-7-15,-2 0-4 16,2 0-13-16,-3 0-2 15,-4 4-4-15,2-4-7 0,-4 2-4 16,-3 2-1 0,-3 0 1-16,-3 1-1 0,0-1-1 15,-6-4-6-15,-4 0-6 16,-6 0-12-16,-1 0-3 16,-7 0-12-16,1 0-29 15,-2 0-27-15,-1 0-31 16,8 1-61-16,10 6-118 15,11 2-212-15,9-9-325 0</inkml:trace>
  <inkml:trace contextRef="#ctx0" brushRef="#br0" timeOffset="-95208.83">31648 12932 1134 0,'0'0'599'16,"0"0"-515"-16,0 0-56 15,0 0 54-15,0 0-26 16,0 0-10-16,0 0 38 16,102-42 6-16,-73 39-35 0,-8 3-3 15,-3 0 1-15,-9 0-20 16,-6 4-5-16,-3 11 10 16,0 5 62-16,-3 6 4 15,-15 0-25-15,0 4-21 16,0 1-5-16,1-4-25 15,7 1-13-15,2-4-9 16,2-2-6-16,6-4 0 16,0-4-11-16,0-2-41 15,3-3-40-15,8-4-47 16,7 0-45-16,18-5-55 16,-3 0-145-16,-7 0-280 0</inkml:trace>
  <inkml:trace contextRef="#ctx0" brushRef="#br0" timeOffset="-94881.7">31961 13203 563 0,'0'0'337'0,"0"0"-178"16,0 0-9-16,0 0 5 15,0 0-5-15,0 0-3 16,0 0-61-16,109 0-12 16,-91-3-21-16,2-3-30 15,-4-2-1-15,-1 0-4 16,-3-2-5-16,-6-2 2 15,-4 0 17-15,-2-2 16 16,0-2 52-16,0-1-16 16,0 3-19-16,-12-3-11 15,1 3-11-15,-7 3 25 16,0 4-15-16,-5 3-24 0,-2 2-29 16,4 2-5-16,1 0-5 15,8 8-17-15,0 8-38 16,4 4-24-16,4 4 15 15,4 7-53-15,0-4-92 16,0 2-9-16,12-4-28 16,9-8-61-16,-3-8-254 0</inkml:trace>
  <inkml:trace contextRef="#ctx0" brushRef="#br0" timeOffset="-94453.84">32308 13189 1046 0,'0'0'259'0,"0"0"-192"16,0 0 23-16,0 0 25 15,0 0-38-15,0 0 12 16,0 0 0-16,26 0-36 16,-16 0 14-16,1 0 9 15,4 0-28-15,-2 0-15 16,2 0-8-16,-4-6-6 15,4 0 2-15,-7 0-1 16,2-3-6-16,-2 3-1 16,-8 3 5-16,4-2 48 15,-4 1 10-15,0-1-2 0,0-1-9 16,0-3-14 0,-9 1-23-16,-4-2 3 0,-1 0-2 15,-4 3-13-15,-2-2-7 16,-8 3-8-16,5 4-1 15,-1 2 0-15,-3 0-1 16,9 2-14-16,0 13 7 16,10 2-20-16,2 5-66 15,6 3-16-15,0-1 5 16,3-3-52-16,18-1-22 16,14-5 6-16,1-5-80 15,-7-6-228-15</inkml:trace>
  <inkml:trace contextRef="#ctx0" brushRef="#br0" timeOffset="-94107.77">32611 13227 1088 0,'0'0'291'15,"0"0"-194"-15,0 0 54 16,0 0-50-16,0 0-28 16,0 0 12-16,0 0-14 15,75 34-16-15,-44-34-12 16,12 0 0-16,-4 0 10 16,2-3-9-16,0-8-5 0,-5-2-5 15,-10 0-18-15,-8-1 0 16,-12-3 6-16,-6 4 13 15,0-4 33-15,-14 1-18 16,-16 5-19-16,-9 2-31 16,-2 7-38-16,-7 2-79 15,-9 14-67-15,10 8-162 16,11 3-876-16</inkml:trace>
  <inkml:trace contextRef="#ctx0" brushRef="#br0" timeOffset="-92274.66">31393 12832 986 0,'0'0'384'15,"0"0"-175"-15,0 0-24 16,0 0-9-16,0 0-21 16,0 0-55-16,0 0-45 15,0-3-28-15,0 3-11 0,0 8-6 16,0 13 48-1,0 7 4-15,0 8 8 0,-10 8-18 16,5 4-22-16,2 6-6 16,-2 5 1-16,2 4 27 15,-4 5-4-15,4 2-6 16,3 3-11-16,-2-2 11 16,-1 0 13-16,3-3-19 15,0 1-15-15,0 0 1 16,0 6-8-16,0-1 2 15,0 8 5-15,0 4 9 16,0 3-8-16,0 1-2 16,-7-3-8-16,-1-5 7 0,-2-12 35 15,2-2-27 1,2-6-12-16,-3 1-3 0,6-6 0 16,0 3-3-16,3-2 5 15,0-1-4-15,0 0-2 16,0-2-7-16,0-7 14 15,0 2 6-15,-3-6 19 16,1-8-4-16,-3-1-10 16,3-7-10-16,2-10-7 15,-3-8-7-15,3-2-1 16,0-8-1-16,0 0 0 16,0 0 0-16,0 0-8 15,0 0-16-15,0 0 2 16,0-5-32-16,0-8-64 15,0-18-143-15,3 8-360 0,6 1-453 16</inkml:trace>
  <inkml:trace contextRef="#ctx0" brushRef="#br0" timeOffset="-91691.22">31800 14696 1637 0,'0'0'291'16,"0"0"-233"-16,0 0 8 0,0 0 46 16,0 0-1-16,0 0 22 15,118-28-5-15,-93 28-55 16,-7 6-20-16,-10 11 1 16,-8 6 16-16,0 3 20 15,-15 6 5-15,-11 7-41 16,-10-7 0-16,3 2 0 15,4-2-11-15,8-4-20 16,6-3-11-16,10-6-12 16,0-1-6-16,5-2-15 15,5-4 4-15,15-4-28 16,6-4-85-16,10-4-78 16,21 0-109-16,-6-10-214 0,-7-4-208 0</inkml:trace>
  <inkml:trace contextRef="#ctx0" brushRef="#br0" timeOffset="-91024">32136 14985 1030 0,'0'0'493'0,"0"0"-408"15,0 0-24-15,0 0 59 16,0 0 52-16,0 0-18 16,0 0-55-16,74 4-24 15,-53-4-17-15,0 0 0 16,-3 0-5-16,2 0-24 15,1-12-3-15,-6-3-9 0,-4 2-8 16,2-9 0-16,-11 4 4 16,-2-4 8-16,0 0-12 15,0-5 0-15,-8 5 13 16,-7 4 9-16,-6 4 48 16,0 9-12-16,4 3 4 15,-4 2-51-15,6 0-20 16,6 16-10-16,0 3-14 15,9 6-5-15,0 3 1 16,0-2-26-16,9-1-8 16,8-2 17-16,1-4-3 15,0-6 4-15,0-3 9 16,2-6 22-16,-2 0 12 0,-2-4 1 16,-1 0 0-16,0 0 20 15,-4 0-6-15,-2 0-13 16,0-4 14-16,0 4 19 15,2 0 3-15,2 0-9 16,2 0-5-16,-1 0 8 16,4 0 2-16,7 0-12 15,-2 0 8-15,6 0 7 16,-2 0-3-16,0 0-3 16,-4 0 3-16,-5 0-8 15,-3 0 5-15,-5 0-4 16,-2 0-2-16,-5-10 23 15,0 1 15-15,-3-3-14 16,0 3 0-16,0 5-11 16,0 2-37-16,0 2-15 0,0 0-6 15,0 0-10-15,0 0-1 16,-3 0 22-16,-3 0 4 16,-6 0 0-16,1 2-33 15,-2 11-36-15,-4 5-73 16,-4 14-50-16,-15 11-106 15,7-7-263-15,2-4-497 0</inkml:trace>
  <inkml:trace contextRef="#ctx0" brushRef="#br0" timeOffset="-90009.72">32496 14766 199 0,'0'0'612'0,"0"0"-461"16,0 0-68-16,0 0 5 15,0 0-3-15,0 0-28 16,0 0-18-16,-16 0-13 16,16 5-13-16,0-4 4 15,0 1 1-15,0 3-17 16,0-1 1-16,0-3-2 15,0 4 0-15,0-4-42 16,0 2-10-16,0 1-26 16,0 0-47-16,3 2-164 0</inkml:trace>
  <inkml:trace contextRef="#ctx0" brushRef="#br0" timeOffset="-89790.3">32496 14766 675 0</inkml:trace>
  <inkml:trace contextRef="#ctx0" brushRef="#br0" timeOffset="-89475.14">32496 14766 675 0,'62'72'314'0,"-62"-72"-116"0,-3 0 11 0,0-1 29 0,-1-2-41 15,1 3-30-15,0-1-13 16,3 1-42-16,0 0 1 16,-2 0 0-16,-4 0-36 15,3 0-34-15,-3 10-21 16,3 8-20-16,3 2-2 15,0 4 0-15,0 2 9 16,0 1 8-16,12-6-2 16,2-1 1-16,1-4-13 15,-2-6-2-15,-1-6 5 0,-4-4 1 16,5 0 13-16,-5 0-1 16,4-17-1-16,-1-4 3 15,-1-8-11-15,-2-6 2 16,-1-4-4-16,-7 3 2 15,0 5-4-15,-7 3 3 16,-8 12 2-16,-1 10 7 16,-7 6-18-16,-3 0-66 15,0 9-67-15,-10 32-47 16,6-5-118-16,7 0-336 0</inkml:trace>
  <inkml:trace contextRef="#ctx0" brushRef="#br0" timeOffset="-85039">11670 17437 1445 0,'0'0'544'15,"0"0"-378"-15,0 0-49 16,0 0-2-16,0 0-27 0,0 0-14 16,0 0 42-16,0 0-10 15,62-6-15-15,-32 6-37 16,3 0-20-16,6 0-10 16,-5-4-6-16,2 0-16 15,-3 0-2-15,-6 0-69 16,-5 2-88-16,-14 2-141 15,-3 0-85-15,-5 0-352 0</inkml:trace>
  <inkml:trace contextRef="#ctx0" brushRef="#br0" timeOffset="-84855.49">11691 17616 1594 0,'0'0'541'16,"0"0"-476"-16,0 0-59 15,0 0 29-15,0 0 46 16,0 0-12-16,131-23-34 16,-101 17-35-16,4 6-86 15,-3 0-138-15,-11 0-384 0</inkml:trace>
  <inkml:trace contextRef="#ctx0" brushRef="#br0" timeOffset="-81871.46">12948 17427 1348 0,'0'0'375'15,"0"0"-224"-15,0 0-29 0,0 0 40 16,0 0-43-16,0 0-34 16,17-12 3-16,-4 10 7 15,-2-6 6-15,7 1-37 16,0 1-10-16,5-7 0 16,5 7-27-16,1-2-6 15,4 4-6-15,0-2-2 16,-4 2-12-16,-2-4 5 15,-3 0 1-15,-6 2-5 16,-3 2-1-16,-7-4 0 16,-2 2 9-16,-6-1-2 15,0-2 7-15,0 3 0 16,0-2-3-16,-14-2-3 0,-1 1-2 16,-6 6 0-16,-2-2-7 15,0 5 0-15,0 0 5 16,2 0-5-16,-2 5 0 15,5 11 0-15,3 4-1 16,0 6 0-16,6 9 1 16,0 7 1-16,6 2-1 15,3 3 1-15,0 0 0 16,0-3 9-16,12-4-2 16,-1-4 1-16,7-2-8 15,-2-10 7-15,-4-2-8 16,6-10-6-16,-3-6 5 15,-1-2 0-15,6 0-25 16,3-4-31-16,3 0-56 0,12-8-105 16,-5-10-250-16,-4 5-417 15</inkml:trace>
  <inkml:trace contextRef="#ctx0" brushRef="#br0" timeOffset="-81007.77">13762 16677 339 0,'0'0'1253'16,"0"0"-924"-16,0 0-183 0,0 0 12 15,0 0-25-15,0 0-35 16,0 0-51-16,-3-12-32 16,20 10 40-16,10-2 8 15,-1 0-15-15,5 4-22 16,-5-4-11-16,2 4-9 15,-5 0-6-15,-2 0-43 16,-1 0-97-16,4 0-80 16,-6 0-169-16,-3 4-387 0</inkml:trace>
  <inkml:trace contextRef="#ctx0" brushRef="#br0" timeOffset="-80186.96">14454 16405 1030 0,'0'0'336'16,"0"0"-191"-16,0 0 3 15,0 0 39-15,0 0-14 16,0 0-32-16,0 0-30 16,65-40 10-16,-59 40-17 15,-3 0-9-15,0 14-4 16,-3 8 33-16,0 8-15 15,0 6-48-15,0 3-28 16,-12 3-21-16,-9-5-6 16,0 1-5-16,-2-2-1 15,-8-3-19-15,0-2-44 0,-5 0-34 16,3-5-21-16,4-13-31 16,7-8 15-16,11-5 41 15,5-8 44-15,6-14 17 16,0-6 32-16,17 1 9 15,1 0 19-15,7 10 0 16,-5 3 13-16,-2 7-1 16,0 7 11-16,-4 0-2 15,4 0-18-15,-3 11-13 16,3 7-9-16,0 1-9 16,0 3-61-16,-3-4-77 15,6 0-69-15,-1-4-157 16,-2-2-440-16</inkml:trace>
  <inkml:trace contextRef="#ctx0" brushRef="#br0" timeOffset="-79813.96">14757 16713 1217 0,'0'0'403'16,"0"0"-267"-16,0 0-64 16,0 0 62-16,0 0 20 15,0 0-74-15,0 0-28 16,131 36-20-16,-102-36-11 0,1-9-3 16,-6-8 2-16,-7-1-12 15,-1-1 2-15,-8-4 3 16,-8 2-2-16,0-2-2 15,0 2 5-15,-24-2 16 16,-2 4-8-16,-10 6-11 16,1 9-10-16,2 4 21 15,-1 0-4-15,11 0-18 16,5 17-1-16,7 2-27 16,4 7-39-16,7 2-47 15,10 16-125-15,11-8-96 16,2-2-426-16</inkml:trace>
  <inkml:trace contextRef="#ctx0" brushRef="#br0" timeOffset="-79469.88">15184 16692 1375 0,'0'0'346'0,"0"0"-225"16,0 0-53-16,0 0 65 15,0 0-17-15,0 0-16 16,0 0-14-16,77 0 0 16,-56 0-20-16,-3 0-29 15,0 0 1-15,0 0 11 16,0-5-17-16,-3-5-11 0,-3-8-5 16,-4 1-4-1,1-6 0-15,-5-3-2 0,-4 0 4 16,0 2 2-16,-7 2-5 15,-11 7-5-15,-8 4 1 16,-10 11-7-16,0 0 0 16,-2 4-31-16,-4 18-51 15,4 6-48-15,-6 21-41 16,11-5-121-16,9-5-283 0</inkml:trace>
  <inkml:trace contextRef="#ctx0" brushRef="#br0" timeOffset="-78886.44">14171 16964 1373 0,'0'0'523'16,"0"0"-365"-16,0 0-6 16,0 0 26-16,0 0-40 15,0 0-64-15,0 0-50 16,31-10 7-16,10 6 56 15,13 0-23-15,10 4-13 16,11-6 17-16,14 2-24 0,7-3-19 16,4-4-10-16,3 7-14 15,5-4 5-15,-7 2-6 16,-9 2 0-16,-3 0 0 16,-11-1-8-16,-14 5 7 15,-10-6-41-15,-15 4-22 16,-12-3-9-16,-13 1-36 15,-11 4-10-15,-3 0 21 16,-3 0-15-16,-18 0-177 16,-2 0-352-16</inkml:trace>
  <inkml:trace contextRef="#ctx0" brushRef="#br0" timeOffset="-78199.28">14428 17231 901 0,'0'0'335'0,"0"0"-164"15,0 0 12-15,0 0 2 16,0 0 20-16,0 0-17 16,0 0-50-16,-16-13-39 15,14 13 6-15,-5 0-9 0,1 0-22 16,1 0-35-16,-5 5-21 15,2 7 1-15,1 2-1 16,1-1-3-16,1 2-8 16,5 3-5-16,0 2 5 15,0-2-5-15,0-3-2 16,0-2-1-16,18-5 1 16,0-4 0-16,0-4 0 15,2-4-2-15,1-14 1 16,0-4-1-16,-6-3-14 15,-4-2-9-15,-8-5-2 16,-3 5 24-16,0 0 3 16,-9 4 0-16,-9 6 0 0,-2 4-15 15,2 12-28-15,-6 1-25 16,4 0-91-16,2 18-33 16,0 14-113-16,6-7-100 15,3 0-530-15</inkml:trace>
  <inkml:trace contextRef="#ctx0" brushRef="#br0" timeOffset="-77803.33">14341 17445 819 0,'0'0'360'0,"0"0"-195"16,0 0-99-16,0 0 109 15,0 0 6-15,0 0-30 0,0 0-15 16,-6 63-27-16,6-49-25 16,0 0-11-16,0 4-13 15,0 0-11-15,0-3-4 16,9 4-8-16,3-5-25 16,6-5-3-16,0-4 7 15,0-5 0-15,2 0-15 16,1 0-1-16,0-22-13 15,-9-3-24-15,-1-8-12 16,-5-4 12-16,-6 6 9 16,0-6 11-16,-6 7 5 15,-15 3-23-15,-2 4-17 0,0 15-9 16,-5 8 33-16,2 0-28 16,8 22-68-16,8 18-136 15,5-4-254-15,5-2-563 0</inkml:trace>
  <inkml:trace contextRef="#ctx0" brushRef="#br0" timeOffset="-77395.42">14716 17473 1375 0,'0'0'563'0,"0"0"-425"16,0 0-109-16,0 0 27 15,0 0 14-15,0 0-24 16,0 0-26-16,62 66 7 15,-42-66 4-15,4 0-1 16,-4-13 4-16,-2-5-16 16,0-9-5-16,-8 1-3 15,-7 2-9-15,-3-6 8 0,0 4 2 16,0 2-4 0,-16 6 6-16,-4 10 1 0,-4 4 4 15,-6 4-18-15,1 4-18 16,2 14-36-16,6 8-23 15,6 3-63-15,12 10-65 16,3-9-132-16,0-2-154 0</inkml:trace>
  <inkml:trace contextRef="#ctx0" brushRef="#br0" timeOffset="-76989.51">15024 17543 1001 0,'0'0'413'0,"0"0"-250"16,0 0-102-16,0 0 58 15,0 0-13-15,0 0-7 16,0 0-18-16,51 23-18 15,-40-23-17-15,4 0-15 16,1 0-11-16,-3-4 2 16,0-15-1-16,-1 6-5 15,-4-9-10-15,-1 0 3 16,-7-5 27-16,0 1 100 0,-12 2-5 16,-11-2-52-16,-11 12-44 15,1 1-15-15,0 13 1 16,4 0-12-16,9 5-9 15,5 17 0-15,6 0-24 16,9 4-45-16,0 2-44 16,0-6-93-16,29 5-83 15,-5-5-184-15,3-9-243 0</inkml:trace>
  <inkml:trace contextRef="#ctx0" brushRef="#br0" timeOffset="-76652.41">15276 17517 561 0,'0'0'988'15,"0"0"-773"-15,0 0-146 16,0 0 83-16,0 0-17 16,0 0-36-16,0 0-21 15,54 5-8-15,-39-5-17 16,3 0-19-16,-4-5-11 15,4-8 5-15,-3-5 2 16,-2-5-7-16,-5 2 13 16,-1-2 27-16,-7 5 22 15,0 0 1-15,0 4-36 0,-15 1 3 16,-3 5-11 0,0 3-4-16,-3 5 3 0,-2 0-41 15,-5 13 0-15,5 14-50 16,-1 5-37-16,-3 2-28 15,-2 21-82-15,4-11-141 16,8-8-490-16</inkml:trace>
  <inkml:trace contextRef="#ctx0" brushRef="#br0" timeOffset="-75797.69">16320 17321 1084 0,'0'0'603'16,"0"0"-329"-1,0 0-106-15,0 0-70 0,0 0-8 16,0 0 30-16,53-28 8 16,-26 16-15-16,6 6-26 15,-4-2-22-15,1 0-20 16,-4 3-20-16,-5 0-17 16,-3 5-8-16,-6 0 0 15,-1 0-52-15,-4 0-70 16,1 0-122-16,-5 0-60 15,4 0-399-15</inkml:trace>
  <inkml:trace contextRef="#ctx0" brushRef="#br0" timeOffset="-74617.84">17461 17088 1249 0,'0'0'481'0,"0"0"-373"16,0 0-72-16,0 0 98 16,0 0 36-16,0 0-19 0,0 0-19 15,144-4-15-15,-108-1-44 16,0-4-7-16,-3-3-21 15,-7 2-23-15,-5 0-12 16,-6-2-2-16,0 3-1 16,-9-4-1-16,-1 3 5 15,-5-4 1-15,0 7 1 16,0-8 10-16,-2 7 3 16,-14 0 18-16,-1 6-10 15,-10 2-10-15,-3 0-15 16,-2 0-9-16,-3 6-2 15,-1 12-4-15,5 4 5 0,5 0-5 16,8 8 4-16,10 6 2 16,5 5-1-16,3 5 1 15,0-2 2-15,11 7 5 16,10-1 10-16,2 0-1 16,8-1-5-16,-5-9-9 15,-1-8 7-15,-5-10-8 16,1-8-1-16,-6-5-25 15,3-9-8-15,0 0-21 16,5 0 6-16,6-9-42 16,22-32-86-16,-4 0-107 15,-8-3-281-15</inkml:trace>
  <inkml:trace contextRef="#ctx0" brushRef="#br0" timeOffset="-74091.25">18022 16393 1081 0,'0'0'937'15,"0"0"-709"-15,0 0-182 16,0 0-24-16,0 0 60 16,0 0-16-16,0 0-45 15,136-55-21-15,-97 51-43 16,14 4-90-16,-9 0-190 16,-8 0-354-16</inkml:trace>
  <inkml:trace contextRef="#ctx0" brushRef="#br0" timeOffset="-73567.66">18850 16062 841 0,'0'0'885'16,"0"0"-689"-16,0 0-131 0,0 0 73 15,0 0-32 1,0 0-38-16,0 0-15 0,48-26 66 15,-48 46 10-15,0 8-17 16,0 4-54-16,0 4-22 16,-15 4-17-16,-6-2-11 15,-2 3-4-15,-10-1-4 16,0-4-43-16,-2 0-39 16,-1-4 7-16,6-10-50 15,7-10-16-15,7-6-11 16,14-6 80-16,2-10 72 15,0-17 20-15,20 6 27 16,4-5 17-16,3 7 5 16,-6 5 17-16,5 9-7 15,-8 5-36-15,0 0-28 0,0 0-4 16,3 14-11-16,-3 4-107 16,5 5-65-16,-2-2-186 15,-6-7-480-15</inkml:trace>
  <inkml:trace contextRef="#ctx0" brushRef="#br0" timeOffset="-73234.54">19121 16437 796 0,'0'0'627'0,"0"0"-428"0,0 0-88 16,0 0-23-16,0 0-37 15,0 0 15-15,127-107 39 16,-109 94-12-16,-8-2-62 16,-5 1 6-16,-5 2 3 15,0 3 22-15,-5 0 12 16,-13 1 3-16,-10 6-21 16,-1 2-27-16,2 0-1 15,-2 4 3-15,1 15-19 16,5 3-11-16,5 2 0 15,3 2-1-15,6-1-12 16,7 4-90-16,2-3-81 16,0-4-36-16,18-8-43 15,2 0-225-15,4-10-626 0</inkml:trace>
  <inkml:trace contextRef="#ctx0" brushRef="#br0" timeOffset="-72861.54">19507 16365 833 0,'0'0'599'16,"0"0"-390"-16,0 0-145 16,0 0-17-16,0 0 48 15,0 0 31-15,0 0-1 16,29 9-41-16,-16-9-28 15,2 0 12-15,-4 0-12 0,4 0-6 16,0-6-29-16,-3-6-3 16,-1-1-9-16,-1-1-2 15,-7-3 2-15,0 3-3 16,-3-4 2-16,0 9 1 16,-3-4 5-16,-12 3 10 15,-9 2 10-15,-3 4-5 16,-2 4 0-16,-2 0-18 15,0 8-11-15,3 10-2 16,8 0 1-16,4 4-14 16,14 0-77-16,2-3-55 15,15 12-69-15,8-4-86 0,5-5-283 16</inkml:trace>
  <inkml:trace contextRef="#ctx0" brushRef="#br0" timeOffset="-72546.38">19744 16423 1122 0,'0'0'371'15,"0"0"-148"-15,0 0-23 16,0 0-47-16,0 0-44 16,0 0 3-16,128-5-8 15,-92 2-33-15,0 3-19 16,0-4-6-16,2-2-13 0,-2-2-12 15,-10-2 1-15,-5-3 5 16,-6-5-3-16,-9 0-2 16,-6 1 17-16,0-10 64 15,-8 4-17-15,-17 0-39 16,-1 5-29-16,-8 2-12 16,3 10-6-16,-5 6-17 15,3 0-79-15,-3 22-81 16,-8 24-82-16,8-5-59 15,3-2-304-15</inkml:trace>
  <inkml:trace contextRef="#ctx0" brushRef="#br0" timeOffset="-72000.84">18431 16686 1219 0,'0'0'376'15,"0"0"-213"-15,0 0 5 16,0 0 30-16,117-17-50 15,-65 17-36-15,8 0 17 16,11 0-29-16,4 4-15 16,14 0-28-16,6 0-19 15,27-4 3-15,17 0-1 16,-8-8 23-16,-11-6 16 0,-25-3-25 16,-28 4-11-1,8 3-7-15,-4-3-24 0,-11 8-12 16,-22 2-8-16,-9-2-41 15,-14 5-60-15,-8 0-14 16,-7 0-11-16,-22 13-94 16,-10 8-285-16,-3 0-440 0</inkml:trace>
  <inkml:trace contextRef="#ctx0" brushRef="#br0" timeOffset="-71277.77">18850 16958 1043 0,'0'0'539'0,"0"0"-336"0,0 0-102 16,0 0 20-16,0 0 1 15,0 0-57-15,0 0 4 16,-8 10 7-16,10 2 16 16,8 2-36-16,1 0-13 15,1-5-15-15,-1 0-2 16,5-1-4-16,-1-4-6 15,0-4-4-15,0 0 2 16,3 0-2-16,-4-12 0 16,-2-6-12-16,1-4-5 15,-8-4-10-15,-2 2 6 16,-3-2 9-16,0 3 0 16,-18 6 6-16,-3 3-6 15,-2 10-18-15,-2 4-8 16,-1 0-61-16,2 4-9 0,4 14-17 15,5 14-120-15,6-7-120 16,5-2-220-16</inkml:trace>
  <inkml:trace contextRef="#ctx0" brushRef="#br0" timeOffset="-71178.04">18850 16958 895 0</inkml:trace>
  <inkml:trace contextRef="#ctx0" brushRef="#br0" timeOffset="-70909.76">18850 16958 895 0,'56'122'600'0,"-56"-122"-388"0,0 4-85 0,0-4 21 16,0 4-23-16,0 5-48 15,0 0 14-15,4 3 13 0,-1 3-18 16,3 3-22-16,-4-4-15 16,8 4-18-16,-2-6-19 15,2-2 6-15,-2-3-8 16,7-1-2-16,1-1-2 15,-3-5-6-15,5 0-1 16,0-6-1-16,-5-14-11 16,2-4-36-16,-10-2 7 15,-2-6 24-15,-3 5 8 16,0 6 10-16,-18 2 0 16,-5 9-9-16,-8 10-5 15,5 0 13-15,0 2-30 0,4 20-48 16,8 0-69-16,11 9-120 15,3-8-84 1,0 0-289-16</inkml:trace>
  <inkml:trace contextRef="#ctx0" brushRef="#br0" timeOffset="-70500.34">19269 17106 1305 0,'0'0'400'0,"0"0"-248"16,0 0-41-16,0 0-14 15,0 0 3-15,0 0-28 16,0 0-23-16,0 0-18 15,71 0-12-15,-47 0-7 16,-6 0 1-16,0-14-4 16,0 1-9-16,-6-10-8 15,-4 5 0-15,-8 3 8 16,0 0 17-16,0 1 14 16,-18 6 34-16,-5 2-7 15,-6 6 5-15,-1 0-38 16,-3 0-25-16,4 18-10 15,4 4-19-15,8 2-72 0,8 2-14 16,9 10-89 0,0-9-167-16,15-9-325 0</inkml:trace>
  <inkml:trace contextRef="#ctx0" brushRef="#br0" timeOffset="-70157.26">19549 17111 980 0,'0'0'407'16,"0"0"-201"-16,0 0-24 0,0 0 16 16,0 0-16-1,0 0-68-15,0 0-30 0,59 0-11 16,-39-9-33-16,-2-5-18 15,0 0-11-15,-3-4-9 16,-2 0-1-16,-10 0 11 16,-1 2-10-16,-2-2 11 15,0 5 7-15,-18 4-9 16,-2 3 21-16,-8 6-8 16,5 0-10-16,-3 0-14 15,5 18-1-15,0 4-51 16,6 3-92-16,3-4-47 15,9 5-99-15,3-4-100 16,0-3-428-16</inkml:trace>
  <inkml:trace contextRef="#ctx0" brushRef="#br0" timeOffset="-69817.19">19726 17124 886 0,'0'0'609'0,"0"0"-428"16,0 0-86-16,0 0 58 16,0 0 14-16,0 0-49 15,0 0-14-15,72 0-18 16,-49-4-3-16,5-1 24 16,1-8-31-16,-4-5-32 0,-5 4-14 15,-6-4-10-15,-4 4-10 16,-5-1 18-16,-5 4 68 15,0-3-20-15,-8 6-28 16,-13-2-25-16,-3 10 9 16,-3 0 1-16,1 0-9 15,-4 6-17-15,4 12-7 16,-5 4-34-16,5 4-35 16,-1 6-60-16,9 8-81 15,7-3-269-15,8-11-499 0</inkml:trace>
  <inkml:trace contextRef="#ctx0" brushRef="#br0" timeOffset="-68941.51">20965 17231 1528 0,'0'0'615'16,"0"0"-474"-16,0 0-47 15,0 0 47-15,0 0 65 16,0 0-27-16,113-34-53 16,-74 34-35-16,-1 0-36 15,-5 0-29-15,-6 0-16 16,-3 0-10-16,-6 0-40 0,-7 0-71 16,-4 0-115-16,-7 8-231 15,0-1-122-15,-22 4-374 0</inkml:trace>
  <inkml:trace contextRef="#ctx0" brushRef="#br0" timeOffset="-68750.02">20957 17379 1515 0,'0'0'292'16,"0"0"-165"-16,0 0 137 15,0 0-40-15,116-18-19 16,-78 13-49-16,-2 0-69 0,0 2-57 15,-10-2-30-15,-2 5-31 16,-7 0-111-16,-1 0-134 16,-7 0-206-16,-3 8-395 0</inkml:trace>
  <inkml:trace contextRef="#ctx0" brushRef="#br0" timeOffset="-46241.17">22103 17012 1239 0,'0'0'386'0,"0"0"-230"0,0 0 8 16,0 0 68-16,0 0-27 15,0 0-13-15,-5-26-22 16,1 26-6-16,4 0-52 16,-3 0-75-16,0 0-16 15,3 18-9-15,-5 12 3 16,2 10 44-16,0 6-1 16,3 2-10-16,0 2-21 15,0-1-7-15,3-5-10 16,15 0-3-16,5-12-5 15,6-6-2-15,4-12-1 16,6-10-12-16,0-4 7 16,6-12 6-16,-1-24 12 0,-8-8-12 15,-7-6-15-15,-11-4 8 16,-11-8 7-16,-7 4 5 16,-18-5-4-16,-25 9-2 15,-4 10-14-15,-7 14 15 16,1 20 8-16,0 10-8 15,5 17-1-15,7 28-21 16,8 9-59-16,18 8-57 16,15 2-140-16,15 25-81 15,23-23-195-15,4-12-310 0</inkml:trace>
  <inkml:trace contextRef="#ctx0" brushRef="#br0" timeOffset="-45971.89">22659 17477 1482 0,'0'0'531'15,"0"0"-424"-15,0 0-64 16,0 0 31-16,0 0-24 0,0 0-25 16,0 0-15-16,0 103-9 15,0-77-1-15,0 14-11 16,-13-5-138-16,-3-2-352 0</inkml:trace>
  <inkml:trace contextRef="#ctx0" brushRef="#br0" timeOffset="-45374.49">23541 17155 1490 0,'0'0'599'16,"0"0"-458"-16,0 0-45 16,0 0 27-16,0 0-21 15,-18-103-61-15,18 71-1 16,4-2 17-16,7 2-23 15,-1 9-13-15,-5 10-13 16,1 5 2-16,-6 8 9 16,2 0 19-16,-2 4-11 15,0 22 0-15,0 10-1 16,0 11 9-16,0 9 1 16,0 3-9-16,0 0 0 15,-5-2-9-15,-1-5-5 0,0-2-12 16,-3-5 1-1,1-4-2-15,1-10-24 0,2-5-81 16,5-12-115-16,0-10-150 16,0-4-501-16</inkml:trace>
  <inkml:trace contextRef="#ctx0" brushRef="#br0" timeOffset="-44741.18">24127 16960 1285 0,'0'0'535'16,"0"0"-372"-16,0 0 0 15,0 0 14-15,0 0-69 16,0 0 4-16,-119-24 20 16,101 24-38-16,3 0-15 15,0 0-9-15,1 0-28 16,-1 10-24-16,-3 8-12 15,0 8-4-15,0 1 8 0,3 4-10 16,4 0 0-16,7-4 0 16,4-4-6-16,0-1-3 15,4-5-3-15,17-8-12 16,2-9 4-16,6 0-36 16,7 0-3-16,-3-21 0 15,-3-2 23-15,-4 1 29 16,-5-1 7-16,-6 5 1 15,-7 6-1-15,-5 10 30 16,-3 2 39-16,0 0 46 16,0 0-39-16,0 23-49 15,0 0 0-15,-5 12 21 0,-1 5 13 16,-3 0-13 0,0 2-21-16,0 5-13 0,0 2-5 15,0-3 3-15,0-5 1 16,1-6-5-16,-1-8-8 15,6-5 0-15,0-9-10 16,3-4-41-16,0-9-102 16,0-5-119-16,0-12-216 15,0-10-307-15</inkml:trace>
  <inkml:trace contextRef="#ctx0" brushRef="#br0" timeOffset="-43924.36">24530 16946 1592 0,'0'0'555'16,"0"0"-424"-16,0 0 8 16,0 0 22-16,0 0-17 15,0 0-33-15,0 0-26 16,-103 80-25-16,96-39-12 15,-1 7-5-15,8 5-10 16,0 6-6-16,0-1 1 16,0 5-10-16,18-10-9 15,0-5-3-15,8-8-5 16,1-7-1-16,8-12-6 0,-5-6 5 16,6-15-8-16,-10 0-18 15,2-6 9-15,-8-20 4 16,-9-7 14-16,-6-5 9 15,-5 2 1-15,0 4-1 16,-21 10 3-16,-4 8 3 16,-1 11-6-16,-2 3-9 15,2 8 0-15,0 15-9 16,5 3-5-16,6 2-43 16,3 2-47-16,9 0-68 15,3-6-88-15,0 7-51 16,12-9-199-16,2-8-398 0</inkml:trace>
  <inkml:trace contextRef="#ctx0" brushRef="#br0" timeOffset="-43207.28">25409 16870 1614 0,'0'0'553'0,"0"0"-429"16,0 0 54-16,-121 11 11 15,83-5-52-15,-4 3-16 0,4-5-39 16,-1-4-25-16,3 2-26 15,3-2-16-15,7 4-6 16,1-4 5-16,7 0-4 16,7 4 4-16,2-4 8 15,6 4-10-15,0-4-11 16,3 4-1-16,0 2-14 16,0 1 7-16,0 8 6 15,0 7 1-15,0 4 0 16,0 6 0-16,0-2 1 15,-3 6-1-15,3 1 0 16,0-5 1-16,0-6-1 0,0-1 0 16,0-10 0-1,0-1-1-15,0-6-6 0,0-3-5 16,9-5-17-16,3 0-51 16,9 0 42-16,2-13 27 15,10-1 11-15,3-4 0 16,0 4 0-16,2 2 0 15,1 6 0-15,-6 2 0 16,-1 4 1-16,-7 0 26 16,-5 4 33-16,-9 14 3 15,-1 5-8-15,-10 4-13 16,0 5 26-16,0 2 3 16,-3 6-11-16,-19-4-10 0,-1-4-10 15,-6 4-7 1,-4-5-6-16,-6-5-3 0,1-7 0 15,-1-2-7-15,6-7-10 16,4-6-1-16,1-4-4 16,8 0-2-16,5-4-5 15,4-11-25-15,4 2-20 16,7 0-28-16,0 4-124 16,18 0-299-16,9 5-322 0</inkml:trace>
  <inkml:trace contextRef="#ctx0" brushRef="#br0" timeOffset="-42593.92">25782 17393 1386 0,'0'0'502'0,"0"0"-339"16,0 0 1-16,0 0-25 16,0 0-29-16,0 0-25 15,0 0-29-15,0 40-29 16,0-31-8-16,2-6 2 0,11-3 1 16,-5 0 34-16,4 0-12 15,2-14-11-15,-4-2-4 16,-7-1 6-16,-3-2 18 15,0-4 31-15,-6 10-8 16,-12 3 5-16,-5 6-15 16,5 4-45-16,0 0-17 15,3 10-4-15,9 7-66 16,6 14-149-16,11-9-359 16,10 0-793-16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4-11T20:04:12.2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2969 7713 1640 0,'0'0'313'0,"0"0"-208"0,0 0-18 16,0 0 48-16,0 0-10 15,0 0-55-15,0 36-4 16,0-5 10-16,0 9-6 15,0 10-9-15,5 7-6 16,-2 4-12-16,7 2-7 16,-7-1-12-16,2-3-18 15,5-6-6-15,-5-3 0 16,5-3-1-16,-5-6-55 16,4-5-47-16,-3-7-105 0,0-8-85 15,-3-10-252 1,-3-11-472-16</inkml:trace>
  <inkml:trace contextRef="#ctx0" brushRef="#br0" timeOffset="613.29">2841 7744 1587 0,'0'0'246'16,"0"0"-213"-16,0 0-23 15,0 0 15-15,0 0 19 0,84-104 16 16,-40 74 23-16,10-2 1 16,-1 4-22-16,4 2 5 15,2 4-17-15,-7 9-17 16,-1 9-17-16,-12 4-9 15,-6 3-6-15,-9 20 0 16,-9 9 18-16,-7 8 55 16,-8 9-2-16,0 5-16 15,-11 3-18-15,-7-1-20 16,-7-5-4-16,9-2-8 16,1-12-4-16,5-6-2 15,7-12-9-15,3-11-38 16,0-8-32-16,10 0 19 0,13-8 48 15,10-10 12 1,-1-1 6-16,7 2-6 0,-4 7 0 16,1 10 1-16,0 0 0 15,-3 25 32-15,3 13 28 16,-10 6-9-16,0 3 2 16,-11 3 10-16,-5 0-4 15,-10-1-1-15,0 0-12 16,-10-1-20-16,-13-2-5 15,-7-1-2-15,-2-1-14 16,-4-7 1-16,-2-5 2 16,2-9-3-16,0-10 6 15,0-11-12-15,3-2-58 16,-3-17-67-16,5-20-10 0,0-7-116 16,5-12-107-16,11 9-30 15,7 13-211-15</inkml:trace>
  <inkml:trace contextRef="#ctx0" brushRef="#br0" timeOffset="1179.83">4279 8207 1448 0,'0'0'230'16,"0"0"-142"-16,0 0 5 16,0 0 38-16,0 0 24 15,0 0 12-15,-113-100-22 16,95 90-21-16,1 6-14 15,1 2-19-15,1 2-39 16,-5 2-16-16,2 20-24 16,0 10-11-16,7 10 6 15,-2 8-7-15,8 4 0 16,5 0 0-16,0-2-3 0,0-7 2 16,11-9-13-1,7-10-31-15,9-10-31 0,-3-10-9 16,2-6 46-16,-1-6 13 15,-2-19 16-15,-2-10 10 16,-9-5 0-16,-6-2 1 16,-4 4 0-16,-2 8 5 15,0 7 4-15,0 13 11 16,0 9 22-16,0 1 0 16,0 0-43-16,0 18-1 15,0 11-7-15,0 9 8 16,0 5 0-16,13 0-24 0,-2-6-74 15,10-7-75 1,21-6-53-16,-7-8-82 0,-2-10-253 0</inkml:trace>
  <inkml:trace contextRef="#ctx0" brushRef="#br0" timeOffset="1496.99">4668 8135 1859 0,'0'0'302'0,"0"0"-171"16,0 0 15-16,0 0-59 15,0 0-48-15,0 0-39 16,0 0-7-16,-59 112 0 16,92-87 7-16,-1-1 15 0,6-2-9 15,-2-4-6-15,-3-3 15 16,-4 0 19-16,-7-1 1 15,-8 0 32-15,-7-1 19 16,-7 2 13-16,0 5-11 16,-3 0-6-16,-15 6-32 15,-10 0-22-15,2 0-22 16,-4 0-6-16,1-4-23 16,1-2-57-16,5-11-99 15,5-6-112-15,10-3-374 0</inkml:trace>
  <inkml:trace contextRef="#ctx0" brushRef="#br0" timeOffset="1764.28">5120 7533 1870 0,'0'0'228'15,"0"0"-155"-15,-3 111 88 16,3-51-32-16,0 4-39 16,9 4 0-16,14 4-6 15,-5 1-16-15,5-1-32 16,-5-3-18-16,-3-5-9 16,-2-1-8-16,-5-6-1 15,-1-3-45-15,-2-8-73 16,-5-1-116-16,0-8-159 0,0-13-473 0</inkml:trace>
  <inkml:trace contextRef="#ctx0" brushRef="#br0" timeOffset="1951.78">5075 8325 1759 0,'0'0'550'16,"0"0"-486"-16,0 0-42 15,0 0 51-15,0 0-2 0,119-36 2 16,-74 25-40 0,-1 2-20-16,4 8-13 0,17 1-181 15,-14 0-212-15,-5 11-371 16</inkml:trace>
  <inkml:trace contextRef="#ctx0" brushRef="#br0" timeOffset="2379.64">5812 8336 2022 0,'0'0'297'15,"0"0"-181"-15,0 0 8 0,0 0-28 16,-131-11-17-16,107 11 13 15,4 3-5-15,2 9-33 16,5 5-35-16,8 2-19 16,2 4 0-16,3 2-11 15,0 0 4-15,6 0-2 16,12-2-8-16,5-6-69 16,5-5 18-16,-2-6 22 15,-3-4 1-15,2-2 2 16,-8 0 12-16,0-8 13 15,-4-6 12-15,-1-1 6 16,-6 0 30-16,-1 5 43 16,-2 4-6-16,-3 2-12 15,4 4-13-15,-4 0-3 16,3 0-7-16,-3 12-31 0,8 11 15 16,-1 4-16-16,4 17-54 15,-1-6-207-15,-5-6-439 0</inkml:trace>
  <inkml:trace contextRef="#ctx0" brushRef="#br0" timeOffset="3181.49">7847 8239 1144 0,'0'0'495'16,"0"0"-343"-16,0 0 44 16,0 0-30-16,0 0 5 15,0 0-29-15,0 0-17 16,-48 0-16-16,30 0-6 15,-3 0-31-15,-2 0 2 16,-5 0-35-16,-1 0-18 16,3 8 9-16,-7 2 7 15,6 5-17-15,0 5 2 16,4 6-10-16,5 3 8 0,9 7-8 16,0 5-12-16,9 1 0 15,0-1-1-15,0 1 1 16,9-9-7-16,8-5-16 15,4-6-50-15,7-8-57 16,7-7-46-16,30-10-86 16,-5-16-219-16,-4-11-289 0</inkml:trace>
  <inkml:trace contextRef="#ctx0" brushRef="#br0" timeOffset="3863.67">8310 8406 1333 0,'0'0'533'16,"0"0"-415"-16,0 0 2 16,0 0 31-16,0 0-16 15,0 0-6-15,0 0-16 16,-128-26-31-16,102 26 10 15,-2 0-21-15,-1 10-25 16,-1 7-15-16,4 6-10 16,8 1-1-16,3 0-8 15,9-1-12-15,6 0-7 16,0-4-11-16,21-4-27 16,12-7-64-16,6-6 46 15,5-2 3-15,0-8-13 0,-6-12 15 16,-2-4 35-16,-8 5 21 15,-7 2 2-15,-10 9 0 16,-7 4 47-16,-2 4 54 16,-2 0-14-16,3 0-32 15,0 8-31-15,2 10 16 16,8 2 7-16,-1 3-17 16,6-9-20-16,3 1-9 15,2-9 8-15,3-4-7 16,2-2-2-16,1-2-9 15,1-19 7-15,-1-4-14 16,2-8-25-16,-5-9-17 16,1-5-11-16,-1-7 54 0,-5-4 5 15,-6-3-6-15,-2 4 9 16,-11 5 7-16,-2 9 34 16,0 11 56-16,0 11 6 15,0 12-22-15,-6 9 1 16,0 0-22-16,1 12-13 15,-11 24-19-15,1 18-6 16,-3 10-6-16,5 10 5 16,-3 1-14-16,9-3 0 15,5-8 0-15,2-6-40 16,0-10-103-16,38 4-127 16,1-15-286-16,-3-12-623 0</inkml:trace>
  <inkml:trace contextRef="#ctx0" brushRef="#br0" timeOffset="4233.68">9297 8300 1670 0,'0'0'383'16,"0"0"-263"-16,0 0 39 15,0 0-12-15,0 0 3 16,0 0-15-16,0 0-1 16,-87-8-34-16,75 17-31 15,-2 8-27-15,2 7-5 16,-1 3 2-16,2 4-10 15,2 1-5-15,3-1-2 16,6 0-7-16,0-5-13 16,0-2-2-16,6-2 0 15,11-6-21-15,8-4-89 16,4-7-57-16,7-5-98 16,5-3-69-16,-5-13-244 15,-6-2-587-15</inkml:trace>
  <inkml:trace contextRef="#ctx0" brushRef="#br0" timeOffset="4514.92">9478 8500 360 0,'0'0'1504'0,"0"0"-1166"16,0 0-211-16,0 0 38 16,0 0-9-16,0 0-53 15,0 0-23-15,2 113-30 16,16-102 8-16,0-3-16 15,6-5-21-15,3-3-6 16,2-3-3-16,7-16 5 16,-3-10 39-16,0-5-28 0,-7-6-17 15,-5-2 2-15,-6-2-4 16,-9 0-1-16,-4 4-8 16,-2 3-19-16,0 13-29 15,0 11-36-15,-5 13-59 16,-1 0-163-16,-1 9-403 0</inkml:trace>
  <inkml:trace contextRef="#ctx0" brushRef="#br0" timeOffset="4795.18">9986 7863 2065 0,'0'0'509'0,"0"0"-445"16,0 0-40-16,0 0 46 15,0 0 35-15,3 158-11 16,0-97-1-16,-1 6-16 16,-2 2-23-16,0-2-36 15,0-1-9-15,0 3-3 16,0-7-6-16,0-4-13 15,0-7-26-15,0-16-73 16,42-17-176-16,-4-12-194 16,1-6-217-16</inkml:trace>
  <inkml:trace contextRef="#ctx0" brushRef="#br0" timeOffset="5193.12">10503 8372 1497 0,'0'0'520'0,"0"0"-362"15,0 0 15-15,0 0 7 16,0 0-9-16,0 0-32 16,-128-25-36-16,110 25-42 15,-3 3-25-15,3 13-23 16,3 8-12-16,1 6-1 0,5 6-7 15,3 7 6-15,6-4-1 16,0 1-17-16,0-5-26 16,11-7-52-16,11-9-71 15,2-11-36-15,2-8 10 16,4 0 60-16,-1-25 86 16,-1-8 37-16,-5-7 11 15,-5 0 1-15,-3 3 31 16,-9 4 55-16,-4 9 11 15,-2 10-15-15,0 5-25 16,0 6-58-16,0 3-2 16,3 0-137-16,9 0-213 15,1 0-219-15,-2 3-671 0</inkml:trace>
  <inkml:trace contextRef="#ctx0" brushRef="#br0" timeOffset="5727.69">10627 8430 971 0,'0'0'170'16,"0"0"-130"-16,0 0-36 16,0 0-4-16,0 0-36 15,0 0 12-15,0 0 8 16,-24 0-9-16,19 0-20 16,-1 0-56-16,-3 0-134 0</inkml:trace>
  <inkml:trace contextRef="#ctx0" brushRef="#br0" timeOffset="6048.83">10627 8430 1004 0,'-88'0'246'16,"85"0"-34"-16,-1 0 8 15,4 0-45-15,0 0-56 16,0 0-29-16,0 0-10 15,0 0-32-15,0 0 0 16,0 10 46-16,0 6 40 16,0 4 12-16,0 4-36 15,0 2-34-15,0-1-7 16,0 4-25-16,0-3-14 0,7-4-6 16,-2-4-9-16,1-4-7 15,6-6-2-15,3-5 0 16,6-3 0-16,2-3 4 15,8-19-10-15,-5-7-95 16,-8-12-104-16,-10 8-290 16,-8 8-382-16</inkml:trace>
  <inkml:trace contextRef="#ctx0" brushRef="#br0" timeOffset="6565.45">10883 8446 1631 0,'0'0'400'0,"0"0"-247"16,0 0 24-16,0 0-10 15,0 0-62-15,47 124-23 16,-35-93 21-16,-6 3-44 16,1-5-33-16,-2-2-17 0,-2-7-3 15,-3-6-6 1,0-8 1-16,0-2 0 0,0-4 9 15,0 0 11-15,0-4 3 16,0-16-6-16,0-9-18 16,0-7-6-16,6-6 5 15,0-2-5-15,6 2 4 16,0 2 1-16,6 6-1 16,-3 8-5-16,-1 8-5 15,4 6 3-15,-6 6 9 16,3 6 0-16,3 0 11 15,-4 0-5-15,1 0-5 16,0 6-1-16,-6 2-45 0,0 2-158 16,-1-4-329-1,-8-2-1013-15</inkml:trace>
  <inkml:trace contextRef="#ctx0" brushRef="#br0" timeOffset="7273.56">13847 7830 1392 0,'0'0'697'0,"0"0"-507"0,0 0-153 15,0 0 37-15,-5 133 78 16,5-72-8-16,15 3-57 16,3 7-1-16,0-1-16 15,-2-2-29-15,2 1-11 16,-5-7-9-16,-1-6-14 16,-4-8 1-16,-2-6-7 15,1-8-1-15,-4-10-29 16,-3-7-94-16,5-17-134 15,-2 0-248-15,-3-12-111 0</inkml:trace>
  <inkml:trace contextRef="#ctx0" brushRef="#br0" timeOffset="7633.6">13744 7874 1564 0,'0'0'319'0,"0"0"-244"16,0 0-19-16,0 0 62 16,0 0-5-16,0 0 21 15,142-88-24-15,-88 70-24 16,-1 4-16-16,9 7-7 16,-5 7-26-16,-3 0-23 15,-10 14-7-15,-11 15 1 16,-12 5 21-16,-9 6 21 15,-12 6 12-15,0 2 7 0,-12 1-2 16,-19-1-25 0,-7-4-1-16,-6-4-13 0,-1-5-2 15,4-10-8-15,3-6 0 16,4-11-18-16,7-8-3 16,9 0-80-16,10-15-102 15,8-31-65-15,2 3-334 16,16 3-304-16</inkml:trace>
  <inkml:trace contextRef="#ctx0" brushRef="#br0" timeOffset="7982.66">15004 7684 1750 0,'0'0'473'0,"0"0"-299"15,0 0-23-15,0 0 8 16,0 0-48-16,-144 59-8 16,118-16-30-16,3 15-12 15,5 12 23-15,5 13-7 16,8 6-25-16,5 6-23 0,0-1 6 15,3-3-12-15,12-8-8 16,0-8 4-16,6-11-2 16,2-11-16-16,3-18-1 15,10-12 0-15,0-15-9 16,2-8-93-16,16-26-173 16,-10-12-324-16,-8-4-1027 0</inkml:trace>
  <inkml:trace contextRef="#ctx0" brushRef="#br0" timeOffset="8698.75">15737 7947 1655 0,'0'0'625'0,"0"0"-501"15,0 0-67-15,0 0 5 16,0 0 1-16,0 0-5 16,0 0 113-16,89 68 1 15,-60-14-43-15,7 9-33 16,0 8-42-16,3 5-11 16,-4 1-19-16,1-5-17 15,-10-7-6-15,5-8 5 16,-5-7-6-16,-1-9 2 15,-5-11-2-15,-9-10-39 0,2-8-46 16,-8-11-49 0,2-1-94-16,-7-28-47 0,3-7-284 15,0-10-457-15</inkml:trace>
  <inkml:trace contextRef="#ctx0" brushRef="#br0" timeOffset="8941.1">16349 7979 1475 0,'0'0'675'0,"0"0"-462"15,0 0-78-15,0 0 81 16,0 0-33-16,-122 145-39 16,81-95-30-16,-10 2-29 15,0 7-20-15,-4 3-30 0,1-2-6 16,-2-1-17-16,7-5-12 15,8-6 10-15,8-3-10 16,10-8-25-16,10-9-59 16,13-15-144-16,22-10-349 15,7-3-127-15</inkml:trace>
  <inkml:trace contextRef="#ctx0" brushRef="#br0" timeOffset="9565.43">17374 7927 1538 0,'0'0'634'0,"0"0"-443"16,0 0-57-16,0 0 31 16,0 0-67-16,0 0-41 15,0 0-2-15,-62 72 11 16,34-42-3-16,8 2-14 16,-4 2-24-16,-2 2 16 15,1 2-10-15,2-2 8 16,2 1 17-16,3-4-20 15,3-1-5-15,7-3-9 16,5-3 2-16,3-6-9 16,0-2-1-16,23-2-1 15,8-4-1-15,10-4 3 0,3-4-1 16,4-4 4 0,2 0 0-16,4 0-5 0,-7-8-12 15,-9-2 5-15,-5 1-5 16,-12 6-1-16,-9-1-1 15,-6 4-37-15,-6 0-31 16,0 0-113-16,0 7-141 16,0 12-344-16,-11-1-912 0</inkml:trace>
  <inkml:trace contextRef="#ctx0" brushRef="#br0" timeOffset="11083.38">18698 7903 727 0,'0'0'1058'15,"0"0"-769"-15,0 0-141 16,0 0-54-16,0 0-22 15,0 0-17-15,-133 11 9 16,104-4 30-16,2-3-18 16,5 2-11-16,-1-5-25 15,8 3-8-15,1-2-8 16,2 1 6-16,6-1 4 16,-1-1-6-16,4 2-18 15,3 3-10-15,0 2-7 16,0 7-5-16,-2 6 11 15,-1 1 1-15,0 4 0 16,0 0 1-16,-1-2-1 0,-1 0 1 16,2-2-1-1,-2-4 5-15,2-2-5 0,-1-5 0 16,4-2-2-16,0-3-10 16,0-4-14-16,9-2-1 15,9 0 7-15,8 0 5 16,7 0 15-16,6-10-1 15,0 0 1-15,2 3 0 16,-5 6 0-16,-3 1 0 16,-10 1 1-16,-2 20 34 15,-9 6 15-15,-9 5 7 16,-3 1 20-16,0 6 27 16,-21-4-12-16,-6 2-19 15,-9-1-25-15,-5-6-26 0,2-2-1 16,-2-6-7-16,2-6-7 15,9-5-5-15,4-7-2 16,5-4-12-16,9-3-59 16,9-19-26-16,3-12-77 15,27-22-114-15,12 6-264 16,2 6-125-16</inkml:trace>
  <inkml:trace contextRef="#ctx0" brushRef="#br0" timeOffset="11433.51">19148 8316 1485 0,'0'0'501'16,"0"0"-347"-16,0 0 35 15,0 0-27-15,0 0-18 16,64 112-19-16,-28-104-16 15,12-8-16-15,6 0-27 16,5-12-5-16,-2-13-30 16,-10-8-17-16,-9-4-5 15,-10 0 1-15,-17-4 1 16,-11 3 1-16,0-1 4 16,-26 1 1-16,-20 9-8 15,-6 7-9-15,-14 12 1 0,1 10-1 16,-1 0-28-1,9 24-50-15,13 6-66 0,15 4-63 16,25 10-91-16,4-6-97 16,4-8-225-16</inkml:trace>
  <inkml:trace contextRef="#ctx0" brushRef="#br0" timeOffset="11711.7">20050 7575 1704 0,'0'0'373'16,"0"0"-214"-16,0 0 28 16,66 111 85-16,-51-48-68 15,-6 6-48-15,-7 7-27 16,-2 2-30-16,0 1-25 15,-5-6-27-15,-16-4-26 16,-2-5-17-16,-7-3-3 16,-9-5-2-16,3-4-53 15,0-8-90-15,-8-4-116 16,8-12-233-16,10-15-396 0</inkml:trace>
  <inkml:trace contextRef="#ctx0" brushRef="#br0" timeOffset="12589.34">20585 8378 2154 0,'0'0'566'16,"0"0"-559"-16,0 0-7 15,0 0-114-15,0 0-97 16,0 0-138-16,0 0-425 0</inkml:trace>
  <inkml:trace contextRef="#ctx0" brushRef="#br0" timeOffset="14105.3">2583 10651 1719 0,'0'0'576'0,"0"0"-454"15,0 0-48-15,0 0-7 16,0 0-45-16,0 0 2 16,-12 99 21-16,12-45 4 15,0 10 5-15,0 5-7 16,0 5-3-16,2-3-14 15,5 2-10-15,-7-9-9 16,3-5-10-16,0-9 0 0,-1-10-1 16,1-8-21-1,3-10-93-15,3-16-118 0,0-6-245 16,0 0-123-16</inkml:trace>
  <inkml:trace contextRef="#ctx0" brushRef="#br0" timeOffset="14434.42">2442 10636 1555 0,'0'0'318'0,"0"0"-267"15,0 0-32 1,0 0-19-16,0 0 82 0,138-43 25 15,-88 37 4-15,4 5-28 16,-3 1-21-16,-7 4 15 16,-6 13-26-16,-14 8 5 15,-6 0 13-15,-13 4 1 16,-5 1 10-16,0 4 3 16,-23 5-12-16,-6-2-23 15,-10 1-25-15,-9 1-14 16,1-3-9-16,-4-4 0 15,4-4-50-15,2-3-47 16,6-8-52-16,16-10-107 16,5-4-213-16,18-3-185 0</inkml:trace>
  <inkml:trace contextRef="#ctx0" brushRef="#br0" timeOffset="14784.49">3403 10495 1850 0,'0'0'353'0,"0"0"-239"15,0 0-20-15,0 0-12 16,0 0 28-16,0 0 20 0,-120 97-29 15,94-53-8 1,2 10-18-16,7 9-16 0,4 10-27 16,5 7-5-16,8 7 0 15,0 2 4-15,3 0-13 16,15-3-9-16,5-7-8 16,5-9-1-16,-5-8-1 15,3-10-19-15,-2-10-47 16,-4-10-83-16,5-10-105 15,-7-10-224-15,-7-9-360 0</inkml:trace>
  <inkml:trace contextRef="#ctx0" brushRef="#br0" timeOffset="15261.21">3967 10780 1822 0,'0'0'513'16,"0"0"-432"-16,0 0-75 15,0 0 6-15,0 0 19 16,0 0 185-16,77 109-26 15,-41-59-77-15,9 0-22 16,2 0 1-16,-3-2-28 16,4-7-26-16,-4-4-17 15,-2-5-11-15,-6-4-4 16,-6-6-5-16,-10-1 0 0,-2-8-1 16,-7-2-59-1,-4-3-67-15,-4-7-101 0,-3-1-91 16,0-1-54-16,-5-14-493 0</inkml:trace>
  <inkml:trace contextRef="#ctx0" brushRef="#br0" timeOffset="15509.55">4532 10774 230 0,'0'0'1891'0,"0"0"-1576"16,0 0-184-16,0 0 61 0,0 0-10 15,-108 136-44 1,79-82-24-16,-4 8-32 0,0 5-29 16,4-1-22-16,-7 1-15 15,0-1-10-15,-2-5-5 16,-4 0 0-16,4-7-1 16,-1-6-24-16,3-10-42 15,16-9-78-15,13-23-131 16,7-6-310-16,0 0-318 0</inkml:trace>
  <inkml:trace contextRef="#ctx0" brushRef="#br0" timeOffset="15985.28">5272 10824 46 0,'0'0'1896'0,"0"0"-1626"16,0 0-168-16,0 0 36 15,0 0-38-15,-113 48 8 16,92-26-17-16,3 5-36 16,0-2-29-16,6 1 2 15,-3 3-2-15,6-2 3 0,-3 2-5 16,4 1-3-16,1-2 3 16,7-2 3-16,0 1-15 15,0-4-6-15,4 1-5 16,14-2 6-16,2-2 23 15,4-4 7-15,2 0-4 16,4-5-13-16,3-4-5 16,6-5 6-16,2-2 3 15,1 0-14-15,-4 0-3 16,-7-2-7-16,-5-4-48 0,-8 2-112 16,-10 3-203-1,-8 1-419-15</inkml:trace>
  <inkml:trace contextRef="#ctx0" brushRef="#br0" timeOffset="16685.41">6166 10764 1235 0,'0'0'703'16,"0"0"-550"-16,0 0-46 15,0 0 47-15,0 0-22 16,0 0-19-16,0 0 18 16,-95-2-43-16,82 2-55 15,4 0-13-15,1 0 8 16,-2 0-15-16,4 0-2 16,-2 4 5-16,-4 4 7 15,3 5-2-15,-3 4-2 0,0 5-7 16,3 3-6-16,-6 6-5 15,7-1 0-15,-2-2 0 16,5 0-1-16,5-3 0 16,0-3-1-16,0-9-10 15,0-2-31-15,0-6-38 16,15-5 8-16,6 0 39 16,2-1 14-16,10-14 17 15,-4-1 2-15,4 5-1 16,0 3 1-16,-4 4-1 15,-4 4 1-15,-4 1 1 16,-10 20 24-16,-2 5 38 16,-6 4 11-16,-3 4-2 15,0 0 3-15,-12 2 27 16,-9-4-23-16,-2-2-26 0,-5-1-13 16,2-6-1-16,-3-5-18 15,1-2-15-15,-1-6 0 16,5-3-5-16,3-7-1 15,6 0-51-15,4 0-59 16,5-11-21-16,6-18-180 16,14 2-272-16,7 5-153 0</inkml:trace>
  <inkml:trace contextRef="#ctx0" brushRef="#br0" timeOffset="17086.34">6557 11028 1728 0,'0'0'509'0,"0"0"-433"15,0 0 5-15,0 0 53 16,0 0-11-16,-5 125-44 15,10-97 20-15,16-4-41 16,9-7-19-16,6-4-12 16,6-9-18-16,2-4 4 15,7 0 11-15,-2-20 70 0,-3-6-20 16,-8-3-38 0,-6-9-24-16,-10-1-3 0,-14-5 1 15,-8 0-9-15,0 2 8 16,-20 2-9-16,-16 7-13 15,-8 11 4-15,-10 10-8 16,0 12-2-16,3 4-43 16,2 26-66-16,7 8-52 15,17 22-85-15,14-10-204 16,11-7-427-16</inkml:trace>
  <inkml:trace contextRef="#ctx0" brushRef="#br0" timeOffset="17409.47">7226 10474 1750 0,'0'0'332'0,"0"0"-94"15,41 104 33-15,-26-42-13 16,0 5-31-16,-4 4-23 16,2-3-80-16,-1-4-53 15,-4-2-34-15,-5-3-8 16,0-8-17-16,-3-1-2 0,0-6-9 16,0-2 0-16,-3-7 1 15,-2-3-2-15,-4-5-11 16,0-3-33-16,1-7-50 15,-5-1-164-15,1-3-267 16,1-5-369-16</inkml:trace>
  <inkml:trace contextRef="#ctx0" brushRef="#br0" timeOffset="18641.18">8182 11048 666 0,'0'0'1213'0,"0"0"-974"16,0 0-105-16,0 0 37 16,0 0-14-16,0 0-51 15,18-33-37-15,15 29 29 16,8 1-10-16,8 3-38 16,-5 0-35-16,0 0-15 15,-3 0-48-15,-2 7-104 16,-6 3-158-16,-10-3-272 15,-10 0-210-15</inkml:trace>
  <inkml:trace contextRef="#ctx0" brushRef="#br0" timeOffset="18802.86">8308 11219 1927 0,'0'0'496'15,"0"0"-496"-15,0 0-3 16,0 0 3-16,133-10 26 15,-71 4-26-15,25 2-18 16,-17 2-246-16,-4 0-356 0</inkml:trace>
  <inkml:trace contextRef="#ctx0" brushRef="#br0" timeOffset="19403.14">9950 10338 1803 0,'0'0'296'0,"0"0"-125"15,0 0-67-15,0 0-12 16,0 0-19-16,0 0 3 16,0 0 0-16,-87 125-8 15,87-64-23-15,0 7 7 16,0 12 2-16,25 20-11 16,7 22-16-16,-2-8-10 15,-1-11 1-15,-4-13-9 16,-14-20 0-16,4 9-8 0,-9 1 0 15,-2-9 12-15,-4-8 14 16,-4-9 30-16,-14-8 9 16,-6-7 9-16,-2-8-7 15,-1-4-6-15,-8-10-29 16,-1-2-18-16,0-7-8 16,1-6-5-16,2-2-2 15,6 0-15-15,4 0-43 16,5-9-53-16,15-4-108 15,3 3-279-15,0-3-259 0</inkml:trace>
  <inkml:trace contextRef="#ctx0" brushRef="#br0" timeOffset="21770.82">10526 9707 1476 0,'0'0'546'0,"0"0"-429"16,0 0-5-16,0 0 20 15,0 0 7-15,0 0-9 16,0 0-38-16,-67-2-34 16,52 2-20-16,2 0-1 15,-2 7 3-15,1-4-8 0,-4 3-2 16,3-1 0-1,3 2-8-15,1-3-10 0,-2 1 4 16,8-2 1-16,-2 3-17 16,4 0-1-16,-2 5-7 15,-1 2 1-15,-4 2 6 16,5 1 1-16,-5 1 5 16,5 0-5-16,-1 0-6 15,4 2 0-15,-5-1 5 16,4-2 1-16,3-2-1 15,0-2-19-15,0-4-24 16,0-4-38-16,0-4 21 16,15 0 29-16,3 0 11 15,3-4 21-15,5-6-2 16,1-2 2-16,-3 2-1 0,-1 1 2 16,-2 6-1-16,-3 1 1 15,-3 2 26-15,-7 0 5 16,2 14 38-16,-10 8-3 15,0 4-10-15,0 4 16 16,-13 0 1-16,-7 0-25 16,-1-4-13-16,0-4-4 15,-2-4-13-15,2-3-3 16,3-8-7-16,1-1-4 16,4-3-5-16,2-3-58 15,1 0-38-15,8 0-54 16,2-13-158-16,0 1-311 15,0 2-203-15</inkml:trace>
  <inkml:trace contextRef="#ctx0" brushRef="#br0" timeOffset="22137.84">10770 10028 1607 0,'0'0'522'0,"0"0"-437"16,0 0 0-16,0 0 53 15,0 0-26-15,0 0-34 16,54 104-30-16,-25-96-2 0,4-2-1 16,3-6-14-16,5 0-10 15,-2-6-7-15,-6-12-2 16,-2-3 10-16,-6 0-1 15,-11-5-2-15,-7 0 16 16,-7-2 13-16,0 0 6 16,-12 5-11-16,-12 2-27 15,-6 5-8-15,-9 5-8 16,1 11-7-16,-4 0-7 16,6 8-47-16,-2 21-66 15,2 7-19-15,7 30-103 16,6-7-326-16,10-5-477 0</inkml:trace>
  <inkml:trace contextRef="#ctx0" brushRef="#br0" timeOffset="28389.12">11531 10669 1386 0,'0'0'255'16,"0"0"-190"0,0 0-24-16,0 0 6 0,3-112 23 15,-3 79 22-15,2 0 33 16,1 7-43-16,-3 8-17 16,0 8-10-16,3 5-14 15,-3 5-20-15,0 0-13 16,0 13-8-16,4 17 15 15,2 14 44-15,-4 11 23 16,4 7-30-16,1 2-33 16,1-2-17-16,-3-4 7 15,2-4-8-15,2-6 0 0,-4-3-1 16,-1-9 0-16,5-11-47 16,-4-5-56-16,2-7-69 15,8-13-110-15,-7 0-114 16,5-8-455-16</inkml:trace>
  <inkml:trace contextRef="#ctx0" brushRef="#br0" timeOffset="28634.48">11239 11205 1545 0,'0'0'321'0,"0"0"-249"0,0 0-72 16,0 0 84-16,0 0 75 15,140-12-77-15,-75-2-6 16,15-1 1-16,7-4-30 16,5 0-23-16,-4 4-24 15,-1 5-62-15,8 10-76 16,-20 0-190-16,-22 0-395 0</inkml:trace>
  <inkml:trace contextRef="#ctx0" brushRef="#br0" timeOffset="29423.39">11166 11731 1156 0,'0'0'244'0,"0"0"-113"15,0 0 51-15,0 0-11 16,0 0-61-16,0 0-43 0,0 0-24 16,-4 6 66-1,16 14 40-15,6 7 3 0,0 10-29 16,5 3-39-16,-5 2-25 15,0 4-21-15,-6-2-17 16,-3-2-11-16,-9-2-1 16,0-6 2-16,0-2-5 15,-9-5-5-15,-3-5-1 16,-3-10-3-16,0-8-24 16,4-4 2-16,1 0-24 15,5-22-4-15,5-10 3 16,0-11 2-16,0-10-18 15,17-6-26-15,4 1 52 16,0 6 25-16,-1 4 5 16,-4 10 9-16,-7 8-5 0,-6 6 6 15,-3 2 0-15,0 5 0 16,0 2 9-16,-12 5 16 16,-4 3 20-16,-4 7-7 15,2 0-8-15,-6 8-25 16,1 19-5-16,5 6-20 15,6 6-64-15,6 3-45 16,6 9-112-16,18-12-81 16,8-5-330-16</inkml:trace>
  <inkml:trace contextRef="#ctx0" brushRef="#br0" timeOffset="29856.21">11655 12140 1242 0,'0'0'344'15,"0"0"-214"-15,0 0-81 16,0 0 46-16,0 0 6 15,0 0-7-15,0 0-25 16,3 42-19-16,6-40-22 16,4-2-14-16,-5 0-1 15,10 0 36-15,-6-15-20 0,2-2-7 16,1-3-5-16,-5-4-7 16,-5-5 11-16,-5 2-5 15,0-4 0-15,0 1 5 16,-12 3 18-16,-6 2-11 15,-5 7 2-15,-1 11-11 16,1 7 0-16,-5 0-19 16,8 21-9-16,-1 9-24 15,6 8-56-15,6 2-43 16,9 17-98-16,0-13-109 16,11-6-234-16</inkml:trace>
  <inkml:trace contextRef="#ctx0" brushRef="#br0" timeOffset="30226.22">11902 12089 955 0,'0'0'508'15,"0"0"-413"-15,0 0-53 16,0 0 44-16,0 0-10 15,0 0 13-15,0 0 9 16,15 0-3-16,-3 0-33 16,-1 0-11-16,7 2-2 15,-3-2-10-15,3 0-17 0,-3 0 9 16,-1-12-10 0,1-2-11-16,-2-2 2 0,-8-2-3 15,-2 1-8-15,-3-4 9 16,0 3-2-16,0 5 30 15,-14 0 23-15,-11 7-9 16,-4 4-16-16,-1 2-18 16,-3 2-8-16,7 14-10 15,5 6-12-15,3 0-84 16,10 0-66-16,8 6-99 16,5-3-58-16,13-7-230 0</inkml:trace>
  <inkml:trace contextRef="#ctx0" brushRef="#br0" timeOffset="30518.44">12140 12184 1174 0,'0'0'265'0,"0"0"-191"16,0 0 3-16,0 0 27 15,0 0 24-15,0 0-37 16,131 18-38-16,-105-24 17 15,-3-8 58-15,-5 0-51 16,-2-2-29-16,-11-3 13 16,-5 0-12-16,0-2 39 15,0-1-5-15,-18-2-27 16,-5 0-23-16,-8 4-13 0,0 4-11 16,-5 8-9-16,0 8-5 15,3 0-54-15,10 8-94 16,7 19-31-16,11-4-116 15,5-1-229-15</inkml:trace>
  <inkml:trace contextRef="#ctx0" brushRef="#br0" timeOffset="31307.41">13027 11012 1483 0,'0'0'406'15,"0"0"-216"-15,0 0-100 16,0 0-43-16,0 0 2 0,0 0 54 15,0 0 15 1,80-11-23-16,-52 4-25 0,-7 0-40 16,2-2-14-16,-5-2-3 15,-3 1-7-15,-2-4 2 16,-5 2 1-16,-5-5 0 16,-1 2 1-16,-2-2-8 15,0 3 5-15,0 0 5 16,-11 3-3-16,-7 0 0 15,-2 5 6-15,-8 4 10 16,2 2-7-16,-4 0-10 16,1 16-2-16,1 12 26 15,5 8 9-15,5 9-17 16,10 7-9-16,5 4-5 16,3 1 5-16,0-7-7 0,14-7-8 15,10-7-1-15,5-11-8 16,7-14 8-16,0-9-52 15,5-2-39-15,-2-12-87 16,-3-31-102-16,-10 6-286 16,-14 1-941-16</inkml:trace>
  <inkml:trace contextRef="#ctx0" brushRef="#br0" timeOffset="31554.67">13168 10415 1714 0,'0'0'328'15,"0"0"-209"-15,0 0-113 16,0 0 23-16,0 0 47 15,112-24-41-15,-70 18-20 16,-3 0-15-16,5 3-53 16,-8 3-291-16,-15 0-557 0</inkml:trace>
  <inkml:trace contextRef="#ctx0" brushRef="#br0" timeOffset="32128.14">14350 9940 1185 0,'0'0'401'0,"0"0"-244"15,0 0-82-15,0 0 23 16,42-125-14-16,-34 97 12 16,2 4-25-16,-8 8-11 15,4 6-11-15,-6 10 9 0,0 0-5 16,0 5 1-1,-6 22-16-15,-9 14-18 0,0 5 5 16,4 2-16-16,-1-2-8 16,3-3 5-16,0-6-6 15,3-3-17-15,-1-4-78 16,-1 7-56-16,-2-12-131 16,-1-3-298-16</inkml:trace>
  <inkml:trace contextRef="#ctx0" brushRef="#br0" timeOffset="32547.02">14824 9857 1480 0,'0'0'385'16,"0"0"-179"-16,0 0-41 16,0 0-12-16,0 0 1 15,-115 139-35-15,76-85-22 16,-2 13-30-16,-9 4-17 16,-10 10-28-16,-5 3-10 15,-7 0-11-15,0-6-1 16,8-6-8-16,10-8-19 15,13-14-55-15,20-13-134 16,21-24-54-16,18-8-249 16,11-5-247-16</inkml:trace>
  <inkml:trace contextRef="#ctx0" brushRef="#br0" timeOffset="33024.75">14508 10546 1607 0,'0'0'302'0,"0"0"-208"15,0 0 66-15,0 0-30 16,0 0-4-16,11 128 3 15,-2-99-38-15,-6 2-42 16,-3-1-16-16,0 0-15 0,-3 0-5 16,-17-4-6-16,-1 0-7 15,-4-6-54-15,4-8-20 16,1-6-27-16,9-6 12 16,1-2 31-16,10-20-25 15,0-14 4-15,3-11 25 16,24-7 2-16,5-5 5 15,4 1 21-15,2 4 14 16,-7 7 12-16,-8 11 7 16,-10 8 12-16,-8 8 25 0,-5 6 71 15,0 3-3 1,0 6-2-16,-8 3-19 0,-7 2-41 16,-3 0-29-16,-3 10-21 15,6 14-7-15,3 6-36 16,6 20-81-16,6-8-132 15,0-4-317-15</inkml:trace>
  <inkml:trace contextRef="#ctx0" brushRef="#br0" timeOffset="33407.71">14786 10732 1495 0,'0'0'351'0,"0"0"-241"16,0 0-69-16,0 0 51 15,0 0-15-15,0 0-12 16,0 0-21-16,4 42-17 16,4-42-4-16,7 0-9 15,-4 0-7-15,7-8 14 16,0-9 7-16,0-6-10 15,0-7-9-15,-3-3-8 16,-2-2 6-16,-11-1-7 16,1 1 6-16,-3 7 19 15,0 5 4-15,-15 4 6 16,-6 11 22-16,-2 8 32 16,-10 0-43-16,0 22-46 15,1 12-8-15,-4 10-19 0,9 3-65 16,6 3-73-16,6 8-88 15,7-12-134-15,5-12-289 0</inkml:trace>
  <inkml:trace contextRef="#ctx0" brushRef="#br0" timeOffset="33784.71">15030 10744 1028 0,'0'0'260'0,"0"0"-99"15,0 0 9-15,0 0-41 16,0 0-20-16,0 0-49 16,0 0-4-16,51 12 10 15,-43-12 6-15,4 0 0 16,1-6-20-16,-2-8-26 15,1-4-9-15,-6-4-6 16,3-5-2-16,-9 4-1 16,0-1 8-16,0 3 51 15,0 3-2-15,-9 6 11 16,-9 4-11-16,-3 7-28 16,3 1-17-16,-5 0-20 0,2 16-12 15,6 6-37 1,3 7-68-16,6 4-45 0,6 1-48 15,0 6-52-15,6-10-141 16,6-6-676-16</inkml:trace>
  <inkml:trace contextRef="#ctx0" brushRef="#br0" timeOffset="34092.89">15238 10790 1007 0,'0'0'256'16,"0"0"-108"-16,0 0 22 15,0 0-16-15,0 0-11 16,0 0 23-16,0 0-25 0,95 6-60 16,-74-6-29-1,-1 0-19-15,1-3-13 0,-3-12 1 16,0 1 1-16,-3-4-1 16,-7-4 15-16,-1-1 37 15,-7 0-14-15,0-5-26 16,0 2 13-16,-3 2 17 15,-15 2-16-15,-2 3-2 16,-5 11-10-16,-1 7-34 16,0 1-1-16,-7 15-45 15,-1 17-47-15,8 7-54 16,-1 15-71-16,9-8-177 0,10-10-351 16</inkml:trace>
  <inkml:trace contextRef="#ctx0" brushRef="#br0" timeOffset="34742.15">16112 9966 1463 0,'0'0'293'15,"0"0"-161"-15,0 0-9 0,0 0 59 16,0 0-49-16,0 0-34 16,0 0-4-16,-39 90 9 15,29-50-22-15,5 2-13 16,-1 4-2-16,-1 1-12 16,-1 1 2-16,0-1 6 15,1 1 7-15,4-7-14 16,3-3-14-16,0-8-12 15,0-6-21-15,0-6-9 16,18-6 0-16,0-3-7 16,0-9 6-16,5 0 0 15,1 0 0-15,1-15-58 16,1-3-46-16,-8-2-44 0,-15-5-126 16,-3 2-220-16,0 7-669 15</inkml:trace>
  <inkml:trace contextRef="#ctx0" brushRef="#br0" timeOffset="34910.71">15880 10376 806 0,'0'0'1462'0,"0"0"-1170"16,0 0-205-16,0 0 10 15,0 0-17-15,0 0-48 16,0 0 14-16,74-11-12 0,-39 11-34 15,13 0-140-15,-9 0-342 16,-6 6-491-16</inkml:trace>
  <inkml:trace contextRef="#ctx0" brushRef="#br0" timeOffset="35975.86">17104 11139 1113 0,'0'0'580'0,"0"0"-437"16,0 0-74-16,0 0 90 15,0 0 0-15,0 0-17 16,0 0 14-16,-105-95-31 16,84 95-8-16,-5 0-25 15,6 0-41-15,-4 4-14 16,3 13 1-16,-1 2-20 15,4 4-9-15,7 1-5 0,6 0-4 16,1-3-1 0,4 0-8-16,0-4 8 0,0-6-9 15,15-3-20-15,3-6-29 16,9-2 13-16,0-4 22 16,8-22 12-16,4-8 11 15,2-11 0-15,-2-8 1 16,2-9 0-16,-5-5 0 15,-3-5 1-15,-1 1 12 16,-10 4 16-16,-4 7 9 16,-10 12-5-16,-5 14 21 15,-3 13-4-15,0 12 9 16,0 9-15-16,0 0-23 0,0 9-21 16,0 23-1-1,0 18 1-15,-6 10 15 0,1 9 3 16,-5 3-7-16,7-4 1 15,1-3-2-15,-1-5-10 16,3-4 1-16,0-4-1 16,0-8-8-16,0-8-52 15,3-7-87-15,15-12-107 16,23-17-97-16,0-2-231 16,1-20-492-16</inkml:trace>
  <inkml:trace contextRef="#ctx0" brushRef="#br0" timeOffset="36232.17">17775 10749 1714 0,'0'0'523'0,"0"0"-443"16,0 0-1-16,0 0 44 16,0 0 8-16,0 0 45 15,0 0-3-15,-6 119-62 16,-6-69-35-16,4 0-28 15,-2 3-18-15,5-5-13 16,2-3-5-16,3-8-6 16,0-3-6-16,5-5-7 15,11-10-11-15,1-5-54 16,4-5-57-16,0-9-74 16,5-9-117-16,-5-16-200 0,-6 0-423 15</inkml:trace>
  <inkml:trace contextRef="#ctx0" brushRef="#br0" timeOffset="36404.71">17567 11057 1211 0,'0'0'1102'16,"0"0"-858"-16,0 0-214 16,0 0-24-16,0 0 21 15,0 0 71-15,0 0-31 16,134-4-35-16,-89-5-32 15,14-3-172-15,-12 4-287 16,-11 1-478-16</inkml:trace>
  <inkml:trace contextRef="#ctx0" brushRef="#br0" timeOffset="37644.4">18847 11109 567 0,'0'0'1222'0,"0"0"-915"16,0 0-214-16,0 0-44 15,0 0 23-15,0 0 60 0,0 0-19 16,108-28-16 0,-67 23-41-16,3 4-38 0,-1-1-18 15,-9 2-22-15,-3 0-100 16,-8 0-92-16,-11 0-261 15,-6 2-299-15</inkml:trace>
  <inkml:trace contextRef="#ctx0" brushRef="#br0" timeOffset="37826.91">18847 11233 1684 0,'0'0'501'16,"0"0"-460"-16,0 0-41 0,0 0 94 15,0 0 46 1,0 0-52-16,137 0-60 0,-104 0-28 16,-3 0-64-16,6 14-97 15,-10-2-191-15,-5 0-406 0</inkml:trace>
  <inkml:trace contextRef="#ctx0" brushRef="#br0" timeOffset="-178022.73">21029 19031 129 0,'0'0'985'16,"-134"0"-985"-16</inkml:trace>
  <inkml:trace contextRef="#ctx0" brushRef="#br0" timeOffset="-172006.81">9716 12383 1534 0,'0'0'526'0,"0"0"-385"16,0 0-31-16,0 0 32 16,0 0-23-16,0 0-45 15,0 0-19-15,-21 11-14 16,21 9 12-16,0 9 9 15,0 3 14-15,6 5-16 16,9 2-11-16,-1-3-1 16,6-2-21-16,2-6-9 15,5-5 4-15,3-6-11 16,2-9-11-16,-2-8 0 16,2 0 0-16,3-16 5 15,-7-18 5-15,-2-12 2 16,-5-11 6-16,-6-4-4 0,-9-1 1 15,-6 1-6 1,-3 7 3-16,-18 10-3 0,-5 10 1 16,-10 14 1-16,0 12-11 15,-2 8 0-15,-1 20-4 16,3 22-53-16,10 14-83 16,16 32-94-16,10-13-223 15,0-12-209-15</inkml:trace>
  <inkml:trace contextRef="#ctx0" brushRef="#br0" timeOffset="-132459.49">20636 10843 1270 0,'0'0'535'15,"0"0"-347"-15,0 0-137 16,0 0 58-16,0 0-15 15,0 0 14-15,0 0 23 16,69 0-17-16,-43 0-17 16,0 0-36-16,4 0-19 0,3 0-5 15,-4 0 13-15,5-4-1 16,-4-1-25-16,-1-3-8 16,-6 2-4-16,2-2-4 15,-11 0-1-15,1-2-1 16,-5 0 5-16,-2-2-4 15,-5-4 2-15,-1 3 4 16,-2-2-2-16,0 0-2 16,-5 5 1-16,-13 1-4 15,0 3-6-15,-5 2 0 0,-1 2 0 16,-1 2 0 0,-1 0-6-16,-4 12 0 15,4 7 4-15,-1 8 1 0,0 3 1 16,6 4 6-16,3 5 3 15,3 0 0-15,10 1-8 16,5 2 5-16,0 1-4 16,0-3 8-16,18-3 8 15,2 0-1-15,8-9-8 16,-5-5-2-16,3-4 4 16,2-5-5-16,-2-5 0 15,4-8-5-15,-3-1 8 16,3 0-9-16,-1-10-52 15,15-23-110-15,-5 2-175 16,-12 4-472-16</inkml:trace>
  <inkml:trace contextRef="#ctx0" brushRef="#br0" timeOffset="-130718.14">21227 9836 1602 0,'0'0'356'0,"0"0"-197"16,0 0 12-16,0 0-24 16,0 0-42-16,0 0-57 15,0 0-20-15,12-7 17 16,2 7 10-16,11 0-6 16,-2 0-25-16,1 0-9 15,3 0-9-15,0-4-6 0,3 3-14 16,2-4-112-1,9-1-157-15,-5 0-325 16,-9 0-860-16</inkml:trace>
  <inkml:trace contextRef="#ctx0" brushRef="#br0" timeOffset="-130125.73">22070 9605 1418 0,'0'0'183'0,"0"0"-124"15,0 0 38-15,0 0 54 0,7-104-53 16,-4 78 15-16,0 0-18 16,0 5 23-16,-3 6-17 15,0 5-12-15,0 3 12 16,0 5-3-16,0 2-42 16,0 0-25-16,0 0-18 15,0 0-13-15,0 0-4 16,0 2-22-16,0 15 20 15,2 8 6-15,1 12 41 16,0 5-19-16,-3 4 1 16,4-2-8-16,-4 0-14 15,0-6-1-15,5-3 0 16,1-10-66-16,4 0-79 16,8-3-91-16,-5-8-102 15,2-5-259-15</inkml:trace>
  <inkml:trace contextRef="#ctx0" brushRef="#br0" timeOffset="-129708.84">21556 10020 1622 0,'0'0'401'16,"0"0"-252"-16,0 0-91 15,0 0-26-15,0 0 16 16,0 0 64-16,0 0-14 15,152-24-26-15,-80 18-19 16,5 0 8-16,10 0 1 16,1 0-12-16,4 0-9 15,-9-1-3-15,-2 4-21 16,-11-2 1-16,-6 3-5 16,-15-3-11-16,-10 3-2 0,-11 2-19 15,-15 0-32 1,-3 0-56-16,-7 0-72 0,-3 0-66 15,-13 0-129-15,-3 0-683 0</inkml:trace>
  <inkml:trace contextRef="#ctx0" brushRef="#br0" timeOffset="-128974.8">21782 10381 1557 0,'0'0'385'16,"0"0"-235"-16,0 0-3 15,0 0-8-15,0 0-63 16,0 0 3-16,0 0 25 16,49 40-18-16,-31-14-2 15,-5 2-1-15,2 3-9 16,-9-2-25-16,1-1-6 15,-7 1-16-15,0-2-10 16,-7 0-7-16,-7-4-1 16,-6 0-9-16,-3-8-6 0,3-4-19 15,2-5-11-15,4-6 3 16,2 0 17-16,3 0-14 16,3-2 1-16,6-11 10 15,0-2-10-15,0-7-5 16,17-6 9-16,7-7 1 15,3 0 18-15,0-4-8 16,-3-1-14-16,-3 2 9 16,-10-1-16-16,-8-3 0 15,-3 3 20-15,0 1 15 16,-8 8 1-16,-10 5 22 16,-6 13 32-16,4 12-22 15,-5 2-33-15,-1 31-44 16,5 13-50-16,9 32-167 15,9-10-305-15,3-9-491 0</inkml:trace>
  <inkml:trace contextRef="#ctx0" brushRef="#br0" timeOffset="-128574.88">22011 10716 1356 0,'0'0'355'0,"0"0"-228"0,0 0-65 16,0 0 57-16,0 0-1 15,0 0-37-15,0 0-24 16,128 46 9-16,-99-44-12 15,-1-2-20-15,1 0-8 16,-2-4-15-16,-3-12 2 16,-4-8 1-16,1-6-4 15,-6-3-10-15,-6-2 0 16,-3 3 0-16,-6 4 11 16,0 3-4-16,-20 7 10 15,-5 6 26-15,-4 8 7 16,-1 4-33-16,1 0-17 0,-2 16-46 15,8 11-61-15,5 19-33 16,6-6-86-16,9-4-367 0</inkml:trace>
  <inkml:trace contextRef="#ctx0" brushRef="#br0" timeOffset="-128209.84">22350 10716 1502 0,'0'0'306'0,"0"0"-249"16,0 0 3-16,0 0 35 16,0 0 8-16,0 0-24 15,0 0 5-15,95 4-21 16,-74-6-4-16,2-13-22 15,1-2-7-15,-2-6-11 16,-2-3-1-16,-2 1 3 16,-7-1 11-16,-1 2 13 15,-10 1 13-15,0 5 0 16,0 4 0-16,-12 8 35 16,-12 4 15-16,-3 2-62 15,-5 4-34-15,-1 18-12 16,7 4-21-16,-2 2-82 15,13 2-94-15,15 10-129 16,0-11-251-16,0-4-919 0</inkml:trace>
  <inkml:trace contextRef="#ctx0" brushRef="#br0" timeOffset="-127887.71">22766 10764 705 0,'0'0'1281'0,"0"0"-966"16,0 0-160-16,0 0-15 16,0 0-88-16,0 0-29 15,0 0 15-15,65-42 13 16,-41 26-18-16,-7 0-3 0,1-2 10 16,-2-1 15-1,-4-1-1-15,-9 0-15 0,-1 0 0 16,-2 2-2-16,0 0 20 15,-12 3-7-15,-9 2 2 16,-5 5-1-16,-7 6-5 16,-3 2-32-16,0 0-14 15,5 12-19-15,6 7-20 16,4 2-76-16,13 4-119 16,8 7-96-16,0-4-212 15,8-8-412-15</inkml:trace>
  <inkml:trace contextRef="#ctx0" brushRef="#br0" timeOffset="-127241.43">23425 9499 1624 0,'0'0'482'0,"0"0"-360"16,0 0 37-16,0 0 20 0,0 0-71 16,0 0-64-16,0 0-17 15,-11 72 33-15,-1-32-15 16,-1 2 4-16,5 0-13 16,2 0-8-16,0-1 2 15,3 0 2-15,3 2 0 16,0-5 1-16,0-2-7 15,5-4-13-15,10-6-2 16,3-6-1-16,3-4 1 16,7-6-5-16,1-6 0 15,4-4 1-15,-4 0 2 16,1-6-9-16,0-12-45 16,-6-6-85-16,-9-13-99 15,-12 6-148-15,-3 4-585 0</inkml:trace>
  <inkml:trace contextRef="#ctx0" brushRef="#br0" timeOffset="-127067.9">23232 9842 1916 0,'0'0'494'0,"0"0"-396"15,0 0 33-15,0 0 78 16,0 0-61-16,116-6-66 15,-75 3-52-15,5 2-28 16,-2 1-2-16,21 0-184 16,-14 0-336-16,-13 0-635 0</inkml:trace>
  <inkml:trace contextRef="#ctx0" brushRef="#br0" timeOffset="-125973.83">24694 9324 1832 0,'0'0'311'16,"0"0"-233"-16,0 0-63 15,0 0 26-15,-20 147 73 16,31-71 17-16,19 26-20 16,9 28-9-16,5 40 8 15,-6 15-1-15,-2-2-26 16,-15-15-6-16,-6-29-23 0,-3-14-7 15,-1-28-20 1,-4-21-3-16,1-22-8 0,-8-6 5 16,3 1-4-16,0-1 8 15,-3 0 0-15,0-10-7 16,0-8-7-16,0-8-10 16,0-8 5-16,0-4-6 15,0-6-24-15,0-4-65 16,0-14-121-16,3-12-282 15,1-9-496-15</inkml:trace>
  <inkml:trace contextRef="#ctx0" brushRef="#br0" timeOffset="-125239.78">25813 9136 1610 0,'0'0'231'0,"0"0"-149"15,0 0 164-15,-111 6-48 16,89-4-36-16,8-2-61 16,4 2-25-16,5 1-25 15,2-1-30-15,0 7-19 16,-1-1-1-16,-4 6-1 0,-2 4 6 16,-1 2 18-16,-4 3 21 15,3-2-15-15,-2 3-14 16,4-2-8-16,-1 0-8 15,4-3 0-15,4 0 0 16,3-2-1-16,0-8-8 16,0-1 3-16,3-2-16 15,15-3-11-15,6-3 24 16,3 0-12-16,2 0 21 16,4-3 0-16,-3-3 0 15,-6 6 0-15,-6 0 0 16,-7 0 0-16,-2 6 21 15,-6 15 37-15,-3 5 11 16,0 2 13-16,-8 4 8 16,-13-2-18-16,-1-1-15 0,-1-2-20 15,-6-4-5-15,4-2-16 16,-1-5-9-16,8-5-7 16,3-4-22-16,12-7-55 15,3 0-94-15,6-10-171 16,16-10-475-16</inkml:trace>
  <inkml:trace contextRef="#ctx0" brushRef="#br0" timeOffset="-124922.64">26165 9431 1768 0,'0'0'371'15,"0"0"-283"-15,0 0-49 16,0 0 32-16,0 0 27 16,0 0-23-16,157 80-21 15,-103-80-6-15,-1 0-14 16,-3-3-4-16,-5-15-7 16,-9-4-6-16,-10-6 2 15,-8-2 4-15,-5-4 5 16,-11 2 48-16,-2 0 12 15,-9 4-20-15,-17 4-33 16,-7 7-15-16,-6 6-20 16,-5 11-2-16,-4 0-80 0,-27 52-185 15,13 2-240 1,8 7-489-16</inkml:trace>
  <inkml:trace contextRef="#ctx0" brushRef="#br0" timeOffset="-124323.23">25885 11193 2004 0,'0'0'347'0,"0"0"-275"16,0 0-27-16,0 0 32 16,0 0-10-16,0 0 18 15,36 114 12-15,-13-93-27 16,5-3 9-16,1-5-20 15,4-4-10-15,0-8-15 16,-4-1-11-16,4-4-10 16,-3-22 7-16,-1-10-1 15,-5-10 2-15,-7-4-3 16,-14 0 2-16,-3 4 31 16,-18 6-11-16,-20 8-12 15,-9 14 13-15,-7 12-10 16,-8 6-31-16,6 22-28 0,2 19-69 15,0 43-130-15,10-13-299 16,14-3-396-16</inkml:trace>
  <inkml:trace contextRef="#ctx0" brushRef="#br0" timeOffset="-123201.23">8123 15133 2116 0,'0'0'541'16,"0"0"-454"-16,0 0-43 15,0 0 46-15,0 0 15 16,0 0-47-16,0 0-31 16,30-1-5-16,-12 1 25 15,6 0-19-15,-1 0-14 16,0 0-8-16,-5 0-6 15,3 1-28-15,-6-1-111 16,-5 8-109-16,-5-2-221 0,-5 6-361 0</inkml:trace>
  <inkml:trace contextRef="#ctx0" brushRef="#br0" timeOffset="-122988.8">8141 15418 1689 0,'0'0'624'15,"0"0"-469"-15,0 0-91 16,0 0 58-16,0 0 107 16,0 0-38-16,0 0-62 15,92 0-63-15,-68-4-36 16,-4 4-20-16,1-4-10 16,4 4-69-16,-2 0-89 0,18-2-136 15,-7 2-229 1,-8 0-234-16</inkml:trace>
  <inkml:trace contextRef="#ctx0" brushRef="#br0" timeOffset="-118975.52">19998 11111 1986 0,'0'0'537'0,"0"0"-457"15,0 0-19-15,0 0 9 16,0 0-10-16,0 0 47 16,0 0 1-16,118 7-50 15,-82-6-34-15,-10 2-24 16,-2 1-31-16,-6-2-184 15,-6 2-271-15,-6-4-540 0</inkml:trace>
  <inkml:trace contextRef="#ctx0" brushRef="#br0" timeOffset="-114169.36">9318 15168 1317 0,'0'0'402'0,"0"0"-213"15,0 0-69-15,0 0-23 0,0 0 0 16,0 0-32-16,0 0 2 16,11-14 46-1,7 9-30-15,6 5-12 0,3 0-17 16,2 0 9-16,1 0-20 15,3 0-19-15,-4 0-11 16,1 0-11-16,-6 0-1 16,-6 0 7-16,-1 0-8 15,-8 0 6-15,-5 0 0 16,-4-2 6-16,0-4 5 16,0-2 15-16,0-2-2 15,0-5-4-15,-13 0-17 16,1 5 9-16,-6-2 6 0,-3 7-11 15,-2 4-12-15,-3 1-1 16,-2 0-7-16,-1 12-13 16,-1 7 11-16,4 4 3 15,2 7 5-15,6 7-7 16,3-1 8-16,13 8 0 16,2 0 2-16,0 2 8 15,13-6-9-15,18-6 8 16,4-6 3-16,7-6-12 15,9-14 0-15,1-8-11 16,2 0 10-16,-3-4-40 16,-4-12-43-16,1-11-88 15,-19 9-118-15,-11 1-392 0</inkml:trace>
  <inkml:trace contextRef="#ctx0" brushRef="#br0" timeOffset="-113485.2">9863 14440 1534 0,'0'0'255'15,"0"0"-184"-15,0 0-17 16,0 0 49-16,0 0 10 16,0 0-14-16,5 118-13 15,11-85-5-15,2 5-1 16,3-5-17-16,6-4-13 16,-3-6-21-16,6-7 2 15,-1-12-10-15,1-4-9 16,-1 0 2-16,1-22 6 15,-3-7-5-15,-9-10 10 0,-9-5 2 16,-6-4 9 0,-3-2-14-16,-15 1 4 0,-18 5-19 15,-11 8-7-15,-10 6-48 16,-3 16-1-16,4 14-9 16,3 8-27-16,9 28-91 15,10 53-35-15,13-8-105 16,13-4-517-16</inkml:trace>
  <inkml:trace contextRef="#ctx0" brushRef="#br0" timeOffset="-112997.5">10384 15280 1949 0,'0'0'394'16,"0"0"-262"-16,0 0-66 15,0 0-41-15,0 0-19 16,0 0 83-16,0 0 50 16,116-28-33-16,-75 19-19 15,1 2-32-15,-4 1-28 16,-5 2-20-16,-9 0-7 16,-9 4-1-16,-10 0-129 15,-5 0-127-15,0 5-207 16,-8 8-414-16</inkml:trace>
  <inkml:trace contextRef="#ctx0" brushRef="#br0" timeOffset="-111968.25">11822 14993 1280 0,'0'0'483'15,"0"0"-396"-15,0 0-44 16,0 0 86-16,0 0 27 16,0 0-31-16,0 0-3 15,89 4-36-15,-63-4-3 16,5 0-20-16,0-12-4 15,0-5-5-15,-2 3-6 0,-5-5-8 16,-3 0 2-16,-10 4-12 16,-1 1-6-16,-7-1 4 15,-3 8 23-15,0-6 15 16,-16 8-35-16,-7 1-11 16,-7 4-14-16,-9 0-6 15,0 0 0-15,-5 16 0 16,-2 8-7-16,0 2 7 15,5 4-1-15,8 2 0 16,9 1 0-16,9 0 0 16,10 3 0-16,5 4-6 15,0 1 7-15,17-2-7 16,14 0 6-16,0-5-5 16,5-7 5-16,3-4-7 0,-1-13 7 15,1-6-5-15,-3-4-55 16,-3 0-40-16,8-24-73 15,-8-2-163-15,-12 4-431 0</inkml:trace>
  <inkml:trace contextRef="#ctx0" brushRef="#br0" timeOffset="-110730.55">12500 14149 1709 0,'0'0'372'0,"0"0"-192"0,0 0-87 16,0 0 23-16,0 0-43 16,0 0-24-16,0 0-2 15,13-22 38-15,15 22-7 16,1 0-29-16,1 0-23 16,3 0-16-16,-1 0-3 15,4 6-7-15,-3 2-104 16,17-8-97-16,-8 0-186 15,-3 0-434-15</inkml:trace>
  <inkml:trace contextRef="#ctx0" brushRef="#br0" timeOffset="-110101.24">13477 13677 1410 0,'0'0'380'0,"0"0"-170"16,0 0-27-16,0 0-1 15,0 0-48-15,0 0-27 16,0 0-3-16,-66 13-18 15,60-7-26-15,-2 0-15 16,1 1-35-16,4 4-5 16,0-1-5-16,3 1-9 15,0 1 0-15,0 1-1 16,3-1-1-16,12 0-1 16,3 0-3-16,3 0 14 0,0 0-1 15,-1 1 1-15,1 0 1 16,-9 3 12-16,-1 0 46 15,-4 0 11-15,-7 2 4 16,0 3-11-16,-7-2-14 16,-6 1-9-16,-8-1-14 15,-4-1-13-15,4-5-1 16,-2-2-11-16,0-3-11 16,2-8-30-16,3 0-44 15,0-8-120-15,8-45-86 16,8 6-329-16,2-6-427 0</inkml:trace>
  <inkml:trace contextRef="#ctx0" brushRef="#br0" timeOffset="-110014.47">13477 13677 1540 0</inkml:trace>
  <inkml:trace contextRef="#ctx0" brushRef="#br0" timeOffset="-109917.7">13477 13677 1540 0,'-144'39'505'0,"144"-39"-401"0,0 2-61 0,13-2 63 15,5 0 81-15,5 0-41 16,3 0-63-16,10 0-56 16,0 0-27-16,3 0-56 15,6 0-128-15,-6 0-163 16,-10 0-417-16</inkml:trace>
  <inkml:trace contextRef="#ctx0" brushRef="#br0" timeOffset="-109533.75">13922 13884 1654 0,'0'0'569'0,"0"0"-450"15,0 0-93-15,0 0 63 0,0 0 53 16,0 0-23-16,0 0-25 16,0 0-27-16,89 84-21 15,-65-75 4-15,-1-3-22 16,2-5-8-16,-2-1-13 16,-2 0-1-16,-3-10 10 15,-3-10-1-15,-7-6 5 16,-2-4-8-16,-6-4 0 15,0 4-3-15,-18 2-9 16,-11 5 0-16,-12 6-26 16,-2 11-1-16,-4 6-67 15,3 0-93-15,-4 34-83 16,9 0-48-16,13 2-346 0</inkml:trace>
  <inkml:trace contextRef="#ctx0" brushRef="#br0" timeOffset="-109017.14">13061 14453 1061 0,'0'0'838'0,"0"0"-559"16,0 0-133-16,0 0 0 15,0 0-27-15,0 0-49 16,0 0 58-16,136-17 32 16,-35 3-38-16,39-3-47 0,30-1-25 15,10-4-28 1,-8 3-1-16,-17-2-9 0,-42 1-10 15,-21 4-1-15,-30 2 26 16,-16 0-13-16,-2 5-8 16,-8 2-6-16,-10 1-51 15,-17 6-55-15,-16 2-39 16,-16 15-109-16,-10 0-491 0</inkml:trace>
  <inkml:trace contextRef="#ctx0" brushRef="#br0" timeOffset="-107883.16">13408 14901 1727 0,'0'0'394'0,"0"0"-272"16,0 0-29-16,0 0-7 0,0 0 45 16,0 0-4-1,0 0-33-15,54 98-17 0,-39-70-4 16,-7 0-16-16,-8 0-18 15,0-2-9-15,0 1-12 16,-8-4-6-16,-10 0-12 16,0-9-3-16,3-5-20 15,0-5-17-15,4-4 16 16,1 0-31-16,7-10-23 16,3-16 39-16,0-10 11 15,10-10 4-15,10-6 17 16,4-2 6-16,-1 4 0 0,-8 6-8 15,-2 10-11-15,-13 7 10 16,0 8 10-16,-7 9 8 16,-16 7 5-16,-8 3 25 15,0 9-22-15,-3 14-16 16,8 12-2-16,4-1-71 16,22 16-151-16,0-14-253 15,10-9-316-15</inkml:trace>
  <inkml:trace contextRef="#ctx0" brushRef="#br0" timeOffset="-107517.14">13759 15102 1536 0,'0'0'563'15,"0"0"-461"-15,0 0-68 16,0 0 54-16,0 0 12 16,0 0-32-16,0 0-17 15,62 47-7-15,-38-44-12 16,2-3-10-16,-1 0 0 16,1-5-10-16,-8-10 0 15,0-6-11-15,-10-3 8 16,-8-5-3-16,0-4 13 15,0 1 13-15,-21 1 15 16,-8 6-14-16,-4 4-15 0,-3 14 17 16,3 3 23-16,4 4-30 15,3 6-28-15,8 16-66 16,9 4-62-16,9 14-94 16,0-4-125-16,18-6-413 0</inkml:trace>
  <inkml:trace contextRef="#ctx0" brushRef="#br0" timeOffset="-107171.08">14068 15154 1661 0,'0'0'532'15,"0"0"-409"-15,0 0-40 16,0 0-37-16,0 0 6 0,0 0 75 15,0 0-37-15,98-35-19 16,-75 21-33-16,-2-4-17 16,0-3-9-16,-4 2-5 15,-1-7 1-15,-8-4-7 16,-4 5 7-16,-4 0 9 16,0 6 19-16,-12 2 6 15,-15 3 18-15,-3 10-6 16,-11 4-8-16,2 0-28 15,1 6-18-15,4 14-9 0,8 4-29 16,11 1-69 0,12 4-91-16,3 1-61 0,11 10-46 15,17-10-255-15,-2-6-308 0</inkml:trace>
  <inkml:trace contextRef="#ctx0" brushRef="#br0" timeOffset="-106856.9">14269 15102 641 0,'0'0'1006'0,"0"0"-700"16,0 0-135-16,0 0 20 15,0 0-15-15,0 0-6 16,0 0-60-16,39 0-7 16,-24 0-15-16,6 0-28 15,-1 0-30-15,8 0-8 0,-8-9-2 16,4-1-4-16,-3-8-5 15,-6 0-1-15,0-8-9 16,-7 2 11-16,-8-1 3 16,0 2 33-16,0 1 17 15,-23 4-16-15,-1 4-9 16,-9 7 2-16,0 7 6 16,-5 0-45-16,-1 17-3 15,3 9-60-15,7 9-50 16,20 14-117-16,6-9-306 15,3-6-489-15</inkml:trace>
  <inkml:trace contextRef="#ctx0" brushRef="#br0" timeOffset="-104580.99">16029 15008 1600 0,'0'0'543'16,"0"0"-419"-16,0 0 29 0,0 0 58 15,0 0-52-15,0 0-57 16,0 0-59-16,-15-15-23 16,38 11 41-16,1 4-4 15,6-4-33-15,-4 4-24 16,2 0-30-16,-2 0-94 15,-5 0-88-15,-4 4-148 16,-1 4-267-16,-14 3-526 0</inkml:trace>
  <inkml:trace contextRef="#ctx0" brushRef="#br0" timeOffset="-104415.43">16034 15154 1647 0,'0'0'522'0,"0"0"-400"15,0 0-122-15,0 0 52 16,0 0 74-16,0 0-31 16,122 0-55-16,-56 0-40 15,-10 0-204-15,-3 0-343 0</inkml:trace>
  <inkml:trace contextRef="#ctx0" brushRef="#br0" timeOffset="-103648.48">18063 14696 1839 0,'0'0'510'15,"0"0"-430"-15,0 0-57 16,0 0 44-16,-8-105 26 16,8 93 0-16,0 7-15 15,0 1-18-15,0 4-10 0,0 0-23 16,0 9 2-16,0 18 2 16,0 17 23-16,0 14-9 15,0 5-24-15,8 3-11 16,-3-2-8-16,5-3-1 15,-4-11 0-15,1-1 5 16,-7-14-5-16,0-6 8 16,0-7 2-16,0-4 23 15,0-6 26-15,0-3-3 16,-10-5 4-16,-3-3 10 16,0-1-19-16,-5 0 1 15,0 0-19-15,-3 0-10 16,3 0-12-16,0-1 0 0,9-2-12 15,6 2-1-15,3 1-8 16,0-4-16-16,0 4-20 16,10-6-48-16,10 2 27 15,9-3-30-15,7 1-100 16,23-4-170-16,-10 2-271 16,-5-1-567-16</inkml:trace>
  <inkml:trace contextRef="#ctx0" brushRef="#br0" timeOffset="-103433.05">18505 14959 2399 0,'0'0'627'15,"0"0"-545"-15,0 0-38 16,0 0 23-16,0 0 47 15,0 0-33-15,152-14-39 16,-111 8-38-16,-1 4-4 16,4 2-124-16,-11 0-213 15,-9 0-474-15</inkml:trace>
  <inkml:trace contextRef="#ctx0" brushRef="#br0" timeOffset="-86213.07">9344 14526 1585 0,'0'0'578'16,"0"0"-464"-16,0 0 51 16,0 0 25-16,0 0-87 15,0 0-73-15,30 0 4 0,-12 0 45 16,0 0-4 0,-1 0-9-16,0 0-1 0,1 0-21 15,-2 0-20-15,-4-2-12 16,-1-4-12-16,-1 4-75 15,-2-2-167-15,-1-2-277 16,-7 6-575-16</inkml:trace>
  <inkml:trace contextRef="#ctx0" brushRef="#br0" timeOffset="12976.87">19525 14774 1739 0,'0'0'486'16,"0"0"-333"-16,0 0-98 15,0 0 55-15,0 0 7 16,-45 125-14-16,45-93-19 16,0-1-29-16,9 0-25 15,6-3 16-15,3-2 2 16,3-7-3-16,0 2-11 0,-1-6-7 15,4-9-15-15,-1-1 2 16,5-5-4-16,-2 0 1 16,4-11-5-16,-1-26 4 15,2-12-1-15,-5-12-1 16,-6-7-7-16,-7-7 6 16,-13 7-1-16,0 7 0 15,-24 7 3-15,-11 9 0 16,-7 14 2-16,-9 12-2 15,0 15-2-15,2 4-7 16,3 17-5-16,2 20-12 16,18 13-14-16,5 10-44 15,14 7-43-15,7 2-33 0,3 0-42 16,36 17-67 0,-6-17-117-16,0-15-279 0</inkml:trace>
  <inkml:trace contextRef="#ctx0" brushRef="#br0" timeOffset="13240.17">20068 15105 1370 0,'0'0'387'16,"0"0"-166"-16,0 0-99 16,0 0 31-16,0 0-32 15,0 0-39-15,0 0-45 16,0 103-22-16,0-84-15 16,0 8-123-16,0-5-252 15,0-5-643-15</inkml:trace>
  <inkml:trace contextRef="#ctx0" brushRef="#br0" timeOffset="14094.88">21022 14497 1433 0,'0'0'514'16,"0"0"-357"-16,0 0 10 16,0 0-16-16,0 0-26 15,0 0-12-15,0 0-18 16,-47-25-16-16,29 25-12 16,0 0-10-16,-8 0 18 0,-2 0-26 15,2 0-26-15,-4 4-5 16,1 10 1-16,4-1-2 15,7 4 5-15,0 2-7 16,7 0-7-16,6 6-8 16,-2-2 0-16,4 5 0 15,3-2-1-15,0-2-5 16,0 0 4-16,10-5-8 16,3-3-17-16,3-5-11 15,4-4 11-15,1-7 12 16,6 0 3-16,-3-9 5 0,2-10 6 15,-1-6 0 1,-4-3 1-16,-4 2 0 0,-3 5 1 16,-4 4 4-16,-2 5-3 15,-8 8 11-15,3 1 10 16,-3 3 4-16,4 0-8 16,-4 0 5-16,0 0-4 15,0 13-11-15,0 10 9 16,0 6 13-16,0 9-8 15,0 10-16-15,0 1-1 16,0 5-5-16,0-4 0 16,0 0-1-16,0-4-22 15,6-6-61-15,6-12-87 0,17-16-122 16,4-6-170 0,0-6-189-16</inkml:trace>
  <inkml:trace contextRef="#ctx0" brushRef="#br0" timeOffset="14660.37">21595 14560 1443 0,'0'0'561'0,"0"0"-355"16,0 0-5-16,0 0-12 15,0 0-38-15,0 0-30 16,0 0-24-16,-103-20-9 16,72 27-25-16,5 10-3 15,0 2-12-15,1 0-9 16,4 6-8-16,1-2-7 15,5 1-11-15,6 0-12 16,9-4-1-16,0 2-7 16,0-5-2-16,6-3-3 15,15-5-6-15,2-6-22 16,7-3-26-16,3 0 3 16,-1-17 12-16,1-1-4 0,-9 0 32 15,-2 2 22-15,-11 6 1 16,-6 4 0-16,-1 6 25 15,-4 0 27-15,0 10 17 16,0 15 15-16,0 8-9 16,0 8-25-16,0-1-18 15,0-6-14-15,-4 1-5 16,1-2-7-16,3-1 0 16,0-2-5-16,-2-2-1 15,2-2-8-15,0-4-60 16,0-7-102-16,15-15-173 15,3 0-227-15,-3 0-303 0</inkml:trace>
  <inkml:trace contextRef="#ctx0" brushRef="#br0" timeOffset="15193.95">21973 14540 1423 0,'0'0'336'0,"0"0"-189"16,0 0-3-1,0 0 94-15,0 0-63 0,125-74 9 16,-102 67-54-16,-2 6-39 16,-6 1-24-16,-7 0-14 15,-8 18 11-15,0 8 39 16,-5 11-26-16,-13 3-46 16,-8-1-16-16,4-1-14 15,8-10 1-15,2-4-2 16,9-11-5-16,3-4-30 15,0-5-34-15,21 1 30 16,2-1 29-16,7 1 4 0,-4-1 6 16,-2 2 0-16,-2 7 1 15,-11-4 17-15,-1 8 63 16,-10 2 11-16,0 3-12 16,0 5-27-16,-18 1-14 15,-3 1-11-15,-7 3-11 16,5-1-10-16,-3-5-6 15,-2-2-1-15,8-4-31 16,4-6-41-16,5-12-124 16,9-2-184-16,-2 0-452 0</inkml:trace>
  <inkml:trace contextRef="#ctx0" brushRef="#br0" timeOffset="15578">22602 14462 1702 0,'0'0'550'0,"0"0"-403"16,0 0 109-16,0 0-64 15,0 0-51-15,0 0-49 16,0 0-38-16,-26 44-16 15,19-28-7-15,5 3-7 16,2 6-12-16,0 2-4 16,9 9-1-16,12 3 4 15,8 1-1-15,7 0-1 0,-1 1 54 16,1-1-14-16,-3-8-20 16,-12-2-14-16,-6-5 3 15,-7-2-5-15,-8 0-1 16,0-6-6-16,-8-3 5 15,-14 1-6-15,-4-12-5 16,-7-3-33-16,4-7-48 16,-17-62-160-16,15 5-335 15,0-6-235-15</inkml:trace>
  <inkml:trace contextRef="#ctx0" brushRef="#br0" timeOffset="15732.51">22582 14426 1748 0,'0'0'530'0,"0"0"-339"0,0 0 132 16,0 0-70-16,149-30-67 15,-103 16-70-15,5 1-72 16,-7 2-44-16,20 0-87 16,-17 5-194-16,-11 2-515 0</inkml:trace>
  <inkml:trace contextRef="#ctx0" brushRef="#br0" timeOffset="16588.22">23420 14779 1460 0,'0'0'546'16,"0"0"-327"-16,0 0-48 15,0 0 62-15,0 0-20 16,0 0-33-16,0 0-47 15,124-31-33-15,-94 26-21 16,0-2-34-16,-9 4-25 16,0 0-20-16,-6 0-11 15,-7 3-72-15,-8 0-144 16,0 0-242-16,0 0-198 0</inkml:trace>
  <inkml:trace contextRef="#ctx0" brushRef="#br0" timeOffset="16794.66">23455 15031 1785 0,'0'0'646'16,"0"0"-467"-16,0 0 153 16,0 0-82-16,124-22-84 15,-88 6-74-15,0 0-55 16,-6 1-37-16,-3 2-4 15,6 1-83-15,-13 2-195 16,-2 5-725-16</inkml:trace>
  <inkml:trace contextRef="#ctx0" brushRef="#br0" timeOffset="30633.69">24533 14789 1510 0,'0'0'252'15,"0"0"-150"-15,0 0-51 0,0 0 71 16,12 124 6 0,9-98-43-16,0-6-15 0,2-2 10 15,8-6-22-15,-1-8-11 16,-1-4-3-16,1 0 30 16,-4-12 14-16,-2-10-3 15,-9-10-24-15,0-7-13 16,-7-2-20-16,-8-8-14 15,0 3 1-15,-2 2 27 16,-25-2-6-16,-11 2-19 16,-10 5-9-16,-2 1-8 15,-11 13 1-15,5 6-1 16,3 15-7-16,5 4-32 16,7 25-39-16,17 21-20 0,15 17-41 15,24 44-53-15,21-12-169 16,11-13-373-16</inkml:trace>
  <inkml:trace contextRef="#ctx0" brushRef="#br0" timeOffset="30828.17">25095 14949 1813 0,'0'0'389'0,"0"0"-266"16,0 0-93-16,0 0-13 0,-18 122-17 16,24-91-86-16,24 0-106 15,-6-5-177-15,-1-8-689 0</inkml:trace>
  <inkml:trace contextRef="#ctx0" brushRef="#br0" timeOffset="31217.12">25517 14807 1681 0,'0'0'403'0,"0"0"-245"15,0 0-54-15,0 0 57 16,0 0-46-16,-6 111-57 0,17-80-10 15,7-3-24-15,6-8-11 16,1-6-12-16,1-10 5 16,4-4 0-16,-1-4 6 15,-5-18 6-15,0-12-5 16,-6-8-2-16,-4-6 2 16,-7-2-2-16,-7 1 1 15,-10-3 10-15,-19 6 5 16,-7 2-26-16,-9 11 6 15,1 12-7-15,3 13-11 0,5 8-17 16,10 29-37 0,8 20-9-16,8 19-32 0,10 35-117 15,18-17-302-15,9-15-315 0</inkml:trace>
  <inkml:trace contextRef="#ctx0" brushRef="#br0" timeOffset="31567.19">26025 14801 1672 0,'0'0'586'16,"0"0"-475"-16,0 0 18 16,0 0-16-16,0 0-52 15,0 0-22-15,9 126-5 0,11-98-7 16,1 2-9-1,7-7-11-15,-5-10 1 0,3-5-7 16,2-8 10-16,-2 0 11 16,-3-8 1-16,5-18-5 15,-10-10-8-15,-4-8 11 16,-5-6-5-16,-9-3-2 16,0 2-4-16,-12 2 14 15,-14 9-3-15,-5 9-9 16,3 17 30-16,-8 14-14 15,3 0-28-15,0 31-17 16,1 15-65-16,4 11-26 16,17 33-62-16,2-19-302 0,9-4-290 15</inkml:trace>
  <inkml:trace contextRef="#ctx0" brushRef="#br0" timeOffset="32022.98">26723 14464 1795 0,'0'0'337'15,"0"0"-182"-15,0 0 99 16,0 0-82-16,0 0-76 16,0 0-42-16,0 0-4 15,-104 142-2-15,95-90-12 16,9 4-9-16,0 2-7 16,0 0-13-16,15-1-7 15,8-9 0-15,5-8-6 16,4-7 0-16,3-16 0 15,1-11-18-15,-3-6-6 16,-4-6 24-16,-8-20 6 16,-3-7 13-16,-11-2 4 15,-7 3 5-15,0 5 17 0,-3 10 4 16,-15 13-1-16,-4 4-21 16,-1 0-21-16,-1 14-20 15,1 12-79-15,5 1-98 16,12 9-124-16,2-11-265 15,4-5-329-15</inkml:trace>
  <inkml:trace contextRef="#ctx0" brushRef="#br0" timeOffset="32567.52">27198 14440 1580 0,'0'0'271'0,"0"0"-38"16,0 0 14-16,0 0-44 15,0 0-23-15,131-14-60 0,-113 34-50 16,-7 10 12 0,-11 2 21-16,0 6-31 0,-5 0-6 15,-16-2-25-15,3-6-22 16,6-8-14-16,6-4-5 15,6-12-39-15,3 0-42 16,22 0 27-16,1 0 31 16,0 7 14-16,-1-4 8 15,-2 7 1-15,-12 3 0 16,-4 3 39-16,-7 3 35 16,0 4 29-16,-9 3-1 15,-12 0-26-15,-8-2-16 16,-4 0-16-16,-3-4-19 15,7-2-8-15,2-8-17 0,9-4-9 16,9-7-54-16,9-5-90 16,11-7-479-16,17-7-988 0</inkml:trace>
  <inkml:trace contextRef="#ctx0" brushRef="#br0" timeOffset="33148.97">28321 15008 1785 0,'0'0'292'16,"0"0"-206"0,-71 115 38-16,42-66-46 0,4-3-55 15,7-12-23-15,10-6-42 16,8-24-134-16,15-4-180 15,8 0-262-15</inkml:trace>
  <inkml:trace contextRef="#ctx0" brushRef="#br0" timeOffset="33284.6">28381 15105 1264 0,'0'0'691'0,"0"0"-438"16,0 0 12-16,0 0-39 15,-80 125-39-15,56-79-61 16,6-6-80-16,14 0-46 15,4-13-214-15,0-14-595 0</inkml:trace>
</inkml:ink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5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4053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Distribuição Uniforme</a:t>
                </a:r>
              </a:p>
              <a:p>
                <a:pPr marL="285737" indent="-285737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285737" indent="-285737">
                  <a:buFont typeface="Arial" panose="020B0604020202020204" pitchFamily="34" charset="0"/>
                  <a:buChar char="•"/>
                </a:pPr>
                <a:r>
                  <a:rPr lang="pt-BR" sz="2800" b="1" dirty="0"/>
                  <a:t>Definição</a:t>
                </a:r>
                <a:r>
                  <a:rPr lang="pt-BR" sz="2800" dirty="0"/>
                  <a:t xml:space="preserve">. A v.a.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 xml:space="preserve"> tem distribuição uniforme no intervalo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sz="2800" dirty="0"/>
                  <a:t xml:space="preserve"> se sua </a:t>
                </a:r>
                <a:r>
                  <a:rPr lang="pt-BR" sz="2800" dirty="0" err="1"/>
                  <a:t>f.d.p</a:t>
                </a:r>
                <a:r>
                  <a:rPr lang="pt-BR" sz="2800" dirty="0"/>
                  <a:t>. é dada por</a:t>
                </a:r>
              </a:p>
              <a:p>
                <a:pPr marL="285737" indent="-285737">
                  <a:buFont typeface="Arial" panose="020B0604020202020204" pitchFamily="34" charset="0"/>
                  <a:buChar char="•"/>
                </a:pPr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marL="285737" indent="-285737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den>
                            </m:f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0,</m:t>
                            </m:r>
                          </m:e>
                        </m:eqAr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 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mr>
                      <m:m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𝑐𝑎𝑠𝑜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𝑐𝑜𝑛𝑡𝑟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á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𝑟𝑖𝑜</m:t>
                          </m:r>
                        </m:e>
                      </m:mr>
                    </m:m>
                  </m:oMath>
                </a14:m>
                <a:endParaRPr lang="pt-BR" sz="2800" dirty="0"/>
              </a:p>
              <a:p>
                <a:pPr marL="285737" indent="-285737">
                  <a:buFont typeface="Arial" panose="020B0604020202020204" pitchFamily="34" charset="0"/>
                  <a:buChar char="•"/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4053289"/>
              </a:xfrm>
              <a:prstGeom prst="rect">
                <a:avLst/>
              </a:prstGeom>
              <a:blipFill>
                <a:blip r:embed="rId2"/>
                <a:stretch>
                  <a:fillRect l="-1272" t="-135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058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Gráfico da função densidade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370889D-276B-47F3-8315-940B98EFB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328" y="2270394"/>
            <a:ext cx="8446071" cy="396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67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34930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Esperança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Variância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3493072"/>
              </a:xfrm>
              <a:prstGeom prst="rect">
                <a:avLst/>
              </a:prstGeom>
              <a:blipFill>
                <a:blip r:embed="rId2"/>
                <a:stretch>
                  <a:fillRect l="-1090" t="-157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833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21187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37" indent="-285737">
                  <a:buFont typeface="Arial" panose="020B0604020202020204" pitchFamily="34" charset="0"/>
                  <a:buChar char="•"/>
                </a:pPr>
                <a:r>
                  <a:rPr lang="pt-BR" sz="2800" dirty="0" err="1"/>
                  <a:t>F.d.a</a:t>
                </a:r>
                <a:endParaRPr lang="pt-BR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den>
                              </m:f>
                            </m:e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mr>
                        <m:m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𝑠𝑒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mr>
                        <m:m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𝑠𝑒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mr>
                      </m:m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2118722"/>
              </a:xfrm>
              <a:prstGeom prst="rect">
                <a:avLst/>
              </a:prstGeom>
              <a:blipFill>
                <a:blip r:embed="rId2"/>
                <a:stretch>
                  <a:fillRect l="-1090" t="-258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8ED254D-632F-4F80-AB7F-E64E79653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5526" y="3727938"/>
            <a:ext cx="4802128" cy="232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294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 xml:space="preserve">Exemplo:  </a:t>
            </a:r>
            <a:r>
              <a:rPr lang="pt-BR" sz="2800" dirty="0"/>
              <a:t xml:space="preserve">Um tubo de PVC é submetido a grande pressão de água e é inspecionado no momento em que ocorre o primeiro vazamento. Com o objetivo de verificar a resistência à pressão de água, os técnicos de qualidade de uma empresa inspecionam os tubos de produzidos. Eles têm 7 metros de comprimento e a distância às extremidades são anotadas para análise posterior. </a:t>
            </a:r>
          </a:p>
          <a:p>
            <a:endParaRPr lang="pt-BR" sz="2800" dirty="0"/>
          </a:p>
          <a:p>
            <a:r>
              <a:rPr lang="pt-BR" sz="2800" dirty="0"/>
              <a:t>Denota-se por X a variável aleatória que indica a distância correspondente ao vazamento. Admita igual probabilidade de ocorrência em todos os pontos.</a:t>
            </a:r>
            <a:endParaRPr lang="pt-BR" sz="2800" i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638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Escolhe-se um tubo ao acaso para ser inspecionado. Qual a probabilidade de que o vazamento esteja, no máximo, a 1 metro da extremidade esquerda ou, no máximo, a 2 metros da extremidade direita?</a:t>
                </a:r>
              </a:p>
              <a:p>
                <a:endParaRPr lang="pt-BR" sz="2800" dirty="0"/>
              </a:p>
              <a:p>
                <a:r>
                  <a:rPr lang="pt-BR" sz="2800" b="1" dirty="0"/>
                  <a:t xml:space="preserve">Exemplo. </a:t>
                </a:r>
                <a:r>
                  <a:rPr lang="pt-BR" sz="2800" dirty="0"/>
                  <a:t xml:space="preserve">Um ponto é escolhido ao acaso no intervalo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2]. </m:t>
                    </m:r>
                  </m:oMath>
                </a14:m>
                <a:r>
                  <a:rPr lang="pt-BR" sz="2800" dirty="0"/>
                  <a:t xml:space="preserve">Qual a probabilidade de que esteja entre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sz="2800" dirty="0"/>
                  <a:t xml:space="preserve"> 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1,5</m:t>
                    </m:r>
                  </m:oMath>
                </a14:m>
                <a:r>
                  <a:rPr lang="pt-BR" sz="2800" dirty="0"/>
                  <a:t>?</a:t>
                </a:r>
              </a:p>
              <a:p>
                <a:endParaRPr lang="pt-BR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3539430"/>
              </a:xfrm>
              <a:prstGeom prst="rect">
                <a:avLst/>
              </a:prstGeom>
              <a:blipFill>
                <a:blip r:embed="rId2"/>
                <a:stretch>
                  <a:fillRect l="-1272" t="-1549" r="-42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787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i="0" dirty="0">
                <a:solidFill>
                  <a:srgbClr val="000000"/>
                </a:solidFill>
                <a:effectLst/>
                <a:latin typeface="ProximaNova"/>
              </a:rPr>
              <a:t xml:space="preserve">O tubo tem 7 metros de comprimento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i="0" dirty="0">
                <a:solidFill>
                  <a:srgbClr val="000000"/>
                </a:solidFill>
                <a:effectLst/>
                <a:latin typeface="ProximaNova"/>
              </a:rPr>
              <a:t>Denota-se por X a variável aleatória que indica a distância correspondente ao vazamento.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i="0" dirty="0">
                <a:solidFill>
                  <a:srgbClr val="000000"/>
                </a:solidFill>
                <a:effectLst/>
                <a:latin typeface="ProximaNova"/>
              </a:rPr>
              <a:t xml:space="preserve"> Admitindo igual probabilidade de ocorrência em todos os pontos, temos que U[0,7]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91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 xml:space="preserve">Exemplo. </a:t>
                </a:r>
                <a:r>
                  <a:rPr lang="pt-BR" sz="2800" dirty="0"/>
                  <a:t xml:space="preserve">Um ponto é escolhido ao acaso no intervalo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2]. </m:t>
                    </m:r>
                  </m:oMath>
                </a14:m>
                <a:r>
                  <a:rPr lang="pt-BR" sz="2800" dirty="0"/>
                  <a:t xml:space="preserve">Qual a probabilidade de que esteja entre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sz="2800" dirty="0"/>
                  <a:t xml:space="preserve"> 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1,5</m:t>
                    </m:r>
                  </m:oMath>
                </a14:m>
                <a:r>
                  <a:rPr lang="pt-BR" sz="2800" dirty="0"/>
                  <a:t>?</a:t>
                </a:r>
              </a:p>
              <a:p>
                <a:endParaRPr lang="pt-BR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1384995"/>
              </a:xfrm>
              <a:prstGeom prst="rect">
                <a:avLst/>
              </a:prstGeom>
              <a:blipFill>
                <a:blip r:embed="rId2"/>
                <a:stretch>
                  <a:fillRect l="-1272" t="-3965" r="-1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963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571759" cy="35142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>
                    <a:cs typeface="Calibri" panose="020F0502020204030204" pitchFamily="34" charset="0"/>
                  </a:rPr>
                  <a:t>Distribuição</a:t>
                </a:r>
                <a:r>
                  <a:rPr lang="pt-BR" sz="2800" b="1" dirty="0"/>
                  <a:t xml:space="preserve"> Exponencial</a:t>
                </a:r>
              </a:p>
              <a:p>
                <a:endParaRPr lang="pt-BR" sz="2800" dirty="0"/>
              </a:p>
              <a:p>
                <a:r>
                  <a:rPr lang="pt-BR" sz="2800" b="1" dirty="0"/>
                  <a:t>Definição</a:t>
                </a:r>
                <a:r>
                  <a:rPr lang="pt-BR" sz="2800" dirty="0"/>
                  <a:t xml:space="preserve">: Dizemos que a v.a.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 xml:space="preserve"> tem distribuição exponencial com parâmetro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sz="2800" dirty="0"/>
                  <a:t xml:space="preserve"> se a sua função densidade é dada por</a:t>
                </a:r>
              </a:p>
              <a:p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sSup>
                                <m:sSup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𝑠𝑒</m:t>
                              </m:r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𝑠𝑒</m:t>
                              </m:r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</m:eqArr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d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571759" cy="3514232"/>
              </a:xfrm>
              <a:prstGeom prst="rect">
                <a:avLst/>
              </a:prstGeom>
              <a:blipFill>
                <a:blip r:embed="rId2"/>
                <a:stretch>
                  <a:fillRect l="-1211" t="-156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358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5717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cs typeface="Calibri" panose="020F0502020204030204" pitchFamily="34" charset="0"/>
              </a:rPr>
              <a:t>Gráfico</a:t>
            </a:r>
            <a:endParaRPr lang="pt-BR" sz="2800" dirty="0"/>
          </a:p>
          <a:p>
            <a:endParaRPr lang="pt-BR" sz="2800" dirty="0"/>
          </a:p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F8B6BA3-5411-4A92-B7C0-806387713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40" y="2133340"/>
            <a:ext cx="10866798" cy="393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429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5257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Esperança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Variância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t-BR" sz="2800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Função de distribuição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          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&amp;0                        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≤0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2800" dirty="0"/>
              </a:p>
              <a:p>
                <a:pPr marL="285737" indent="-285737">
                  <a:buFont typeface="Arial" panose="020B0604020202020204" pitchFamily="34" charset="0"/>
                  <a:buChar char="•"/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5257721"/>
              </a:xfrm>
              <a:prstGeom prst="rect">
                <a:avLst/>
              </a:prstGeom>
              <a:blipFill>
                <a:blip r:embed="rId2"/>
                <a:stretch>
                  <a:fillRect l="-1090" t="-1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305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 xml:space="preserve">Exemplo: </a:t>
            </a:r>
            <a:r>
              <a:rPr lang="pt-BR" sz="2800" dirty="0"/>
              <a:t>Uma indústria fabrica lâmpadas especiais que ficam em operação continuamente. A empresa oferece a seus clientes a garantia de reposição, caso a lâmpada dure menos de 50 horas. O tempo de vida (em horas) dessas lâmpadas é modelada através da distribuição Exponencial com parâmetro 1/8000.</a:t>
            </a:r>
          </a:p>
          <a:p>
            <a:endParaRPr lang="pt-BR" sz="2800" dirty="0"/>
          </a:p>
          <a:p>
            <a:pPr marL="457200" indent="-457200">
              <a:buAutoNum type="alphaLcParenR"/>
            </a:pPr>
            <a:r>
              <a:rPr lang="pt-BR" sz="2800" dirty="0"/>
              <a:t>Determinar a probabilidade de uma lâmpada durar entre 200 e 2000 horas.</a:t>
            </a:r>
          </a:p>
          <a:p>
            <a:pPr marL="457200" indent="-457200">
              <a:buAutoNum type="alphaLcParenR"/>
            </a:pPr>
            <a:r>
              <a:rPr lang="pt-BR" sz="2800" dirty="0"/>
              <a:t>Determinar a probabilidade da empresa repor uma lâmpada que esteja no prazo da garantia.</a:t>
            </a:r>
          </a:p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04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LcParenR"/>
            </a:pPr>
            <a:r>
              <a:rPr lang="pt-BR" sz="2800" dirty="0"/>
              <a:t>Determinar a probabilidade de uma lâmpada durar entre 200 e 2000 horas.</a:t>
            </a:r>
          </a:p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F01250AB-1928-4070-86C8-1230C57288E5}"/>
                  </a:ext>
                </a:extLst>
              </p14:cNvPr>
              <p14:cNvContentPartPr/>
              <p14:nvPr/>
            </p14:nvContentPartPr>
            <p14:xfrm>
              <a:off x="385200" y="2575440"/>
              <a:ext cx="11584800" cy="381924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F01250AB-1928-4070-86C8-1230C57288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5840" y="2566080"/>
                <a:ext cx="11603520" cy="383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2304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lphaLcParenR" startAt="2"/>
            </a:pPr>
            <a:r>
              <a:rPr lang="pt-BR" sz="2800" dirty="0"/>
              <a:t>Determinar a probabilidade da empresa repor uma lâmpada que esteja no prazo da garantia.</a:t>
            </a:r>
          </a:p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79987A2-0788-472A-B547-97FAF6B301FE}"/>
                  </a:ext>
                </a:extLst>
              </p14:cNvPr>
              <p14:cNvContentPartPr/>
              <p14:nvPr/>
            </p14:nvContentPartPr>
            <p14:xfrm>
              <a:off x="879120" y="2694600"/>
              <a:ext cx="9338400" cy="415692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79987A2-0788-472A-B547-97FAF6B301F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9760" y="2685240"/>
                <a:ext cx="9357120" cy="417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93918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Contínuos I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Objetivos do aula: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Conhecer a distribuição uniforme contínua e calcular suas probabilidades.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Conhecer a distribuição exponencial e suas aplicações.</a:t>
            </a:r>
          </a:p>
          <a:p>
            <a:r>
              <a:rPr lang="pt-BR" sz="2400" b="1" dirty="0"/>
              <a:t xml:space="preserve">Referências: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Bussab, Morettin. </a:t>
            </a:r>
            <a:r>
              <a:rPr lang="pt-BR" sz="2000" b="1" dirty="0"/>
              <a:t>Estatística Básica</a:t>
            </a:r>
            <a:r>
              <a:rPr lang="pt-BR" sz="2000" dirty="0"/>
              <a:t>, 9ed — Cap. 7 (7.4.1, 7.4.3)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Montgomery, Runger. </a:t>
            </a:r>
            <a:r>
              <a:rPr lang="pt-BR" sz="2000" b="1" dirty="0"/>
              <a:t>Applied Statistics and Probability for Engineers</a:t>
            </a:r>
            <a:r>
              <a:rPr lang="pt-BR" sz="2000" dirty="0"/>
              <a:t>, 7th ed — Cap. 4 (4.4, 4.7)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Magalhães, Lima. </a:t>
            </a:r>
            <a:r>
              <a:rPr lang="pt-BR" sz="2000" b="1" dirty="0"/>
              <a:t>Noções de Probabilidade e Estatística</a:t>
            </a:r>
            <a:r>
              <a:rPr lang="pt-BR" sz="2000" dirty="0"/>
              <a:t>, 5ed — Cap. 6 (6.2)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Morettin. </a:t>
            </a:r>
            <a:r>
              <a:rPr lang="pt-BR" sz="2000" b="1" dirty="0"/>
              <a:t>Estatística Básica: Probabilidade e Inferência</a:t>
            </a:r>
            <a:r>
              <a:rPr lang="pt-BR" sz="2000" dirty="0"/>
              <a:t xml:space="preserve"> — Cap. 5 (5.2)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Contínuos I — Atividades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Atividades referentes à aula</a:t>
            </a:r>
          </a:p>
          <a:p>
            <a:r>
              <a:rPr lang="pt-BR" sz="2000" dirty="0"/>
              <a:t xml:space="preserve">Leitura recomendada: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 &amp; Morettin — Cap. 7: 7.4.1, 7.4.3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Montgomery &amp; Runger — Cap. 4: 4.4, 4.7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Magalhães &amp; Lima — Cap. 6: 6.2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Morettin — Cap. 5: 5.2</a:t>
            </a:r>
          </a:p>
          <a:p>
            <a:r>
              <a:rPr lang="pt-BR" sz="2000" dirty="0"/>
              <a:t>Exercícios recomendados: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Bussab, Cap. 7: exercícios sobre distribuição uniforme contínua e exponencial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4809</TotalTime>
  <Words>1566</Words>
  <Application>Microsoft Office PowerPoint</Application>
  <PresentationFormat>Widescreen</PresentationFormat>
  <Paragraphs>225</Paragraphs>
  <Slides>40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7" baseType="lpstr">
      <vt:lpstr>AlternateGothic2 BT</vt:lpstr>
      <vt:lpstr>Arial</vt:lpstr>
      <vt:lpstr>Calibri</vt:lpstr>
      <vt:lpstr>Calibri Light</vt:lpstr>
      <vt:lpstr>Cambria Math</vt:lpstr>
      <vt:lpstr>ProximaNova</vt:lpstr>
      <vt:lpstr>Tema do Office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Apresentação do PowerPoint</vt:lpstr>
      <vt:lpstr>Apresentação do PowerPoint</vt:lpstr>
      <vt:lpstr>Apresentação do PowerPoint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Apresentação do PowerPoint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Modelos de v.a. Discretas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187</cp:revision>
  <dcterms:created xsi:type="dcterms:W3CDTF">2020-07-20T19:35:15Z</dcterms:created>
  <dcterms:modified xsi:type="dcterms:W3CDTF">2024-08-27T12:02:46Z</dcterms:modified>
</cp:coreProperties>
</file>