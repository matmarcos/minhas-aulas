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900" r:id="rId2"/>
    <p:sldId id="270" r:id="rId3"/>
    <p:sldId id="271" r:id="rId4"/>
    <p:sldId id="291" r:id="rId5"/>
    <p:sldId id="292" r:id="rId6"/>
    <p:sldId id="272" r:id="rId7"/>
    <p:sldId id="273" r:id="rId8"/>
    <p:sldId id="274" r:id="rId9"/>
    <p:sldId id="293" r:id="rId10"/>
    <p:sldId id="297" r:id="rId11"/>
    <p:sldId id="279" r:id="rId12"/>
    <p:sldId id="280" r:id="rId13"/>
    <p:sldId id="281" r:id="rId14"/>
    <p:sldId id="282" r:id="rId15"/>
    <p:sldId id="287" r:id="rId16"/>
    <p:sldId id="283" r:id="rId17"/>
    <p:sldId id="284" r:id="rId18"/>
    <p:sldId id="901" r:id="rId19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210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7-09T01:56:03.3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21970 5239 494 0,'0'0'231'16,"0"0"-116"-16,0 0 75 16,0 0 11-16,0 0-36 15,0 0-27-15,0 0-36 16,23-54-12-16,-20 47 4 15,4-2-33-15,-2-3-17 16,4 0-13-16,0-4-15 16,4 0 9-16,-2-5-3 15,1 2 3-15,-1-3 1 16,2 0 2-16,-1 0-4 16,2-4 1-16,4-2-3 0,0-2-15 15,2-2 9 1,8-3-1-16,-2 3 4 0,2 0-10 15,0 4-1-15,3 2 6 16,-2 2 6-16,-2 2 14 16,-6 3 1-16,0 5 2 15,-6 1 2-15,-7 3-5 16,2 2-4-16,-5 2-8 16,4-2-13-16,0 3-2 15,-3-2-7-15,3 1-1 16,-3 2-1-16,-1 0-13 15,2 2-57-15,-4 2-45 16,-3 0-9-16,0 0-49 0,0 0-145 16,0 0-173-16,-10 4-435 15</inkml:trace>
  <inkml:trace contextRef="#ctx0" brushRef="#br0" timeOffset="1115.01">22116 5372 345 0,'0'0'196'16,"0"0"-43"-16,0 0-1 16,0 0-8-16,0 0 4 15,0 0-15-15,0 0 9 16,-7 0-21-16,7-5-11 15,0 4-8-15,0-4-20 16,0 4-22-16,0-3 0 16,0 2 3-16,0-2-15 15,0 0-20-15,0-2-4 16,0 0-5-16,7-2 10 0,-4-1 10 16,2-1-10-16,5 1-9 15,-2-5-4-15,0 0 0 16,7-4-3-16,1-3-11 15,2-1 5-15,2-2-6 16,1-2 0-16,2-2 1 16,2 2-1-16,-4 0 0 15,2 2 0-15,-5 3 0 16,0 0 10-16,3 0 0 16,-1 2 3-16,1-3-1 15,5 2-3-15,2-2-4 16,1-1 3-16,1 1-1 0,-4 5 1 15,-1-2 4-15,-1 7 18 16,-9 2 23-16,-4 2 5 16,-2 4-17-16,-3 2-20 15,-1 1-9-15,8-4-12 16,2-1 1-16,6-2 4 16,-3 0-5-16,8-2 7 15,-8 3-7-15,0 0 0 16,-6 1-1-16,-7 4-21 15,-5 2-71-15,0 0-82 16,-8 0-33-16,-10 2-185 16,0 4-527-16</inkml:trace>
  <inkml:trace contextRef="#ctx0" brushRef="#br0" timeOffset="2332.75">21833 5085 658 0,'0'0'495'0,"0"0"-329"16,0 0-44-16,0 0-30 16,0 0-50-16,0 0 4 15,0 0 72-15,-2 6 5 16,4 6-28-16,1 0-8 15,0 2 7-15,0 2-4 16,-3 5-21-16,2-3-29 16,3 4-9-16,-3-2-2 15,4 2-10-15,-3 0 5 16,3 0-1-16,-3 2 4 16,3 0-5-16,-1 2-5 15,-5 2 2-15,3-5 0 0,1 4-4 16,-1-1 2-16,-3-2-8 15,3-2-8-15,2 0 1 16,-5-1-1-16,7-3 5 16,-4-4-4-16,-3-5-1 15,0 0 0-15,3-5 0 16,-3-3 5-16,0-1 1 16,2 0-6-16,-2 0 10 15,3 0-6-15,-3 0-5 16,3 0-1-16,4 0-8 15,1 0 9-15,4-4 19 16,9-3 10-16,2-5-4 16,8-2-12-16,0-2-4 0,5 3 0 15,0 1-3 1,0 2 3-16,-3 2 2 0,-1 1 0 16,-2 6-9-16,-7 0 10 15,-2 1 3-15,-3 0 4 16,-3 0-1-16,-2 0 3 15,-2 0 1-15,-2 0-2 16,0 1-5-16,-4 0-9 16,2 2 0-16,1-3-6 15,-1 2 8-15,-1-2-7 16,-1 0-1-16,-2 0-7 16,0 0-38-16,-3 0-33 0,0 0-66 15,0 0-114-15,0 0-49 16,-6 0-602-16</inkml:trace>
  <inkml:trace contextRef="#ctx0" brushRef="#br0" timeOffset="4368.31">22890 3140 1200 0,'0'0'388'16,"0"0"-277"-16,0 0-66 16,0 0-1-16,0 0-14 15,0 0 17-15,0 0 31 0,33 42 17 16,-17-22-25-16,2 4 32 15,-5 1-19-15,2 0-18 16,1 6 6-16,-4-1-11 16,2 2-28-16,1 0-14 15,-3-2 1-15,6 2-5 16,-7-4-7-16,4-4-6 16,-2-4 5-16,-5-4 0 15,-5-4-5-15,4-6 0 16,-7-2-1-16,0-4-33 15,0 0-35-15,0 0-39 16,0-21-53-16,0-4-103 16,0-4-593-16</inkml:trace>
  <inkml:trace contextRef="#ctx0" brushRef="#br0" timeOffset="4708.39">23134 3169 1162 0,'0'0'561'16,"0"0"-431"-16,0 0-25 16,0 0 21-16,0 0-37 15,0 0-30-15,-53 101-3 16,44-69 14-16,-3-2-14 15,-3 5 2-15,-3-1-15 0,-8 2-21 16,-1 0 6 0,-6 2-8-16,0-3-10 0,-3 3 4 15,8-7-1-15,3-7-4 16,8-4-9-16,5-6 0 16,6-8-22-16,6-1-51 15,0-5-89-15,0 0-105 16,18-21-106-16,6-4-16 15,-4-6-851-15</inkml:trace>
  <inkml:trace contextRef="#ctx0" brushRef="#br0" timeOffset="5162.18">22766 2973 1071 0,'0'0'533'16,"0"0"-384"-16,0 0-81 15,0 0 13-15,0 0-39 16,0 0-12-16,0 0 17 15,71-11 30-15,-36 8-11 16,14 0-17-16,-2 0-22 16,4 2-10-16,0-2-17 15,-5 3 0-15,-4 0-81 16,3 0-98-16,-13 0-339 16,-14 4-484-16</inkml:trace>
  <inkml:trace contextRef="#ctx0" brushRef="#br0" timeOffset="5666.85">23515 3439 1189 0,'0'0'489'0,"0"0"-396"16,0 0-8-16,0 0 32 15,0 0 9-15,0 0-23 16,0 0-5-16,139-21-30 16,-112 21-43-16,-3 0-25 15,-6 0-28-15,0 0-105 16,-7 9-116-16,1-1-281 16,-6-2-440-16</inkml:trace>
  <inkml:trace contextRef="#ctx0" brushRef="#br0" timeOffset="5867.3">23499 3603 1083 0,'0'0'355'15,"0"0"-190"-15,0 0 73 16,0 0-79-16,0 0-54 15,144 0-48-15,-115 0-57 16,16 0-14-16,-13 0-154 16,-5 0-398-16</inkml:trace>
  <inkml:trace contextRef="#ctx0" brushRef="#br0" timeOffset="6540.5">24284 3200 62 0,'0'0'1153'16,"0"0"-957"-16,0 0-98 15,0 0 93-15,0 0-24 16,0 0-34-16,115 48-13 16,-79-27 6-16,0-2-21 15,-3 6-22-15,3-1-11 16,-10 2-21-16,4 0-30 15,-6-2-6-15,-3 0-6 16,-4-4-3-16,-1-4-6 16,-8-4-29-16,2-4-57 15,-8-3-68-15,-2-1-35 16,0-4-94-16,0 0-95 16,-12 0-745-16</inkml:trace>
  <inkml:trace contextRef="#ctx0" brushRef="#br0" timeOffset="6868.63">24646 3170 111 0,'0'0'1233'16,"0"0"-982"-16,0 0-150 0,0 0 23 16,0 0-33-16,0 0 5 15,0 0 13-15,-36 54-19 16,22-32-12-16,-6 8-10 16,-2 1-15-16,-4 3-26 15,-1-1-11-15,0 2-7 16,3-1-9-16,4-2-5 15,5-6-35-15,6-4-79 16,9-7-58-16,0-11-173 16,11-4-392-16</inkml:trace>
  <inkml:trace contextRef="#ctx0" brushRef="#br0" timeOffset="7533.85">24898 3373 224 0,'0'0'843'16,"0"0"-609"-16,0 0-10 15,0 0 29-15,0 0-70 16,0 0-67-16,0 0-20 16,15-50 9-16,-15 50-24 15,0 0-31-15,0 0-27 16,0 0-23-16,0 0-8 16,0 0-4-16,0 9-12 15,0 5 24-15,0 3 7 0,0 2 2 16,0 3-8-16,0-1 0 15,0-1 1-15,0-4 3 16,0 0-4-16,0-4-1 16,0 0 0-16,0-4-1 15,0-2 0-15,0-2 1 16,0-4 2-16,0 2 11 16,0-2 18-16,-2 0 39 15,-4 0 25-15,-1 0-44 16,-1 0-34-16,0 0-7 15,1 0-3-15,4 0-7 16,3 0-13-16,0 0-48 0,0 0-50 16,0 0-84-1,6 0-54-15,14 0-4 0,5 0-67 16,-4-4-529-16</inkml:trace>
  <inkml:trace contextRef="#ctx0" brushRef="#br0" timeOffset="7926.8">25137 3477 525 0,'0'0'290'15,"0"0"-122"-15,0 0 43 16,0 0 25-16,0 0-19 15,0 0-10-15,0 0-50 16,97 0-34-16,-66 0-31 0,-2 0-40 16,-2 0-27-1,-6-2-13-15,-3 0-12 0,-7 0-31 16,-1 2-63-16,-10 0-107 16,0 0-151-16,-3 0-318 0</inkml:trace>
  <inkml:trace contextRef="#ctx0" brushRef="#br0" timeOffset="8200.06">25250 3367 985 0,'0'0'402'0,"0"0"-268"16,0 0-35-16,0 0 32 16,0 0 14-16,0 0-20 15,0 0-32-15,23 68-37 16,-20-46-28-16,0 2-13 16,-3-3-15-16,0 4-32 15,0 3-107-15,0-6-146 16,0-4-330-16</inkml:trace>
  <inkml:trace contextRef="#ctx0" brushRef="#br0" timeOffset="8909.17">25653 3507 1317 0,'0'0'520'0,"0"0"-351"15,0 0 1-15,0 0-31 16,0 0-77-16,0 0-45 16,0 0-17-16,0 0-28 15,0 0-74-15,6 0-81 16,4 0-96-16,-5 0-331 0</inkml:trace>
  <inkml:trace contextRef="#ctx0" brushRef="#br0" timeOffset="9235.29">25862 3461 983 0,'0'0'386'0,"0"0"-187"16,0 0-24-16,0 0-59 15,0 0-43-15,0 0-30 16,0 0-29-16,17 6-6 15,-11-4-8-15,-3 0-28 16,9 0-123-16,0 0-192 0,-3 0-464 16</inkml:trace>
  <inkml:trace contextRef="#ctx0" brushRef="#br0" timeOffset="9461.69">26099 3451 1222 0,'0'0'630'0,"0"0"-470"0,0 0-40 16,0 0-41-16,0 0-69 15,0 0-10-15,0 0-58 16,24 8-59-16,-15-4-233 15,0-4-675-15</inkml:trace>
  <inkml:trace contextRef="#ctx0" brushRef="#br0" timeOffset="9850.65">26455 3427 479 0,'0'0'674'16,"0"0"-534"-16,0 0 21 15,0 0 57-15,0 0-1 16,0 0-40-16,0 0-30 16,87 8-12-16,-69-4-17 15,-1-2-11-15,1 0-46 16,-3 0-31-16,3-2-15 0,-3 1-3 16,-3-1-12-1,5 0-10-15,-2 0-63 0,0 0-91 16,3-3-70-16,-3-5-131 15,-9 0-395-15</inkml:trace>
  <inkml:trace contextRef="#ctx0" brushRef="#br0" timeOffset="10273.52">26599 3363 804 0,'0'0'488'0,"0"0"-234"15,0 0 2-15,0 0-61 16,0 0-66-16,0 0-49 16,0 0-29-16,3 8-11 0,-3-5 5 15,0 5 24 1,0 2 37-16,0 5 5 0,0 3-17 15,0 0-18-15,0 0-23 16,-3 0-28-16,-4-2-14 16,7-2-11-16,0-4-43 15,0-6-141-15,0-2-303 16,0-2-235-16</inkml:trace>
  <inkml:trace contextRef="#ctx0" brushRef="#br0" timeOffset="11447.38">26993 3054 899 0,'0'0'238'0,"0"0"-9"16,0 0-14-16,0 0-20 16,0 0-13-16,0 0-44 15,95 116-26-15,-74-86-9 16,-1 2 16-16,-2 0-33 0,3 0-31 15,-6-1-6 1,3-4 0-16,-3 0-13 0,-2-4-18 16,0-2-9-16,-3-3-2 15,-2-4-1-15,-5-4-5 16,4-6-1-16,-7-2-9 16,0-2-82-16,3 0-107 15,2-12-67-15,2-10-78 16,-4 0-673-16</inkml:trace>
  <inkml:trace contextRef="#ctx0" brushRef="#br0" timeOffset="11718.65">27273 3134 1590 0,'0'0'331'16,"0"0"-174"-16,0 0 20 16,0 0-41-16,0 0-41 15,0 0-46-15,-36 106-10 16,28-73 0-16,-5 1-4 16,-2 0-15-16,0-1-10 15,1 2-10-15,-1-3-38 16,0 0-81-16,6-3-111 15,3-8-260-15,6-9-643 0</inkml:trace>
  <inkml:trace contextRef="#ctx0" brushRef="#br0" timeOffset="12300.1">27519 3252 590 0,'0'0'760'16,"0"0"-561"-16,0 0-55 15,0 0 81-15,0 0-39 16,0 0-44-16,0 0-31 16,42 85-25-16,-40-63-27 15,-2 0-24-15,0-5-6 16,0 2-6-16,0-7-20 15,0-2-3-15,0-6-55 16,0-2-61-16,0-2-15 16,0 0 40-16,0-6-12 0,10-12-29 15,1-5-29-15,10-1 64 16,-3 1 97-16,0 0 16 16,-3 8 65-16,-3 3 30 15,-4 3 6-15,-2 8 4 16,-2 1 0-16,-4 0-6 15,3 0-47-15,2 7-17 16,-2 11 26-16,3 3 16 16,1 1-29-16,-2 0-18 15,1-1-28-15,-6-2-9 16,6-1-9-16,-3-5-29 16,0-2-120-16,0-3-228 15,-3-6-342-15</inkml:trace>
  <inkml:trace contextRef="#ctx0" brushRef="#br0" timeOffset="14019.5">24774 3828 48 0,'0'0'790'0,"0"0"-588"0,0 0-91 16,0 0 56-16,0 0-27 15,0 0-38-15,0 0-41 16,3 0-24-16,2 0-17 16,0 0 5-16,0 0 22 15,3 0 4-15,2 0-7 16,-2-2 4-16,7-1 2 15,1 1 0-15,2 1-8 16,2-2-14-16,1 2-6 16,2 1 1-16,1 0-6 0,-2 0-1 15,1-2-4 1,3 2 1-16,2 0 0 0,-2 0-1 16,0-2-2-1,7 2 2-15,0-5 0 0,3 4-6 16,0-3-5-16,3 0 5 15,-5 2-5-15,2-2 1 16,0 1-1-16,-6 3 0 16,-1-1 0-16,-4 1 0 15,-2 0 0-15,-2 0 0 16,0 0-1-16,2 0 1 16,-2 0 1-16,6 0-2 15,2 0 0-15,4 0 2 16,3 0-1-16,0 0 5 15,0 0-4-15,-2 0-1 0,-3 0-1 16,-5 0 1-16,-1 0 0 16,1 0-1-16,0 0 0 15,4 0 0-15,3 0 0 16,-1 0 2-16,7 0 10 16,-1 0-1-16,-2 0 0 15,0 0-2-15,-6 0-2 16,-4 0 0-16,2 0-7 15,-7 0 0-15,-1 4-6 16,1 0 6-16,5 0 1 16,2 0 6-16,1-1-6 15,4 0 1-15,0-3 7 16,3 0-8-16,-2 0 8 0,-1 0 0 16,0 0 5-16,-4 0 0 15,1 0 4-15,-1 0 7 16,-1 0-12-16,5 0-3 15,-4 0 13-15,7-4 8 16,0 2-9-16,-1-2-11 16,1 2-1-16,0 0-4 15,-7 2-6-15,7 0 13 16,-10 0-4-16,7 0-1 16,-7 0-7-16,5-3 11 15,-5 3-2-15,4-4-4 16,-4 1 7-16,7-4 2 0,-2 1 8 15,-2 3-14-15,-2-1-3 16,-3 0 0 0,-4-1 0-16,-2 4 4 0,-7 1-9 15,2 0 11-15,-1 0-3 16,-4-3-7-16,5 3 4 16,5 0 1-16,0-1 14 15,5-2-4-15,-2 2-6 16,2-1-5-16,-5 2 0 15,-6 0-5-15,-1 0-1 16,-4 0-18-16,-4 0-16 16,-3 0-51-16,0 0-59 15,0-4-52-15,-3 1-70 16,-9 2-562-16</inkml:trace>
  <inkml:trace contextRef="#ctx0" brushRef="#br0" timeOffset="14910.12">26162 4235 750 0,'0'0'620'0,"0"0"-478"15,0 0-57-15,0 0 76 16,0 0 0-16,0 0-35 15,0 0-8-15,44 40-34 0,-38-23-31 16,0 2-17 0,-3-2-18-16,0-4-7 0,0-5-5 15,-1-2-6-15,-2-2-9 16,0-4-22-16,3 0 6 16,-3 0 7-16,4 0-17 15,-1-8 5-15,0-7 2 16,2 0 28-16,8-8-7 15,2-2 0-15,6 0 7 16,-1 0 1-16,1 5 6 16,-3 3-1-16,-7 8 14 15,1 3 12-15,1 2 8 16,-5 4 3-16,2 0 18 16,-2 0-6-16,2 0 1 15,1 12-1-15,-2 4-3 0,-1 6 3 16,-2 2 2-16,1 2-15 15,-2-1-19-15,-2 0-11 16,0-6-4-16,-3-2-7 16,0-7-1-16,3-4-37 15,-3-2-115-15,4-4-129 16,1-2-114-16,-2-10-864 0</inkml:trace>
  <inkml:trace contextRef="#ctx0" brushRef="#br0" timeOffset="24740.82">11680 6586 1228 0,'0'0'359'16,"0"0"-189"-16,0 0-31 15,0 0-14-15,0 0-31 16,0 0-40-16,0 0-26 16,0 0-11-16,0 0-7 0,0 0-1 15,0 3 0 1,0-1-3-16,2 2 5 0,-2 4-2 15,3 0 6-15,0 3 6 16,0 1-5-16,2-1 0 16,-1 5-4-16,2 1-4 15,-3-2 0-15,2-1 1 16,-1 2 2-16,2 0 1 16,-3-2 1-16,2 2 12 15,-2 0 0-15,4-1-10 16,-2-2 0-16,1-1-2 15,3 1-4-15,4-1 0 16,-2-2-3-16,1-1 3 16,3 4 0-16,2-3-1 15,1 1 0-15,2-4-2 0,3 0 3 16,0-1-8-16,-2-1 8 16,2 1 0-16,0-2 0 15,2 0 2-15,-1 0-4 16,-1 0-6-16,1 0 10 15,0-2-11-15,0 2 1 16,2-3-1-16,2-1 6 16,0 2 3-16,3-2 0 15,2 0 6-15,-1 0 2 16,3 0-1-16,-4 0 0 16,-2 0-15-16,-2 0 5 15,-1 0-6-15,1 0 1 16,0 0 9-16,-1 0-9 15,7 0 0-15,-4 0 0 0,4 0 10 16,3-2-6-16,0 1-4 16,-3-3-1-16,-1 1 6 15,-2 0 1-15,-4 1-7 16,-1 2 0-16,-1 0 1 16,-4 0 0-16,1 0-1 15,2 0 1-15,-2 0 0 16,7 0 0-16,-2 0 1 15,7 0-1-15,5 0 10 16,1 0 4-16,5 0-9 16,-3-6 5-16,2 4-5 15,-1-2-5-15,-4 4 0 16,-9 0 0-16,1 0-1 0,-6 0 0 16,3 0 1-16,0 0 0 15,6-2 0-15,-2-2-1 16,8 0 0-16,-1 0 0 15,-2-2 1-15,0 1 0 16,0 3-1-16,-6-1 0 16,-1 1 1-16,-5 2 0 15,3 0-1-15,-6 0 0 16,0 0 0-16,-1 0 0 16,6-1 1-16,2 1-1 15,1-5 1-15,7 1 0 16,0 0-1-16,5 0 1 15,2-2 0-15,1 2-1 0,-8 0 1 16,-1-1-2 0,-6 5 1-16,-5-1 0 0,-4 1 0 15,-7 0 0-15,2 0 0 16,0 0-6-16,-1 0 6 16,4 0 1-16,0 1-1 15,7 1 0-15,-8 2 0 16,7 1 0-16,-3-1 1 15,-3 0 5-15,2 2-6 16,-2 0 0-16,-7 0 0 16,4 0-1-16,-2-3-10 15,2 4 11-15,-4-1 6 0,4 0 2 16,0 2-7-16,-4-2-1 16,7 2 1-1,-8-2 0-15,1 0 0 0,-2-2 10 16,-3 2-11-16,1-2-7 15,-4 4 7-15,-1 1 0 16,4-2 6-16,-3 3 6 16,-1 0-11-16,5-2 0 15,-7 0 0-15,3-1 6 16,-3-4-6-16,3 3-1 16,-3-2 0-16,0 0 1 15,0 0 2-15,0 0 10 16,0-2-12-16,0 1-1 0,0-3 2 15,0 0-1-15,0 0 0 16,0 0 7-16,0 0-8 16,0 0-11-16,0-3 5 15,3-5 6-15,-3-4 1 16,2 0 5-16,2 0-5 16,-1 0 0-16,0 3 1 15,2-1-2-15,1-1-1 16,4-1 0-16,2 2 0 15,2-2 0-15,1 2-8 16,0 0 9-16,3 2 0 16,0-1 0-16,-3 3-1 15,2 4 0-15,-2-3-9 16,3 4 10-16,0 1-8 16,-3-3 7-16,3 3 1 15,-3-2 0-15,3 0-1 16,-2 0 2-16,6-2-1 0,-1 2 0 15,-3-2 6-15,0 2-6 16,-4 0 0-16,-2 2 1 16,0 0-2-16,-3 0 1 15,0 0-7-15,0 0 7 16,3 0 0-16,2 0 0 16,4 0 2-16,7 0 5 15,-2-2-5-15,3 0-2 16,2 2 9-16,-2 0-9 15,0 0 0-15,2 0 0 16,-5 0 0-16,0 0 0 16,2 0 0-16,1 0 0 15,-5 0 1-15,3 0 0 0,-4 2-1 16,5-2 0-16,-4 2 1 16,2-2 0-16,-2 2-1 15,2 0 1-15,2 2 0 16,1 0-1-16,3 0 0 15,1 0 1-15,1 2 5 16,-5-2-6-16,0-3 9 16,4 4-9-16,-6-4 1 15,6 2 6-15,-9-3-6 16,2 2 7-16,-5-1-7 0,0-1-1 16,0 3 2-1,-3-1-2-15,3 2 1 0,0-2 0 16,3 0 0-16,-1 0-1 15,7-2 1-15,0 2 9 16,-1-2-9-16,7 0-1 16,-4 0 7-16,4 0-7 15,-4 0 6-15,4 0-6 16,-2 0 1-16,-2 0-1 16,1 0 1-16,3 0-1 15,-7 0 0-15,5-2 0 16,-2 0 0-16,1 0 1 15,-1 0-1-15,-2 2 1 16,2 0 0-16,-1 0 0 16,1 0 0-16,-2 0 0 0,0 0-1 15,-1 0 1-15,1 0-1 16,-1 0 1-16,2 0-1 16,1 0 0-16,1 0 0 15,-1 0 0-15,2 0 0 16,-3 0 1-16,3-2 0 15,-2-2 1-15,-2 0-1 16,-1-1 6-16,-2 1-6 16,-2 2 5-16,-1 0-4 15,-3-1 4-15,2 1-5 16,1 1 8-16,-3-2 0 16,8-1-1-16,2 2-1 15,0-2-1-15,3 0-5 0,-2 0 6 16,1 0-6-16,-4 2 0 15,2-2-1-15,-2 1 1 16,-5 3-1-16,2-2 1 16,-2 2 0-16,-1 0-1 15,5-1 1-15,1-2 0 16,-2 1 8-16,3 0-3 16,2-3-4-16,-1-2 4 15,-2 2 0-15,2-1 0 16,1-1 3-16,-3 1 1 15,1 0-10-15,2 0 6 16,-1 2-5-16,-7 0 0 16,-1 3-1-16,-2-1 1 15,0-1 8-15,0 2-8 0,3-3 1 16,-3 1 8-16,5-1-2 16,0 1-1-16,5-4 5 15,-2 4-6-15,-5-2-4 16,2 1 7-16,-5 2-8 15,0 2-1-15,-8-1-1 16,1 1 1-16,-2 0 0 16,0 0 0-16,-2-3 0 15,1 3 0-15,4 0 1 16,-1-1 0-16,4-3 0 16,1 1 1-16,1-1 5 15,1 1-7-15,0-1 0 16,-3 0 1-16,2-1 1 0,-2 4-1 15,3-4 6-15,0 4-6 16,0-4-1-16,3 4 0 16,-4-4 0-16,1 3 1 15,-2-2-1-15,-1 1 1 16,-4 0-1-16,-2-1 1 16,0 2 7-16,0-2-7 15,-3 1 1-15,2 1 5 16,-1-1-1-16,1 0 0 15,-5 0 0-15,4 0 2 16,-2 0-7-16,-2 0 1 16,3 0-1-16,-2 1 0 15,-4 0 5-15,0 2-5 0,0 0 0 16,0 0-1 0,0 0 2-16,0 0-1 0,0 0-1 15,0 0-17-15,0 0-19 16,0 0-28-16,0 0-54 15,0 0-38-15,-4 4-81 16,-5 5-284-16,0 0-180 0</inkml:trace>
  <inkml:trace contextRef="#ctx0" brushRef="#br0" timeOffset="27256.1">14942 7502 1145 0,'0'0'404'15,"0"0"-212"-15,0 0-104 16,0 0 5-16,0 0 0 16,0 0-3-16,11-23-11 15,-2 19 11-15,-6 3-6 16,3-1 1-16,-6 2-7 16,0 0-15-16,2 0-47 0,1 0-10 15,1 11 3-15,4 8 19 16,-2 3-10-16,-3 1 2 15,4 2-10-15,-5-5 0 16,-2-2-10-16,3-6-26 16,0-4-21-16,-3-5-9 15,3-3 19-15,-3 0 23 16,0 0 4-16,0-7-14 16,0-8-50-16,0-3 12 15,4 0 47-15,1 3 10 16,4-3 5-16,0 4 12 15,-1 2 4-15,2 3 6 16,-2 4 8-16,-5 2 4 16,4 1 0-16,-4 2 3 15,0 0 3-15,-1 0-5 0,1 0-14 16,4 0 8-16,-2 9 10 16,4 2 0-16,0 1-6 15,0 5-14-15,-2-3-10 16,1 0-9-16,1-5 0 15,0 4-49-15,-4-5-42 16,5-1-91-16,-2 4-68 16,-1-3-67-16,-1 0-352 0</inkml:trace>
  <inkml:trace contextRef="#ctx0" brushRef="#br0" timeOffset="27742.79">15538 7405 907 0,'0'0'573'0,"0"0"-365"0,0 0-50 16,0 0-10-16,0 0-24 15,0 0 12-15,0 0-1 16,47 0-31-16,-29 8-17 15,-3 4-17-15,3-1-1 16,3 5-15-16,-3 1-13 16,5 2-17-16,-2 0-10 15,4-1-7-15,-2 0 2 16,3-4-7-16,-5-2-1 16,0-6 8-16,-6 1-9 15,0-3-7-15,-7-2-25 16,-4-2-29-16,-4 0-31 15,0 2 2-15,0-2-35 0,0 0-69 16,-4 0-96-16,-4 0-319 16,-2 0-432-16</inkml:trace>
  <inkml:trace contextRef="#ctx0" brushRef="#br0" timeOffset="28010.08">15811 7391 1255 0,'0'0'338'16,"0"0"-128"-16,0 0 3 0,0 0-74 16,0 0 3-16,-85 102-27 15,67-73-52-15,-3-4-29 16,0 2-10-16,4-5-8 15,-1 1-7-15,0-2-8 16,0-1-1-16,3-2-65 16,2-4-91-16,8-3-73 15,2-8-360-15</inkml:trace>
  <inkml:trace contextRef="#ctx0" brushRef="#br0" timeOffset="28642.39">15458 7231 967 0,'0'0'500'0,"0"0"-295"15,0 0-34-15,0 0-16 16,0 0-85-16,0 0-27 16,0 0 17-16,32-6 38 15,-11 2 2-15,9 0-21 16,-4 0-21-16,10-2-30 15,0 2-16-15,5 0-2 16,-2-1-10-16,-3 2-37 16,-3 0-62-16,-4 3-63 15,-7 0-54-15,-14 0-422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7-09T02:00:33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19463 8534 1132 0,'0'0'350'15,"0"0"-225"-15,0 0 25 0,0 0 30 16,0 0-57-16,0 0-36 15,-4-2 0-15,16-4-10 16,4 2 0-16,-1-2-3 16,1 0-9-16,9 0-11 15,1 1-10-15,7-1-9 16,6-3-11-16,2 1-8 16,7 0-9-16,2-3 1 15,4 3-7-15,-3-1 5 16,-2-1-5-16,-3 0 0 15,-5 2-1-15,-8 0-5 16,-7 4-33-16,-10 0-29 16,-8 2-33-16,-5 2-56 15,-3 0-80-15,0 0-79 16,0 0-285-16</inkml:trace>
  <inkml:trace contextRef="#ctx0" brushRef="#br0" timeOffset="380.97">19646 8694 864 0,'0'0'347'0,"0"0"-147"15,0 0-49-15,0 0-20 16,0 0 28-16,0 0-46 16,0 0-22-16,69-40-6 15,-43 32-2-15,5 3-14 16,0-4-21-16,5 3-16 15,6-2-8-15,3 0-8 16,-1-1-16-16,0 4-4 16,-1 0-106-16,-4 1-58 15,-1 1-27-15,-12 3-330 0,-13 0-599 16</inkml:trace>
  <inkml:trace contextRef="#ctx0" brushRef="#br0" timeOffset="872.66">20107 8165 950 0,'0'0'271'16,"0"0"-168"-16,0 0 45 16,0 0-9-16,0 0 3 15,0 0-24-15,120 46-46 16,-89-26-31-16,0 0-4 15,-3 1 0-15,3-5-6 16,-5-3-4-16,-5-1-8 16,-6 0 0-16,-6-1 22 15,-3-4 30-15,-3 6 18 16,-3-1 6-16,0 2-1 16,0 4-5-16,-3 0-18 0,-9 2-20 15,3-1-3-15,-3 4-18 16,1-2-9-16,1 2-14 15,5-3 4-15,-1-2-11 16,-1-4-1-16,5 1-20 16,2-6-54-16,0 1-73 15,0-3-215-15,0-6-353 0</inkml:trace>
  <inkml:trace contextRef="#ctx0" brushRef="#br0" timeOffset="1639.61">21011 8347 1292 0,'0'0'508'0,"0"0"-413"16,0 0-31-16,0 0 65 15,0 0-23-15,0 127-5 0,0-77-3 16,2 4-15-16,4 3-2 15,-6-1-11-15,3-3-14 16,-1-4-21-16,3-10-14 16,-5-6-3-16,2-9-7 15,1-10-5-15,0-4-5 16,-3-8 0-16,3-2 7 16,-1 0 1-16,2-6-3 15,-4-16-4-15,6-8 29 16,-3-10-19-16,0-8 0 15,-3-4-3-15,0-5-7 16,0-2-2-16,0 2-6 16,0-5-4-16,5-4 2 0,2-3-4 15,4-3 0 1,1 0-3-16,6 1-3 0,0 13 17 16,0 8 0-16,0 14-6 15,0 19 6-15,0 11-16 16,0 6 7-16,5 14 10 15,1 20 10-15,2 10 22 16,-4 4-2-16,-1 2-7 16,-8-2-7-16,2-4-7 15,-5-6 13-15,-7-4-5 16,-3-6 13-16,0-1 9 16,0-7 12-16,-7-2 5 15,-7-2-11-15,-6-4-4 16,-5-2-10-16,4-4-4 15,-2-2-16-15,-1-2-1 0,1-2 1 16,5 0-11-16,3 0-2 16,2 0-23-16,5 0-22 15,-2 0-28-15,10-2-89 16,0 2-290-16,0 0-513 0</inkml:trace>
  <inkml:trace contextRef="#ctx0" brushRef="#br0" timeOffset="2735.68">23579 9625 1505 0,'0'0'483'16,"0"0"-348"-16,0 0-103 15,0 0 99-15,0 0-3 16,0 0-24-16,146-43-25 16,-89 36-17-16,5-1-17 15,4 0-11-15,-4 0-13 16,-3 0-20-16,-2 0 5 15,-6-1-6-15,-10 4-20 0,-12 1-58 16,-8 4-84-16,-21 0-124 16,0 0-249-16,-8 9-152 0</inkml:trace>
  <inkml:trace contextRef="#ctx0" brushRef="#br0" timeOffset="2994.99">23610 9709 1440 0,'0'0'361'16,"0"0"-255"-16,0 0 80 15,169-22 7-15,-104 9-43 0,4-2-34 16,-2 3-42-16,-3 0-41 15,-8 2-21-15,-12 3-12 16,-8 0-51-16,-10 3-81 16,-2 2-135-16,-6 2-284 15,-9 0-401-15</inkml:trace>
  <inkml:trace contextRef="#ctx0" brushRef="#br0" timeOffset="3538.53">24290 9440 1101 0,'0'0'319'0,"0"0"-155"16,0 0 17-16,0 113 12 15,0-78-52-15,0 1-44 16,0-3-35-16,0-3-25 16,0-5-27-16,0-6 1 15,0-7-10-15,0-4 6 16,0-8-6-16,0 0 21 16,0-4-22-16,0-19 3 0,0-12-3 15,9-9 6 1,-4-6 10-16,5-1-8 0,-5 4-7 15,1 4 7-15,1 7-7 16,-4 11 20-16,-1 8 3 16,1 9 14-16,0 7 2 15,4 1-21-15,1 0-18 16,7 9 21-16,0 15 17 16,-1 7 0-16,1 5 12 15,-2 2 2-15,-8 1 10 16,-2-1 9-16,-3-2 2 15,0-5-8-15,0-5-17 16,-18-2-1-16,0-4-16 16,2-2-13-16,-6-8-17 15,5-1-2-15,2-5-3 0,0-4-27 16,2 0-67-16,-1 0-113 16,-1-7-265-16,3-1-449 15</inkml:trace>
  <inkml:trace contextRef="#ctx0" brushRef="#br0" timeOffset="4537.85">25211 9394 1478 0,'0'0'479'16,"0"0"-445"-16,0 0 48 15,0 0 120-15,33 109-2 0,-22-51-71 16,2 10-35-16,-2 8-5 16,-2 2-20-16,-3 2-14 15,1-1-11-15,-2-9-20 16,-5-8-3-16,6-10 4 16,-4-10-19-16,1-14-5 15,4-7 10-15,-7-12-11 16,0-4 1-16,0-5 12 15,0 0-13-15,0-16 0 16,0-17-6-16,0-11 5 16,0-14-16-16,-7-10-15 15,-1-12 5-15,0-6-19 16,-5-9-17-16,4 3 32 0,6 2-27 16,-3 8 2-16,6 13 25 15,0 15 6-15,0 12 13 16,6 8 12-16,9 8 0 15,3 2 0-15,5 6-7 16,1 4 7-16,6 7 1 16,3 7-1-16,-1 0 18 15,4 19 9-15,-6 17 10 16,-7 11 20-16,-2 8 19 16,-11-1-18-16,-10 1-8 15,0-5-7-15,-13-8-1 16,-10-6-8-16,-7-8-4 0,3-6-7 15,-3-8-11-15,4-6 7 16,2-8-10-16,0 0-9 16,6-2 0-16,4-12-9 15,4 0-21-15,2-3-31 16,8 0-72-16,3-10-163 16,20 2-307-16,5 2-307 0</inkml:trace>
  <inkml:trace contextRef="#ctx0" brushRef="#br0" timeOffset="4865.96">26081 8976 1502 0,'0'0'354'16,"0"0"-240"-16,0 0 70 15,0 0-16-15,0 0-61 16,-80 134 15-16,71-87-18 16,0 6-40-16,1 5 0 15,2 2-4-15,-6 2-15 16,6-2-22-16,2-3-12 15,4-3-10-15,0-10-1 16,0-6-16-16,12-7-84 0,9-14-87 16,15-11-111-16,-3-6-228 15,-4 0-357-15</inkml:trace>
  <inkml:trace contextRef="#ctx0" brushRef="#br0" timeOffset="5173.16">26319 9226 1420 0,'0'0'297'0,"0"0"-122"0,0 0 93 16,6-108-90-16,-4 87-40 15,-2 10-39-15,4 4-17 16,-1 7-10-16,0 0-54 15,-3 18-9-15,5 15 12 16,-2 11 49-16,0 8-23 16,1 4-26-16,-4-1-10 15,0-7-10-15,0-5 4 16,0-8-5-16,0-10-65 16,0-6-65-16,3-15-88 15,0-4-112-15,5 0-400 0</inkml:trace>
  <inkml:trace contextRef="#ctx0" brushRef="#br0" timeOffset="5363.65">26658 9274 1655 0,'0'0'566'0,"0"0"-465"16,0 0 43-16,0 0-9 15,0 0-59-15,0 0-42 16,124-2-34-16,-96 2-1 16,6 10-178-16,-6-4-397 15,-2-1-465-15</inkml:trace>
  <inkml:trace contextRef="#ctx0" brushRef="#br0" timeOffset="5889.24">27116 9151 988 0,'0'0'758'15,"0"0"-594"-15,0 0 25 16,-10 111 38-16,10-66-60 16,10 4-48-16,1 3-2 15,4 1 12-15,0-3-49 16,-4-4-32-16,-1-4-21 15,-2-6-12-15,1-6-13 16,-3-6-1-16,-3-8-1 0,0-3-6 16,-3-7-3-16,0-5 1 15,0-1 8-15,0 0 8 16,0-20-8-16,0-10-13 16,-9-13-25-16,1-8 23 15,4-11-4-15,1-11 8 16,3-3-17-16,0 2 0 15,0 8-4-15,3 10 1 16,12 14 31-16,0 10 0 16,3 7-11-16,0 12 10 15,5 4 1-15,-2 6 9 16,7 3 12-16,-8 0-3 16,1 13 11-16,-6 10 5 15,-7 7 14-15,-5 5 7 16,-3 4-1-16,-3 3-15 0,-17-2-9 15,-4 0-9-15,0-6-9 16,0-6-7-16,6-6-5 16,0-5-1-16,10-5-32 15,2-11-78-15,6-2-91 16,3-18-157-16,11-11-633 0</inkml:trace>
  <inkml:trace contextRef="#ctx0" brushRef="#br0" timeOffset="6147.55">27816 8499 1091 0,'0'0'406'0,"22"114"-229"0,-9-39 70 15,5 11 53-15,0-5-48 16,-5-1-42-16,-5-3-52 15,-8-3-37-15,0-4-42 16,0-2-27-16,-8-8-26 16,-7-1-16-16,-3-9-10 15,-3-6-20-15,-2-6-16 16,2-6-80-16,0-8-214 16,6-12-417-16</inkml:trace>
  <inkml:trace contextRef="#ctx0" brushRef="#br0" timeOffset="8456.34">25746 10160 829 0,'0'0'405'15,"0"0"-167"-15,0 0-7 16,0 0-19-16,0 0-68 15,0 0-23-15,0 0 13 16,59-7 10-16,-33 3-30 16,10-1-32-16,3 1-9 15,9-2-6-15,8 0-16 16,9-4-10-16,12-2-16 16,10-4-6-16,11-2 2 0,23-5-10 15,23-8 2-15,25-3-4 16,6 1-8-16,-5 4 8 15,-19 1-8-15,-21 6 5 16,-23 1 6-16,-24 7-4 16,-20 5 4-16,-19 2-6 15,-5 4-5-15,-6-2-1 16,-7 4 1-16,-13 1-2 16,-13 0 2-16,0 0-2 15,-10 0-4-15,-11 0-3 16,-5 6-68-16,8 0-51 15,3-2-133-15,10 0-299 16,-2-3-444-16</inkml:trace>
  <inkml:trace contextRef="#ctx0" brushRef="#br0" timeOffset="9206.34">27005 10439 1166 0,'0'0'572'0,"0"0"-401"0,0 0-35 15,0 0 14 1,0 0-23-16,0 0 49 0,0 0-41 16,47 90-61-16,-37-56-39 15,-7 0-7-15,-1-2-7 16,1-4-9-16,-3-3-6 15,0-7-5-15,0-9-1 16,0-5-15-16,0-4 8 16,0 0-8-16,0-14-51 15,3-17-16-15,6-11 42 16,4-10 30-16,1-9 10 16,4-1 9-16,0 2-8 15,-1 10 15-15,-1 10 11 16,-1 14 7-16,-7 13 20 15,4 12-12-15,-1 1-2 0,2 13 3 16,2 14 21-16,3 6 4 16,0 8-13-16,-7-1-13 15,4 0-9-15,-5-4-12 16,-5-3-12-16,-2-7-3 16,2-5 0-16,0-6-6 15,-5-5-11-15,2-5-43 16,1 1-117-16,5 5-111 15,-1-1-245-15,-1-5-458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9-06T18:44:48.9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14246 10806 939 0,'0'0'247'16,"0"0"-105"-16,0 0 19 15,0 0 50-15,0 0-27 16,0-22-4-16,0 20-40 16,0 2-36-16,0 0-11 15,0 0 5-15,0 0-18 16,0 0-13-16,0 0-28 0,0 5-21 15,0 9-8-15,0 13 17 16,-3 5 21-16,3 4-21 16,0 2-12-16,0-4-2 15,0 1-4-15,0-7-7 16,3-4-2-16,6-6 0 16,0-7 0-16,-1-2-2 15,1-9-17-15,4 0-2 16,1 0 7-16,1-15 7 15,6-10-2-15,2-9-9 16,2-9 3-16,1-2-10 16,-3-4-12-16,-2 6 20 15,1 0 16-15,-8 7 0 16,-2 6 0-16,-3 7 1 0,-5 8 0 16,-2 7 21-16,-2 4 40 15,0 2-12-15,0 2-14 16,0 0-14-16,0 0-9 15,-2 14-6-15,-11 10-5 16,1 9-1-16,-6 7 6 16,4 5 12-16,-1 3-12 15,0 2-5-15,2 0 8 16,0-1-7-16,3 1-1 16,2-3 6-16,-5 1-6 15,5-3-1-15,-4-2 0 16,6-6-1-16,-1-5 1 15,2-8-17-15,2-8-47 0,3-6-66 16,0-10-117-16,6-1-52 16,9-22-60-16,3 0-248 0</inkml:trace>
  <inkml:trace contextRef="#ctx0" brushRef="#br0" timeOffset="593.41">14492 11203 948 0,'0'0'323'0,"0"0"-164"15,0 0 4-15,0 0-19 16,0 0-24-16,0 0-16 16,0 0 6-16,27 38 14 15,-23-17-43-15,-4 0-19 16,0 2-26-16,0-4-15 15,0-1-10-15,0-2-10 0,0-6 1 16,0-3-2 0,0-5-11-16,0-2-36 0,2 0-16 15,4-13-3-15,2-6-5 16,2-6 2-16,2 0 36 16,-1 2 25-16,-1 6 8 15,-2 4 0-15,-5 5 12 16,4 4 16-16,-7 4 20 15,0 0 7-15,0 0-20 16,3 0-6-16,-1 8 27 16,1 9 15-16,3 0-6 15,-2 6 18-15,-1 0-5 16,-3 1-13-16,2 1-23 16,-2-6-24-16,0 0-18 0,0-6 2 15,0-4-2-15,3-3-48 16,-3-6-102-16,6 0-52 15,9-8-62-15,0-15-73 16,3 2-422-16</inkml:trace>
  <inkml:trace contextRef="#ctx0" brushRef="#br0" timeOffset="865.68">14822 11237 965 0,'0'0'305'0,"0"0"-84"15,0 0 22-15,0 0-48 16,0 0-5-16,0 0-69 16,0 0-42-16,92 12-13 15,-71-8-21-15,-3 0-30 16,-6-2-4-16,3-2-11 15,-4 0-13-15,2 0-74 16,-8 0-75-16,-5 0-156 16,0 0-228-16,0 0-706 0</inkml:trace>
  <inkml:trace contextRef="#ctx0" brushRef="#br0" timeOffset="1067.09">14878 11357 1307 0,'0'0'270'16,"0"0"-130"-16,0 0 31 15,0 0 19-15,0 0-60 16,0 0-37-16,0 0-40 16,119-6-32-16,-101 2-21 15,0 4-27-15,-9 0-130 16,-1 0-390-16</inkml:trace>
  <inkml:trace contextRef="#ctx0" brushRef="#br0" timeOffset="3657.22">15384 11171 25 0,'0'0'1092'0,"0"0"-847"16,0 0-75-16,0 0 14 16,0 0-63-16,0 0-16 15,0 0 23-15,29 18-30 16,-29-2-12-16,0 0-34 15,3 0-27-15,-3-2-15 16,0-1-8-16,0-4-1 16,0-3 1-16,0-4-2 15,0 0-15-15,0-2-13 16,0 0 0-16,0 0 6 16,0 0-19-16,0-10-35 0,7-1-3 15,-5-6 35 1,4-3 12-16,3 0 13 0,2-3 17 15,5 5-5-15,-7-5 7 16,5 4 3-16,-2 4 12 16,1 5 8-16,-5 2 15 15,-2 6 22-15,1 2 18 16,-2 0-19-16,-2 0-20 16,2 10 11-16,2 11 27 15,-4 0 5-15,0 4 5 16,-3 0-33-16,0 0-21 15,0-2-17-15,0-4-7 16,0-4-8-16,0-3 1 16,0-3-2-16,0-4-21 0,0-1-58 15,0-4-59-15,0 0-59 16,0 0-97-16,0 0-68 16,0-4-829-16</inkml:trace>
  <inkml:trace contextRef="#ctx0" brushRef="#br0" timeOffset="4303.49">15886 11069 1088 0,'0'0'372'0,"0"0"-221"16,0 0-18-16,0 0-5 16,0 0 10-16,0 0-10 15,0 0-25-15,53 42 1 16,-32-21 7-16,-3 6-6 16,0-1-24-16,-3 3-29 15,3-2-9-15,-4 3-22 16,-2-1-7-16,0-1-6 15,0-5-6-15,0-1-1 0,-4-3 0 16,-1-5 0-16,-1-4 0 16,-4-4 0-16,1-2-1 15,-3-4 0-15,0 0-24 16,3 0-44-16,-3 0-63 16,0-3-54-16,0-23-84 15,0 5-278-15,0-4-549 0</inkml:trace>
  <inkml:trace contextRef="#ctx0" brushRef="#br0" timeOffset="4573.76">16096 11103 1292 0,'0'0'385'15,"0"0"-231"-15,0 0-10 16,0 0 17-16,0 0-40 16,0 0-38-16,-53 102-1 15,39-74 4-15,-4 1-41 16,0-2-22-16,0-2-14 16,0-3-8-16,0-2-1 15,6-7-26-15,6-4-93 16,6-9-94-16,0 0-301 15,0-6-380-15</inkml:trace>
  <inkml:trace contextRef="#ctx0" brushRef="#br0" timeOffset="4951.75">15824 10793 1408 0,'0'0'505'0,"0"0"-404"16,0 0-28-16,0 0-1 16,0 0 2-16,0 0 64 15,0 0-12-15,113 14-11 16,-67-9-29-16,3-5-43 16,-2 0-25-16,-6 0-9 15,-5 0-9-15,-9 0 0 16,-9 0-104-16,-10 0-145 15,-8 0-333-15</inkml:trace>
  <inkml:trace contextRef="#ctx0" brushRef="#br0" timeOffset="101653.17">27329 12182 1162 0,'0'0'525'0,"0"0"-395"15,0 0 65-15,0 0 8 16,0 0-79-16,0 0-56 15,0 0-32-15,0-2-21 16,3 9-8-16,-3 9 7 16,0 9 39-16,0 5 41 15,0 3-43-15,-12 9-13 16,-2 2-5-16,-1-3-6 16,2 3-18-16,2-5 0 15,2-3-8-15,3-8 1 16,3-4 4-16,3-8-6 0,0-6 0 15,0-3 0 1,0-2-1-16,0-4 1 0,0-1 0 16,0 0-1-16,0 0 0 15,3 0-5-15,5 0 6 16,5 0 0-16,5 0 6 16,5 0-4-16,5 0 5 15,-2 0-6-15,3 0 7 16,-5-1-8-16,-3-1 0 15,-3-1-15-15,-7 2-24 16,-1 1 0-16,-7 0-28 16,-3 0 6-16,0 0-6 15,0 0-43-15,0 0-67 0,-16 0-163 16,1 0-143 0,1 0-190-16</inkml:trace>
  <inkml:trace contextRef="#ctx0" brushRef="#br0" timeOffset="102026.17">27317 12436 795 0,'0'0'406'16,"0"0"-164"-16,0 0-38 15,0 0-61-15,0 0-7 16,0 0-45-16,0 0 16 16,12-24-1-16,1 22-17 15,-2 0 25-15,4 0-33 16,5 2-3-16,4-2-16 15,3-2-8-15,0 0-24 16,-1-1-5-16,1 3-16 16,-6-4-9-16,-6 1-7 15,-4 1-78-15,-11 0-110 16,0 2-28-16,-8 0-156 0,-10 2-504 16</inkml:trace>
  <inkml:trace contextRef="#ctx0" brushRef="#br0" timeOffset="102387.21">27335 12133 1250 0,'0'0'322'16,"0"0"-144"-16,0 0 36 16,0 0-54-16,0 0-75 15,0 0 14-15,0 0 0 16,62-19-35-16,-44 19-10 15,6 0-7-15,-3 0-6 16,3 0-30-16,-1 0-11 16,-2 1-23-16,9 6-111 15,-9-1-109-15,-6-2-347 0</inkml:trace>
  <inkml:trace contextRef="#ctx0" brushRef="#br0" timeOffset="102903.83">28010 12059 1185 0,'0'0'367'16,"0"0"-164"-16,0 0 18 15,0 0-46-15,0 0-16 16,0 0-25-16,0 0-57 16,-87 23-36-16,79-5 10 15,-2 4 24-15,2 6-8 16,-2 8-5-16,-1 6-17 16,2 6 3-16,-4 6-11 0,2 3-1 15,6 0 12-15,1 0-18 16,4-5-15-16,0-2-9 15,0-8 3-15,12-4-9 16,0-10 0-16,6-6 0 16,-1-8-7-16,5-8-28 15,1-3-74-15,16-3-82 16,-6-13-175-16,-7-1-532 0</inkml:trace>
  <inkml:trace contextRef="#ctx0" brushRef="#br0" timeOffset="105270.5">28291 12202 1279 0,'0'0'277'0,"0"0"-149"15,0 0 22-15,0 0 6 16,0 0-74-16,0 0-44 15,0 0-9-15,0 4 23 16,0 10 4-16,0 5 2 16,7 0-18-16,-2 6-2 15,1 0-16-15,4 0-16 16,-2-4 2-16,2-3-7 16,-2-6-1-16,-3-5 0 15,-1-2 1-15,5-3-1 0,-7-2 0 16,5 0 0-16,2-7 4 15,3-7-4-15,2-7-1 16,-2-2-7-16,1-4 1 16,0-1-12-16,-3 0 1 15,-2-2 17-15,2 0 1 16,-7 2 12-16,-1 3 0 16,1 6 7-16,-3 4 34 15,0 5 13-15,0 8-5 16,0 0 18-16,0 2-11 15,0 0-23-15,0 2-27 16,0 15-17-16,0 4 1 0,-5 6 10 16,-4 3-5-16,0 0-6 15,3 0 0-15,-3 2 0 16,3 0 0-16,-4-1 0 16,5 2 1-16,-1-1-1 15,-3 1 6-15,3-4-7 16,4 0 0-16,-1-7 0 15,0-4-1-15,3-7-6 16,0 0-40-16,0-5-66 16,0-5-58-16,0 2-13 15,14-3-130-15,4 0-173 16,-6-4-340-16</inkml:trace>
  <inkml:trace contextRef="#ctx0" brushRef="#br0" timeOffset="105780.13">28681 12394 1111 0,'0'0'352'15,"0"0"-202"-15,0 0 55 16,0 0 68-16,0 0-130 0,0 0-44 16,0 0-65-1,6 83 39-15,-6-67-32 0,0-2-27 16,0-5-14-16,2-3 0 16,-2-1-1-16,0-5-39 15,0 0-27-15,3 0-14 16,4 0-24-16,-4-12 21 15,5-5-14-15,2 0 10 16,1-2 25-16,1 0 61 16,-4 3 2-16,5 1 53 15,-8 6 10-15,5 0 32 16,-7 6 10-16,-1 2-15 16,-2 1 15-16,0 0 9 15,0 0-11-15,3 1-51 16,-3 12 12-16,0 5 21 0,7 3-12 15,-4 0-27-15,-3-1-23 16,3-3-16-16,-1-3 0 16,-2-4-7-16,0-2-40 15,0-2-53-15,0-2-89 16,0-4-103-16,0 0-210 16,0 0-342-16</inkml:trace>
  <inkml:trace contextRef="#ctx0" brushRef="#br0" timeOffset="106155.13">29082 11919 707 0,'0'0'663'15,"0"0"-522"-15,0 0 128 16,0 0 49-16,0 0-117 16,41 112-35-16,-35-74-31 15,1 5-4-15,-4 3-40 16,-1-1 15-16,-2 4-28 16,0-4-14-16,0-1-19 15,-9-1-13-15,0-5-4 16,-3-2-5-16,4-4-23 15,-5-1 1-15,8-5-1 0,-1-4 0 16,-3-4-31-16,3-4-35 16,1-1-48-16,-2-6-56 15,-2-3-100-15,3-1-93 16,0 0-450-16</inkml:trace>
  <inkml:trace contextRef="#ctx0" brushRef="#br0" timeOffset="106583.99">29445 12418 512 0,'0'0'1286'0,"0"0"-990"16,0 0-98-16,0 0-10 16,0 0-70-16,0 0-30 15,0 0 11-15,49-2 16 16,-31 2-14-16,-3 0-40 16,-2 0-36-16,-5 0-13 15,2 0-7-15,-10 0-5 16,0 0-133-16,0 5-136 15,0 2-87-15,-13-1-292 0</inkml:trace>
  <inkml:trace contextRef="#ctx0" brushRef="#br0" timeOffset="106756.52">29445 12418 1386 0,'-51'103'291'16,"53"-103"-23"-16,13 0 18 15,3 0-93-15,0 0-80 16,0 0-26-16,0 0-51 16,0-2-36-16,-7 2-122 15,-1 0-179-15,-10 0-684 0</inkml:trace>
  <inkml:trace contextRef="#ctx0" brushRef="#br0" timeOffset="107754.85">30229 12114 1196 0,'0'0'528'15,"0"0"-430"-15,0 0 38 16,0 0 24-16,0 0-51 16,0 0-42-16,0 0-2 15,0 33 33-15,0-11-30 16,-6 3-11-16,-1 3 1 16,2 2-16-16,-1 1 11 15,-1 0-4-15,-1 1-20 16,5 0 7-16,-6-2-8 15,3 2 2-15,3-4-11 16,1-2-8-16,2-1-10 16,0-7 0-16,0 0-1 0,11-7-1 15,4 1 1-15,5-3 9 16,1-3 0-16,-3-4-1 16,5-2-8-16,2 0 5 15,-7 0-4-15,-1 0 1 16,-2 0-2-16,-3-2-50 15,-6-4-12-15,-3 0-56 16,-3-3-54-16,2-6-98 16,5 2-334-16,-4 0-801 0</inkml:trace>
  <inkml:trace contextRef="#ctx0" brushRef="#br0" timeOffset="108040.09">30198 12346 1294 0,'0'0'530'16,"0"0"-440"-16,0 0-54 15,0 0 81-15,0 0 45 16,0 0-23-16,0 0-59 16,87-16-6-16,-63 16 4 15,-7 0-53-15,4-2-25 0,-3 2-31 16,0-2-91-16,0-2-37 16,-3 0-175-16,-7 0-305 0</inkml:trace>
  <inkml:trace contextRef="#ctx0" brushRef="#br0" timeOffset="108305.38">30252 12078 1332 0,'0'0'303'0,"0"0"-195"0,0 0 0 16,0 0 8-16,0 0-16 15,0 0-55-15,0 0-17 16,110-9-28-16,-81 9-11 16,10 0-184-16,-6 0-200 15,-6 0-534-15</inkml:trace>
  <inkml:trace contextRef="#ctx0" brushRef="#br0" timeOffset="108772.13">30882 11985 1603 0,'0'0'319'16,"0"0"-135"-16,0 0 5 15,0 0-82-15,0 0-22 0,0 0 8 16,0 0-14-16,-80 134 3 16,65-85-7-16,-3 3-20 15,10 4-4-15,-2 1-5 16,2-3-2-16,5-5-1 16,3-1 11-16,0-7-3 15,0-4-21-15,3-4-6 16,5-6-3-16,7-4-6 15,-3-3 0-15,-3-6-8 16,3-4-7-16,-6-2 1 16,3-4-1-16,-3-2-49 15,-3 0-78-15,-3 2-106 16,0-2-256-16,0 1-220 0</inkml:trace>
  <inkml:trace contextRef="#ctx0" brushRef="#br0" timeOffset="138261.28">31039 12394 1054 0,'0'0'284'0,"0"0"-182"16,0 0 82-16,45-7-63 16,-34 7 39-16,2 0-47 15,-5 0-24-15,2 0-36 16,-5 7 19-16,-2 2-23 15,1 0 3-15,-4 3-5 16,0-2-14-16,0 0-12 16,0-4-5-16,0 1-15 15,0-6 1-15,0-1-2 16,0 0-12-16,0 0-15 16,0 0-11-16,0 0-5 15,0 0-13-15,0 0-8 0,3-8-30 16,5-3 24-16,5-1 27 15,2-3 11 1,-7 3-13-16,0 2 45 0,2 4 47 16,-7 3 12-16,-3 3 49 15,2 0-3-15,-2 0-23 16,0 0-18-16,0 0-13 16,0 0-1-16,3 0-13 15,-3 6-17-15,0 3 17 16,4 1-16-16,-1 2-5 15,0 1-10-15,-3-1-5 16,0-1-1-16,3 1-43 16,-3 0-86-16,0 3-6 0,5 3-81 15,-5-2-43 1,3-6-258-16</inkml:trace>
  <inkml:trace contextRef="#ctx0" brushRef="#br0" timeOffset="138808.81">31627 12194 1166 0,'0'0'311'0,"0"0"-174"16,0 0 16-16,0 0-27 16,0 0-7-16,0 0 48 15,0 0-43-15,49 45-30 16,-36-28-19-16,3 3 25 0,-1 4-23 16,0 0-7-16,3 2-6 15,-3-2 7-15,1 0-31 16,0-1 5-16,-1-4-24 15,-3-2-20-15,2-3 7 16,-4-4-7-16,-2-2 5 16,-4-3-4-16,-1-2-2 15,-3-2-35-15,3 2-38 16,-3-3-22-16,0 0-28 16,0 0-14-16,0 2-38 15,-10-1-93-15,-8 3-233 16,0-4-261-16</inkml:trace>
  <inkml:trace contextRef="#ctx0" brushRef="#br0" timeOffset="139166.84">31807 12216 1239 0,'0'0'357'16,"0"0"-194"-16,0 0 80 16,0 0-74-16,0 0-98 0,0 0-6 15,0 0 46-15,-16 86-4 16,7-62-55-16,0 2 19 15,0 0-11-15,-9-1-21 16,4-4-15-16,-1-1-13 16,0-3-11-16,2-6-8 15,2 0-80-15,-1-5-73 16,1-6-50-16,1 0-258 16,2 0-432-16</inkml:trace>
  <inkml:trace contextRef="#ctx0" brushRef="#br0" timeOffset="139551.81">31574 12016 1362 0,'0'0'318'0,"0"0"-238"16,0 0-34-16,0 0 50 16,0 0 64-16,0 0-20 15,0 0-56-15,125-8-40 16,-95 6-24-16,-1-1-19 16,-5 3-1-16,6 0-110 15,-9 0-184-15,-3 0-336 0</inkml:trace>
  <inkml:trace contextRef="#ctx0" brushRef="#br0" timeOffset="139950.76">32180 11887 1443 0,'0'0'401'15,"0"0"-294"-15,0 0 92 0,0 0-4 16,41 100-14-16,-28-56-21 15,-5 7-59-15,2 0 23 16,-5 3-63-16,-5-1-28 16,0-2-1-16,0-3-16 15,0-3-4-15,0-1-5 16,-8-4-6-16,1-1-1 16,-1-7-12-16,-1-5-71 15,-3 0-94-15,-11-1-86 16,-2-6-211-16,1-6-680 0</inkml:trace>
  <inkml:trace contextRef="#ctx0" brushRef="#br0" timeOffset="140873.29">29406 13466 1577 0,'0'0'617'16,"0"0"-529"-16,0 0-74 15,0 0 6-15,0 0 8 16,0 0 16-16,0 0-10 15,88 0-25-15,-67 0-9 16,1 0-7-16,-8 0-63 16,-5 0-125-16,-3 0-101 15,-6 0-411-15</inkml:trace>
  <inkml:trace contextRef="#ctx0" brushRef="#br0" timeOffset="141083.73">29406 13466 897 0,'-46'89'540'15,"64"-89"-315"-15,7 0 72 16,1 0-40-16,5 0-106 16,-5 0-49-16,-3 0-65 15,-2 0-24-15,-6 0-13 16,0 6-133-16,0 4-155 15,-9 1-467-15</inkml:trace>
  <inkml:trace contextRef="#ctx0" brushRef="#br0" timeOffset="142067.1">29985 13405 1458 0,'0'0'304'0,"0"0"-178"16,0 0 23-16,0 0-21 15,0 0-46-15,0 0-17 16,0 0 10-16,59 34-20 0,-49-18-18 16,-8-2-3-16,1 2-7 15,-3-4 6-15,0 0-18 16,0-2-8-16,0 0-7 16,-3-4-25-16,-2 2-51 15,-5-4-13-15,5-2 10 16,-2-2-23-16,4 0-1 15,-2 0 13-15,5-6 23 16,0-8 29-16,0-6 8 16,0-2 30-16,12-1 14 15,-1 0 10-15,10 1 16 16,-3 4 17-16,-1 2 0 16,-1 3-4-16,-4 5 21 15,-4 3-6-15,2 3-9 16,-5 2 6-16,-2 0-2 0,0 0-13 15,0 0 10-15,4 9-13 16,-2 2 43-16,1 3-26 16,1 3-18-16,-2 0 7 15,1 3-25-15,-4 0-10 16,1 0-8-16,1 3-4 16,-1-6-6-16,-3 1-17 15,5-3-87-15,5-4-83 16,-2-3-114-16,1-6-305 0</inkml:trace>
  <inkml:trace contextRef="#ctx0" brushRef="#br0" timeOffset="142255.6">30373 13516 1166 0,'0'0'249'15,"0"0"-187"-15,0 0 58 16,0 0-21-16,0 0-47 16,0 0-49-16,0 0-3 15,13 17-236-15,-13-15-625 0</inkml:trace>
  <inkml:trace contextRef="#ctx0" brushRef="#br0" timeOffset="142984.65">30730 13271 1324 0,'0'0'388'0,"0"0"-222"16,0 0 45-16,0 0-44 15,0 0-58-15,0 0-9 16,0 0-21-16,0 0-42 0,0 6-6 15,0 6 24-15,0 1 0 16,0 6-11-16,0 1-15 16,0 0-2-16,0 0-7 15,-2 2-1-15,-1-4-5 16,0 0-4-16,0-4-1 16,-1-1-8-16,4-2 0 15,0-3 0-15,0 0-1 16,0-2 0-16,0 0-9 15,0 0 3-15,0 2-6 16,7-2 12-16,-1 0 0 16,-1 0 1-16,-2-2 0 15,4 1 0-15,-5-4 0 0,4-1-1 16,-3 2 0-16,4-2 0 16,1 0-6-16,-1 0 5 15,1 0-20-15,-2 0-2 16,3 0-2-16,-1 0-33 15,-1 0-33-15,2 0-83 16,-1-3-34-16,-4-4-117 16,-4 3-242-16</inkml:trace>
  <inkml:trace contextRef="#ctx0" brushRef="#br0" timeOffset="143283.84">30694 13339 1147 0,'0'0'302'15,"0"0"-125"-15,0 0 26 16,0 0-12-16,0 0-30 15,0 0-4-15,0 0-42 16,75-20-16-16,-54 13-44 16,3 2-32-16,-3 0-17 0,-3 1-6 15,-4 3-86-15,-2 1-83 16,-9-3-75-16,0 3-144 16,-3 0-412-16</inkml:trace>
  <inkml:trace contextRef="#ctx0" brushRef="#br0" timeOffset="143485.31">30722 13221 1283 0,'0'0'234'15,"0"0"-112"-15,0 0 97 16,0 0-63-16,0 0-15 15,119-32-65-15,-93 29-46 0,-6 3-30 16,13 0-132-16,-12 0-177 16,0 3-324-16</inkml:trace>
  <inkml:trace contextRef="#ctx0" brushRef="#br0" timeOffset="143974">31211 13153 1162 0,'0'0'399'0,"0"0"-198"15,0 0 32-15,0 0-46 16,0 0-43-16,0 0-46 16,0 0-29-16,-98 98 3 0,87-62 12 15,-1 5 1-15,4 6-6 16,-2-1-27-16,5 2-3 16,-2-3 10-16,4-4-37 15,3-3-14-15,0-4-8 16,0-8 0-16,3-3-79 15,12-9-33-15,5-8-109 16,5-5-82-16,-4-1-261 0</inkml:trace>
  <inkml:trace contextRef="#ctx0" brushRef="#br0" timeOffset="144425.79">31465 13339 618 0,'0'0'987'0,"0"0"-825"16,0 0 23-16,0 0 36 15,0 0-72-15,0 0-33 16,0 0-28-16,77 110-24 15,-63-82-15-15,1-2-18 16,-3-4-14-16,-1-4-6 16,2-3-10-16,-1-4 6 15,-4-5-7-15,2-2-1 16,-2-1-42-16,2-3-53 16,-2 0-51-16,-2-5-61 15,1-7-193-15,-7 2-545 0</inkml:trace>
  <inkml:trace contextRef="#ctx0" brushRef="#br0" timeOffset="144685.1">31601 13371 1534 0,'0'0'504'16,"0"0"-403"-16,0 0 34 15,0 0-15-15,0 0 39 0,0 0-33 16,0 0-27 0,-33 118-43-16,21-91-41 0,3 3-1 15,-6-7-13-15,4-3-1 16,2-4-63-16,0-3-94 16,0-9-107-16,6-4-262 15,0 0-687-15</inkml:trace>
  <inkml:trace contextRef="#ctx0" brushRef="#br0" timeOffset="144913.49">31465 13200 1497 0,'0'0'208'0,"0"0"-123"16,0 0 134-16,0 0-62 15,144 0-86-15,-98 0-41 16,-7 0-30-16,-4 0-102 16,-8 0-162-16,-15 3-452 0</inkml:trace>
  <inkml:trace contextRef="#ctx0" brushRef="#br0" timeOffset="145201.72">31915 13162 1505 0,'0'0'506'15,"0"0"-359"-15,0 0 91 16,0 0-6-16,10 109-67 16,-10-68-45-16,0 4-53 15,0-1-31-15,-7-2-12 16,-1-4-12-16,-5-3-6 16,0 1-6-16,0-6-33 15,-5-3-104-15,-8 4-114 16,6-9-287-16,-5-4-660 0</inkml:trace>
  <inkml:trace contextRef="#ctx0" brushRef="#br0" timeOffset="145925.78">29589 14377 1478 0,'0'0'537'16,"0"0"-455"-16,0 0 6 16,0 0 51-16,0 0-66 15,0 0-36-15,116 0-23 16,-88 0-6-16,-5 0-8 16,0 0-42-16,2 0-99 15,-7 0-138-15,-7 0-269 0</inkml:trace>
  <inkml:trace contextRef="#ctx0" brushRef="#br0" timeOffset="146119.26">29599 14468 1258 0,'0'0'372'0,"0"0"-229"16,0 0 74-16,113 0-44 15,-72-2-114-15,-2 2-59 16,8 0-64-16,-9 0-216 16,-7 0-702-16</inkml:trace>
  <inkml:trace contextRef="#ctx0" brushRef="#br0" timeOffset="149425.43">30178 14397 1370 0,'0'0'365'15,"0"0"-267"-15,0 0-13 0,0 0 16 16,0 0-6-16,0 0 13 15,0 0-19-15,66 39-14 16,-58-22 4-16,4-2-11 16,-9 1-32-16,3-3-17 15,-6 2 1-15,0-5-1 16,0-2-10-16,0-2-9 16,0-3-10-16,0-3-35 15,0 0-17-15,0 0 1 16,0-5-12-16,0-9 12 15,0-3-4-15,0 0 39 16,0-1 18-16,0-1 8 0,0 2 38 16,9 3 1-16,2-1-5 15,5 3-2-15,1 0 19 16,4 2 14-16,0 2-13 16,0 2 24-16,-4 0-9 15,-1 6 0-15,-4 0-4 16,-7 3 20-16,-2 10 15 15,0 8-1-15,-3 1-16 16,0 2-33-16,0-3-21 16,0 2-17-16,0-2-8 15,0-2-2-15,0-5 0 16,0-4-55-16,0-3-53 16,0-2-97-16,-3-5-68 0,-2 0-224 15,2 0-718-15</inkml:trace>
  <inkml:trace contextRef="#ctx0" brushRef="#br0" timeOffset="149627.87">30591 14528 1294 0,'0'0'570'16,"0"0"-439"-16,0 0 8 15,0 0 4-15,0 0-47 16,0 0-62-16,0 0-22 0,11 0-12 16,-11 0-96-1,0 0-260-15,0 0-778 0</inkml:trace>
  <inkml:trace contextRef="#ctx0" brushRef="#br0" timeOffset="150355.94">30982 14391 1568 0,'0'0'475'0,"0"0"-338"16,0 0 21-16,0 0-52 15,0 0-17-15,0 0 28 0,0 0-21 16,31 95-23-16,-23-57 0 16,2 2-28-16,-8 0 4 15,4 0 20-15,-6 0-29 16,4-2-10-16,-4-2-13 16,0-5-11-16,0-5-6 15,0-8 1-15,0-4-1 16,0-9-35-16,0-2-51 15,0-3-31-15,0 0-62 16,6-26-103-16,-1-6-226 0,-2-3-196 16</inkml:trace>
  <inkml:trace contextRef="#ctx0" brushRef="#br0" timeOffset="150753.87">30995 14305 1169 0,'0'0'495'16,"0"0"-403"-16,0 0-12 16,0 0 18-16,0 0-21 15,0 0 27-15,0 0 11 16,44-6-28-16,-19 4-4 0,-2 2 22 15,3 0-12-15,-1 0-26 16,-4 0-2-16,-3 0-21 16,-2 5-3-16,-6 1-6 15,-2 1 1-15,2-1 8 16,-7 2 4-16,-1 0 14 16,-2 4-10-16,0 3 29 15,-2 0-6-15,-16 8-27 16,-6-3-20-16,1-1-9 15,-5-5-10-15,8-1-9 16,-1-9 0-16,3 0-52 16,3-4-72-16,-11 0-128 15,8 0-129-15,0-4-319 0</inkml:trace>
  <inkml:trace contextRef="#ctx0" brushRef="#br0" timeOffset="152471.28">27160 15579 1528 0,'0'0'490'0,"0"0"-426"16,0 0-40-16,0 0 60 16,0 0 24-16,-15 130-33 15,21-90-12-15,11 0-8 16,5 4-12-16,-1-8-12 15,-1 0-6-15,-2-10 5 16,-4-3-6-16,-2-9 4 16,-2-9 3-16,-4 2-11 15,-1-7-8-15,5 0 4 16,-5 0 5-16,1 0 9 0,1-12 0 16,1-7-8-1,4-7-4-15,-3-1-4 0,0-14-4 16,2-3-9-16,-1-6 11 15,-2-6 2-15,-2-4 5 16,1-5-8-16,-5 1-4 16,1-2-1-16,0 7-5 15,0 9-1-15,-3 13 2 16,0 13-1-16,0 6 5 16,0 10-5-16,0 6-1 15,0 2 0-15,0 0-72 16,4 11-90-16,4 16-36 15,10 20-84-15,-3-1-319 16,3-6-721-16</inkml:trace>
  <inkml:trace contextRef="#ctx0" brushRef="#br0" timeOffset="153337.96">27612 15881 1058 0,'0'0'402'16,"0"0"-215"-16,0 0 42 16,0 0 20-16,0 0-73 15,0 0-25-15,0 0 4 16,-13-62-36-16,8 58-30 16,-2-5 5-16,4 9-14 15,-2-2-16-15,-1 2-18 16,-1 0-10-16,2 0-27 15,-1 7-9-15,-1 7 0 16,-1-2-1-16,-2 3-1 16,2 2 1-16,3-3-5 15,2 2 0-15,3 0 0 16,0 0 5-16,0-1-7 0,0 2 1 16,0-7-17-16,0 3-30 15,8-9-1-15,0-1 1 16,5-3 14-16,-1 0 11 15,-1-3 14-15,7-14 8 16,-3-2-2-16,0-4-3 16,1-3 4-16,-5 0 8 15,-2 6 0-15,-3 4 0 16,-3 6 0-16,-3 2 0 16,0 4 32-16,0 4 17 15,0 0 2-15,0 0-17 16,0 0-16-16,0 8 0 0,0 2 5 15,0 3-10 1,0-4-12-16,0 3 0 0,0-2-1 16,0-1-2-16,0-2-5 15,0-1-8-15,5-2-15 16,7-4-21-16,4 0 3 16,2 0 17-16,2 0 13 15,6-10-8-15,-1-2 17 16,-1-2 8-16,-1 6 1 15,-2-1-1-15,-3 9 0 16,-6 0 1-16,-4 0 33 16,2 9 20-16,-2 7 14 15,-2 2-4-15,3 2-20 0,-3-2-22 16,-3 0-14 0,4-1-5-16,-5-9-2 0,1-2-40 15,0-2-75-15,0-4-66 16,6-4-87-16,-1-14-118 15,2-4-419-15</inkml:trace>
  <inkml:trace contextRef="#ctx0" brushRef="#br0" timeOffset="153672.07">28357 15316 1513 0,'0'0'557'0,"0"0"-427"0,0 0 40 16,0 0-5-16,0 0-36 15,0 0-24-15,0 0 2 16,0 63-11-16,-3-28-42 16,-3 5-23-16,0 6-3 15,1 6 7-15,-2-3-1 16,4 5 4-16,-3 0-11 15,4-7-5-15,2 3-5 16,0-4-7-16,0-6-8 16,0-5-1-16,0-8 1 15,2-1-2-15,14-7-54 16,-3-5-66-16,5-1-124 0,13-13-118 16,-3 0-281-16,0 0-947 15</inkml:trace>
  <inkml:trace contextRef="#ctx0" brushRef="#br0" timeOffset="154755.17">28663 15527 958 0,'0'0'517'0,"0"0"-380"16,0 0-2-16,0 0 58 15,0 0 7-15,0 0-41 16,0 0 1-16,6 88-44 16,-4-52-34-16,1-6-31 0,4 1-18 15,-1-8-5-15,-1-2-16 16,5-6-5-16,1-7-6 15,1-6-1-15,3-2-2 16,0 0 1-16,6-19-1 16,0-8-5-16,2-4-2 15,1-11-6-15,-4 3-15 16,1-1 5-16,-3 1 16 16,-6 7 9-16,-2 8 0 15,-7 9 1-15,-1 4 50 16,1 7 26-16,-3 4 41 15,0 0-16-15,0 0-17 16,-3 19-37-16,-9 8-28 16,-3 12 4-16,1 5 7 15,-4 6-7-15,0-2-3 0,6 2-1 16,-6-4-2-16,7 2-4 16,-1-4-8-16,-1-4-5 15,2 1 5-15,-1-5-6 16,3-4 0-16,3-6-10 15,3-4-39-15,0-5-50 16,3-2-61-16,0-11-78 16,15-4-136-16,6-19-151 15,2 2-210-15</inkml:trace>
  <inkml:trace contextRef="#ctx0" brushRef="#br0" timeOffset="155205.97">29013 15855 1380 0,'0'0'327'16,"0"0"-191"-16,0 0 126 15,0 0-71-15,0 0-9 16,0 0-43-16,0 0-29 15,24 104-27-15,-24-83-41 16,0-5-27-16,0 0-3 16,0-10-11-16,0-2-1 0,0-4-6 15,0 0-38 1,0 0-36-16,6-10-13 0,6-6-20 16,3-4 40-16,0-1 23 15,0 2 26-15,-1 2 18 16,-2 7 6-16,-2 0 0 15,-5 7 54-15,-2 3 47 16,0 0 9-16,0 0-24 16,-3 2-8-16,0 13 38 15,2-1 4-15,2 5-42 16,-4 3-32-16,0-9-25 16,0-1-12-16,0-1-9 15,0-7-43-15,0-4-86 0,3 0-77 16,3 0-100-1,-1-12-155-15,2-4-274 0</inkml:trace>
  <inkml:trace contextRef="#ctx0" brushRef="#br0" timeOffset="155483.23">29450 15480 1796 0,'0'0'364'15,"0"0"-253"-15,0 0 116 16,0 0-6-16,0 0-25 16,0 0-44-16,80 117-24 15,-65-81-32-15,-5 4-23 16,-7-1-33-16,-3 3-8 0,0-3-13 16,0-3-8-16,0 0-10 15,-10-3 1-15,2 0-2 16,-8-5-22-16,4-1-55 15,1-5-45-15,1-8-124 16,5-6-130-16,5-8-294 16,0 0-748-16</inkml:trace>
  <inkml:trace contextRef="#ctx0" brushRef="#br0" timeOffset="155783.41">29828 15892 1413 0,'0'0'640'0,"0"0"-516"16,0 0 29-16,0 0 109 15,0 0-48-15,0 0-45 16,0 0-52-16,106 0-59 16,-88 0-35-16,-6 0-13 15,-4-5-10-15,-4 5-24 16,-1-4-112-16,-3 4-115 16,-7 0-246-16,-9 0-418 0</inkml:trace>
  <inkml:trace contextRef="#ctx0" brushRef="#br0" timeOffset="155972.91">29828 15892 765 0,'-21'88'1024'0,"21"-88"-803"15,0 1-55-15,0-1 70 16,15 5 7-16,6-5-36 16,2 0-35-16,1 0-57 15,-4 0-62-15,-2 0-46 16,-8 0-7-16,-2 0-57 15,-8 0-139-15,0 0-257 16,0 0-317-16</inkml:trace>
  <inkml:trace contextRef="#ctx0" brushRef="#br0" timeOffset="157840.93">30309 15771 418 0,'0'0'630'0,"0"0"-477"15,0 0-40-15,0 0 69 16,0 0-38-16,0 0-67 16,0 0-33-16,44-28-16 15,-40 28-8-15,1 0-13 16,-2 0-7-16,3 0 2 15,-6 0-2-15,2 0-13 16,-2 0 6-16,4 0 7 16,-4 0 9-16,0 0 127 0,0 0 39 15,0 0-22-15,0 0 10 16,0 0-19-16,0 0-44 16,0 6-37-16,3 6 13 15,3 4-6-15,-1 6-7 16,2 4 13-16,1 1 2 15,2 0-15-15,-2 3-12 16,2-2-24-16,-2-2-14 16,2-3-7-16,1-11-5 15,-1-2 1-15,-8-5-1 16,4-2 0-16,-3-3 0 16,-1 0-1-16,2 0 1 15,5-8 15-15,0-14 11 16,8-10-5-16,-2-9-11 15,-3-3 4-15,4-9-8 0,-5-4-7 16,-9-3 1-16,3-2 0 16,-5 4 1-16,0 6-1 15,0 11-1-15,0 9 0 16,0 14 0-16,0 6-2 16,0 6-14-16,0 6-20 15,0 0-30-15,0 0-60 16,0 0-126-16,0 26 2 15,8 3-32-15,4-4-282 0</inkml:trace>
  <inkml:trace contextRef="#ctx0" brushRef="#br0" timeOffset="158740.51">30936 15873 1335 0,'0'0'385'0,"0"0"-177"0,0 0 49 15,0 0-29-15,0 0-56 16,0 0-79-16,0 0-1 16,-27-40-13-16,23 40 6 15,-1 0-8-15,-1 0-44 16,-3 4-23-16,-2 11-10 15,-5-2 1-15,1 1-1 16,3 3 1-16,-2 0 0 16,2-3 0-16,6-1 8 15,3 1-8-15,-3 0 0 16,6-2-1-16,0 1 0 16,0-2-9-16,0-2 0 0,0 0-6 15,6-5-18-15,3 0-9 16,3-4-7-16,2 0 13 15,4-8 23-15,2-15 4 16,5-3-8-16,-4-1 1 16,-3-1 14-16,0 6 1 15,-10 5 0-15,-2 11 1 16,-2 2 0-16,-4 0 76 16,0 4 11-16,0 0-14 15,0 0-29-15,0 0-22 16,0 10-20-16,0 2-1 15,0 6 0-15,-7 0 0 16,4 1 0-16,3-3 0 0,0-1-1 16,0-2-6-16,0-6-4 15,12-2-4-15,4-4-22 16,2-1-5-16,2 0 5 16,4 0-3-16,2-9-12 15,-3-9-1-15,2 0 17 16,-4 0-14-16,-6 0 19 15,-1 5 21-15,-5 7 9 16,-6 3 32-16,-3 3 47 16,3 0 19-16,-3 0-24 15,0 0-22-15,0 0-18 16,3 0-7-16,-1 3 0 16,5 7 20-16,-4 4-2 15,2-1-29-15,-2 5-4 16,4-4-11-16,-4-1-1 0,5 2-72 15,2-3-110-15,10-7-81 16,1-2-106-16,-3-3-281 0</inkml:trace>
  <inkml:trace contextRef="#ctx0" brushRef="#br0" timeOffset="159073.63">31802 15298 1582 0,'0'0'503'0,"0"0"-402"16,0 0 83-16,0 0 38 16,0 0-21-16,0 0-40 15,0 0-10-15,-18 116-34 16,10-68-42-16,0 2 0 15,-2 3-14-15,5 3-17 16,-2 0-8-16,7-6-15 16,0 2-6-16,0-6-3 15,0 2-6-15,0-8-6 16,10 1 0-16,-2-9-8 16,7-6 2-16,0-4-39 15,0-4-67-15,11-8-83 0,-2-2-141 16,-3-8-319-16</inkml:trace>
  <inkml:trace contextRef="#ctx0" brushRef="#br0" timeOffset="159823.62">32026 15833 1174 0,'0'0'367'16,"0"0"-236"-16,0 0 34 15,0 0 29-15,0 0-36 16,0 0-31-16,0 0 1 16,23 0 1-16,-16 15-7 15,-2 2 27-15,1 10-20 16,-6-4-46-16,0 4-41 15,0-1-28-15,0-8-5 16,0-5 1-16,0-4-10 16,-3-5-32-16,3-4-47 15,0 0-24-15,0-8-17 0,0-16-5 16,15-2 5-16,3-5 44 16,0 4 43-16,0 0 23 15,-4 10 10-15,1 2 15 16,-5 7 43-16,-2 8 16 15,-2 0 4-15,-2 0-2 16,4 0 1-16,-3 4 26 16,2 11 16-16,2-2-30 15,-3 7-3-15,3 4-38 16,-4-2-29-16,2-3-5 16,-1-2-14-16,-1-7-34 15,2-2-98-15,-1-3-116 16,11-5-114-16,1-10-246 0,-4-7-800 15</inkml:trace>
  <inkml:trace contextRef="#ctx0" brushRef="#br0" timeOffset="160145.76">32519 15618 1160 0,'0'0'556'0,"0"0"-347"16,0 0 88-16,0 0-21 0,0 0-23 15,0 0-25-15,103 117-53 16,-85-81-65 0,3-3-42-16,-3-2-17 0,0-1-9 15,0 1-15-15,-6-8-1 16,3-2-11-16,-6-3-9 15,0-4-5-15,-3-6 8 16,-4-2-9-16,4-2-38 16,-3-4-55-16,-3 0-41 15,0 0-106-15,0-22-146 16,0-6-331-16,0 3-1016 0</inkml:trace>
  <inkml:trace contextRef="#ctx0" brushRef="#br0" timeOffset="160379.14">32768 15683 1467 0,'0'0'755'15,"0"0"-557"-15,0 0-57 16,0 0 19-16,0 0 43 16,-44 106-39-16,29-70-42 15,0 4-43-15,3-6-31 16,-2-2-17-16,1-4-16 15,1-1-14-15,1-9 6 16,6-6-7-16,-2-2-59 16,1-10-89-16,3 0-102 15,-4 0-106-15,7-14-427 0</inkml:trace>
  <inkml:trace contextRef="#ctx0" brushRef="#br0" timeOffset="160658.37">32436 15400 1520 0,'0'0'318'16,"0"0"-44"-16,0 0 1 16,0 0-106-16,124 0-72 0,-91 2-48 15,-4 10-31-15,4-3-18 16,12 4-46-16,-10-5-206 16,-2-2-326-16</inkml:trace>
  <inkml:trace contextRef="#ctx0" brushRef="#br0" timeOffset="160971.54">33113 15218 1081 0,'0'0'991'0,"0"0"-754"16,23 106 11-16,-16-51 17 15,-1 2-35-15,-6 1-75 16,0 0-56-16,0-5-34 16,0 1-27-16,0-9-17 15,-6-4-11-15,2-7-8 16,-4-2 4-16,2-8-6 15,-3-3-60-15,-12 2-75 16,6-4-188-16,-6-8-341 0</inkml:trace>
  <inkml:trace contextRef="#ctx0" brushRef="#br0" timeOffset="161663.7">29881 17030 1685 0,'0'0'281'16,"0"0"-196"-16,0 0 124 15,0 0 40-15,0 0-37 16,113-4-48-16,-81 1-62 16,-2 0-57-16,-6 3-26 15,-6 0-19-15,-10 0-38 16,-4 0-135-16,-4 0-158 16,0 0-246-16,-18 10-676 0</inkml:trace>
  <inkml:trace contextRef="#ctx0" brushRef="#br0" timeOffset="161841.23">29910 17115 1234 0,'0'0'563'0,"0"0"-390"0,0 0 81 16,0 0 1-16,0 0-90 15,123 0-94-15,-100 0-50 16,-5 0-21-16,-7 5-179 15,-4 8-284-15,-1-8-732 0</inkml:trace>
  <inkml:trace contextRef="#ctx0" brushRef="#br0" timeOffset="162958.24">30502 16973 1245 0,'0'0'643'0,"0"0"-458"16,0 0-63-16,0 0 17 15,0 0-25-15,0 0-56 16,0 0 19-16,33 17 26 16,-25 1 12-16,1 8 25 15,-3 2-44-15,-3 2-41 16,0-2-26-16,1-1-13 16,-2-9-8-16,-2-4-8 15,0-6 1-15,0-4-1 0,0-4-17 16,0 0-22-1,0 0-23-15,3-8-19 0,0-14-21 16,0-2 1-16,6-7 32 16,0-1 30-16,0 2 20 15,5 9 12-15,-2-2 6 16,4 9 1-16,-5 4 8 16,1 7 12-16,0-2 15 15,-3 5 17-15,0 0-1 16,0 0 7-16,0 0 7 15,2 0 21-15,2 12-9 16,-2 6-21-16,4 1 7 16,0 8 1-16,-3 3-7 15,-1 2-20-15,-4-1-13 16,2 0-10-16,-9-4-13 0,2-4 0 16,1-6-1-16,0-3-26 15,-3-9-52-15,0-5-84 16,10 0-90-16,-2-17-112 15,-1-3-261-15</inkml:trace>
  <inkml:trace contextRef="#ctx0" brushRef="#br0" timeOffset="163475.84">30936 16615 1425 0,'0'0'618'16,"0"0"-484"-16,0 0 12 15,0 0-21-15,0 0-67 16,0 0-30-16,0 0 27 16,38 0 26-16,-25 0 1 15,-5 0-30-15,-3 4-25 16,0-4 9-16,-3 4-11 16,1-4-4-16,-3 2 4 0,0 0-7 15,0 4 0-15,0-2 17 16,0 7 12-16,0 0 9 15,-12 7 2-15,-4 4 1 16,-1 1-20-16,3-2-17 16,-4-2-8-16,8 3-7 15,5-4-6-15,2 0 0 16,3-1-1-16,0-2 0 16,0-5-2-16,8-2-8 15,7 1 2-15,1-9 7 16,4 0 0-16,-2 0-44 15,0 0-57-15,-10 0-184 16,-5 0-359-16,-3 0-938 0</inkml:trace>
  <inkml:trace contextRef="#ctx0" brushRef="#br0" timeOffset="163766.07">31200 17304 1783 0,'0'0'583'15,"0"0"-396"-15,0 0-16 16,0 0-93-16,0 0-59 16,0 0-19-16,0 0-63 15,11 0-148-15,-7 0-160 16,-1 0-712-16</inkml:trace>
  <inkml:trace contextRef="#ctx0" brushRef="#br0" timeOffset="164542">31592 16931 593 0,'0'0'686'0,"0"0"-565"16,0 0-32-16,0 0 83 0,0 0 7 15,0 0 14-15,0 0-7 16,20 42-5-16,-7-34 15 16,-1 9-20-16,-1 2-20 15,4 2-26-15,-2 3-31 16,0 6-42-16,5 2-21 15,-3-1-18-15,3-3-6 16,-2-6-11-16,-1-9 0 16,-4-4-1-16,-2-5-1 15,0-4-9-15,0 0 9 16,0 0 1-16,0-22 13 16,2-14-3-16,2-8 1 15,-5-11-10-15,-1-7 0 16,-4-10-1-16,-3-2-4 15,0-2 3-15,0 8-9 0,0 15 8 16,0 13-7-16,0 16-22 16,0 17-19-16,0 7-19 15,0 0-62-15,0 13-90 16,0 39-4-16,2-2-54 16,4 5-388-16</inkml:trace>
  <inkml:trace contextRef="#ctx0" brushRef="#br0" timeOffset="165375.76">32221 17155 967 0,'0'0'382'16,"0"0"-201"-16,0 0 23 15,0 0 17-15,0 0-33 16,0 0-64-16,0 0-22 0,10-40 26 15,-10 36-11-15,-3-5-10 16,-4-1-16-16,2 2-9 16,-3 3-19-16,-2 5 6 15,2-5 0-15,-2 5-8 16,-5 0-34-16,4 5-18 16,-7 4-7-16,3 5-1 15,2 2-1-15,2-1 1 16,2-6-1-16,0 4 0 15,7-3-6-15,-1-2-2 16,3-2-1-16,0 2-7 16,0-8-7-16,0 0-26 15,3 0-26-15,8 0 18 0,1 0 29 16,6 0 10 0,0-10 6-16,3-6 5 0,-1 2 7 15,-5 0-1-15,-6 5 1 16,-2 5 12-16,-5 2 28 15,-2 2 17-15,0 0 13 16,0 0-1-16,0 0-10 16,0 6-22-16,0 7-23 15,0 5-2-15,-2 0 0 16,2 0-7-16,0-4-5 16,0-7-1-16,0-1-17 15,2-6-33-15,13 0-20 16,6-1 14-16,3-19-7 15,2 0-14-15,4-2-2 0,-6 4 27 16,-4-1 27-16,-5 7 19 16,-2 3 7-16,-11 4 9 15,4 5 35-15,-6 0 29 16,0 0 2-16,6 0 4 16,-4 10-5-16,5 3 1 15,-4 1-21-15,2-1-29 16,-2 6-19-16,-3-3 0 15,4 2-6-15,-1-4-55 16,0-5-74-16,2-4-100 16,8-5-118-16,2 0-217 15,-4-5-195-15</inkml:trace>
  <inkml:trace contextRef="#ctx0" brushRef="#br0" timeOffset="165675.97">32763 16718 1562 0,'0'0'508'15,"0"0"-402"-15,0 0 125 16,0 0 7-16,0 0-43 16,0 0-47-16,0 0-37 15,-69 104-5-15,64-66-28 16,-2-2-18-16,1 8-17 15,-2-4 1-15,5 6-16 0,-1-2 1 16,4-3-29 0,0-5 11-16,0 0-11 0,0-7 0 15,7-6-38-15,1-4-43 16,10-11-58-16,10-8-166 16,-8 0-220-16,4 0-205 0</inkml:trace>
  <inkml:trace contextRef="#ctx0" brushRef="#br0" timeOffset="165949.24">32967 16994 1430 0,'0'0'398'0,"0"0"-294"0,0 0 113 16,0 0 43-16,0 0 3 15,0 0-60-15,0 0-10 16,95 85-45-16,-73-62-53 16,-1 4-39-16,-1-1-21 15,-2-2-10-15,-4-2-14 16,1-5-10-16,-2-4-1 16,-5-3-21-16,2-6-63 15,-2-4-64-15,1 0-94 16,9-18-76-16,-7-8-232 15,2-2-618-15</inkml:trace>
  <inkml:trace contextRef="#ctx0" brushRef="#br0" timeOffset="166159.68">33238 16940 1506 0,'0'0'503'15,"0"0"-388"-15,0 0 81 16,0 0 10-16,0 0-54 15,0 0-49-15,-107 130-28 16,99-102-11-16,-5 3-12 16,1-5-23-16,1-2-20 15,1-2-9-15,7-6-34 16,1-6-84-16,2-2-101 16,0-2-121-16,2-6-352 0</inkml:trace>
  <inkml:trace contextRef="#ctx0" brushRef="#br0" timeOffset="166820.91">33606 16681 1373 0,'0'0'376'0,"0"0"-147"15,0 0 46-15,0 0 0 16,0 0-35-16,54 117-39 16,-43-78-57-16,-4 11-29 0,-4-1-49 15,-3 5-36-15,0-6-2 16,-15-2-13-16,2-1-14 16,-5-9-1-16,10-6-43 15,-7-7-97-15,-6-4-163 16,-2-2-308-16,2-9-875 0</inkml:trace>
  <inkml:trace contextRef="#ctx0" brushRef="#br0" timeOffset="167661.66">30085 17973 1298 0,'0'0'640'0,"0"0"-560"16,0 0-51-16,0 0 159 16,0 0-31-16,113-6-90 15,-82 4-42-15,-5-4-25 16,1 6-47-16,-18 0-113 16,-7 0-314-16,-2 0-776 0</inkml:trace>
  <inkml:trace contextRef="#ctx0" brushRef="#br0" timeOffset="167844.17">30139 18093 1468 0,'0'0'322'16,"0"0"-189"-16,0 0 95 15,0 0-57-15,134 0-87 16,-101-4-55-16,-4 4-29 15,7 0-55-15,-12 4-223 16,-10 4-632-16</inkml:trace>
  <inkml:trace contextRef="#ctx0" brushRef="#br0" timeOffset="169899.68">30849 17973 1077 0,'0'0'278'16,"0"0"-193"-16,0 0 128 16,0 0 6-16,0 0-46 15,0 0-23-15,0 0-18 16,43 18 3-16,-38 0-22 16,1 4-1-16,-4 3-17 15,5-2-49-15,-4 4-10 16,2-4-25-16,-2-4-1 15,0-5-8-15,1-3-1 16,-1-3 2-16,-3-6-2 16,0 2 0-16,0-4-1 15,0 0 0-15,0 0-10 16,0 0-14-16,3 0-9 0,-1-10-23 16,1-4-3-16,7-7 21 15,-2-6 18-15,7-3 10 16,0 1 8-16,1 8-4 15,-5 3 6-15,1 6-6 16,-7 6 6-16,-2-2 1 16,0 8 20-16,-3 0 21 15,4 0 6-15,2 0-12 16,-1 8 10-16,5 5 27 16,1 6-13-16,-2 4-2 15,0-2 3-15,0 2-23 16,-3 1-14-16,-1-3-2 0,-2 1-13 15,4-4-7-15,-7 3-1 16,3-8-1-16,0-3-21 16,-1-1-70-16,1-3-71 15,4-3-52-15,-2-3-116 16,1 0-297-16,1-18-552 0</inkml:trace>
  <inkml:trace contextRef="#ctx0" brushRef="#br0" timeOffset="170361.44">31295 17679 1182 0,'0'0'262'16,"0"0"-160"-16,0 0 102 15,0 0-20-15,0 0-44 16,0 0-20-16,0 0-28 16,75 13-34-16,-70-13-17 15,3 4-2-15,-8-4-7 16,7 0 7-16,-7 0-12 16,3 0-15-16,-3 4 3 15,0 0 26-15,0 0 14 16,0 2 12-16,0 3 11 15,0-1 16-15,0 5 0 16,0-3-22-16,0 4-20 0,0-2-16 16,0 6-15-1,0-4-5-15,0 3-15 0,8-4 4 16,2-3-5-16,-2 2 0 16,5-2 7-16,-1-5-6 15,-4-1 0-15,1 0 0 16,-2-3-1-16,-2-1-28 15,1 0-90-15,-2 0-123 16,-4 4-244-16,0 1-409 0</inkml:trace>
  <inkml:trace contextRef="#ctx0" brushRef="#br0" timeOffset="170649.67">31458 18348 1607 0,'0'0'387'0,"0"0"-187"0,0 0 20 16,0 0-70 0,0 0-93-16,0 0-42 0,0 0-15 15,27-9-65-15,-27 9-154 16,0 9-282-16,0 3-1204 0</inkml:trace>
  <inkml:trace contextRef="#ctx0" brushRef="#br0" timeOffset="173419.27">32052 18039 1544 0,'0'0'272'0,"0"0"-152"16,0 0 102-16,0 112-22 16,0-71-71-16,0 3-25 15,0-4-9-15,9-4-19 0,0-9-19 16,-2 0-24-16,-2-10-8 15,1 0-7-15,-2-7-6 16,-1-1-3-16,-3-8-8 16,2 3-1-16,-2-4-39 15,0 0-47-15,0 0-49 16,0 0-48-16,0-7 17 16,0-23-66-16,0 3-135 15,0-3-290-15</inkml:trace>
  <inkml:trace contextRef="#ctx0" brushRef="#br0" timeOffset="173697.52">32079 17927 1033 0,'0'0'271'0,"0"0"-136"16,0 0 122-16,0 0-5 15,0 0-23-15,122-13-62 16,-98 17-20-16,-7 15-8 15,-2 3-4-15,-12 4-25 16,-3-2-2-16,0 6-20 16,0-4-34-16,-14-6-21 15,-1-1 16-15,0-4-17 16,0-5-17-16,4-6-15 16,-7 0-11-16,8-4-59 15,-1 0-83-15,4-4-110 16,7-23-98-16,0 0-262 0,0 4-290 0</inkml:trace>
  <inkml:trace contextRef="#ctx0" brushRef="#br0" timeOffset="174045.59">32480 17736 1631 0,'0'0'403'0,"0"0"-282"0,0 0 53 16,0 0 14-16,0 0-76 16,0 0-18-16,0 0 4 15,-35 112 13-15,32-73-41 16,3-1-21-16,0-1-4 15,0 0-7-15,0-1-23 16,0-4-15-16,0-1 8 16,0-4-8-16,0-9-33 15,0 1-67-15,0-12-73 16,8-7-61-16,10 0-90 16,3-18-175-16,-1 0-228 0</inkml:trace>
  <inkml:trace contextRef="#ctx0" brushRef="#br0" timeOffset="174412.61">32676 17937 859 0,'0'0'703'16,"0"0"-598"-16,0 0 16 16,0 0 80-16,0 0-56 0,0 0-27 15,0 0-28-15,28-90 1 16,-28 85-16-16,0 5 0 16,0 0-8-16,0 0-12 15,0 0-15-15,0 0-16 16,0 10 1-16,0 8 10 15,0 9-1-15,0 1-19 16,-4 2-7-16,-5 2-7 16,0-2 0-16,-2 2-1 15,1-6-50-15,4-3-71 16,4-6-85-16,2-7-130 16,0-2-440-16</inkml:trace>
  <inkml:trace contextRef="#ctx0" brushRef="#br0" timeOffset="174614.07">32866 17981 1249 0,'0'0'312'15,"0"0"-140"-15,0 0 91 16,0 0-66-16,0 0-77 15,0 0-46-15,0 0-43 16,108 6-27-16,-100 6-4 16,-1-6-163-16,-4 1-374 0</inkml:trace>
  <inkml:trace contextRef="#ctx0" brushRef="#br0" timeOffset="175112.74">33074 18025 1222 0,'0'0'364'0,"0"0"-219"15,0 0 103-15,0 0-21 16,0 0-91-16,-8 123-61 15,8-102 3-15,0-3-44 16,0-1-16-16,0-12-8 16,0-1-1-16,0-4 6 0,0 0 13 15,0 0-3-15,0-4-23 16,0-10-2-16,0-12-45 16,6-6-23-16,6-7-14 15,2-5 8-15,4-1-5 16,0 3-30-16,2 4 59 15,-7 15 29-15,-2 5 20 16,-4 13 1-16,-5 5 26 16,1 0 57-16,-3 0 29 15,0 18 17-15,0-1-15 0,0 2-6 16,-3 3-17 0,-6 0-21-16,-2 1-15 0,-2-4-30 15,-2-3-13-15,1-1-4 16,-1-2-8-16,6-5-63 15,6-4-59-15,3-4-127 16,0 0-245-16,7-12-310 0</inkml:trace>
  <inkml:trace contextRef="#ctx0" brushRef="#br0" timeOffset="175327.16">33591 17652 1490 0,'0'0'350'16,"0"0"-240"-16,0 0 158 15,-23 128 2-15,8-88-76 16,-6 7-53-16,0-3-32 16,1 0-59-16,2-4-31 15,0-4-19-15,3-4-19 16,-1-10-152-16,5-3-196 15,-1-8-425-15</inkml:trace>
  <inkml:trace contextRef="#ctx0" brushRef="#br0" timeOffset="175793.92">32545 18486 1467 0,'0'0'338'0,"0"0"-171"15,0 0 131-15,164-22-20 16,-96 14-94-16,3-6-40 16,13 3-43-16,2 0-17 15,-3 5-39-15,-9-2-32 16,-8 4-13-16,-9 2-4 16,-26 2-170-16,-9 0-160 15,-22 0-394-15</inkml:trace>
  <inkml:trace contextRef="#ctx0" brushRef="#br0" timeOffset="176355.41">32807 18664 1543 0,'0'0'631'16,"0"0"-543"-16,0 0 23 15,0 0 102-15,0 0-17 16,0 0-34-16,0 0-41 16,23 94-43-16,-23-75-20 15,0-1-29-15,3-11-19 16,1 2-8-16,-4-8-2 16,3-1-30-16,0 0-45 0,5-6-14 15,7-11 22-15,3-10 6 16,6 6 6-16,0-1 13 15,-6 4 28-15,-1 4 14 16,-2 5 0-16,-5 8 32 16,-5 1 35-16,1 0-6 15,1 0 11-15,-5 0-11 16,7 1-10-16,-7 8 8 16,3 1-2-16,-3 4 5 15,1-2 1-15,-3 6-25 16,0-4-17-16,0 4-9 15,3-6-12-15,0-5-48 16,24-7-171-16,-6-3-350 16,2-15-259-16</inkml:trace>
  <inkml:trace contextRef="#ctx0" brushRef="#br0" timeOffset="189039.5">26592 12493 871 0,'0'0'594'0,"0"0"-326"0,0 0-69 15,0 0 15 1,0 0-42-16,0 0-57 0,-6 0-29 16,4 0-31-16,2 5-22 15,-7 8-5-15,4 1-4 16,0 2 3-16,3-2-8 16,0 2-7-16,0-4-12 15,0-2 1-15,0-2 6 16,0-2-7-16,0-4-37 15,6-2 4-15,1 0 6 16,1 0 10-16,-1-10 17 16,-2-6 13-16,1-2-3 15,-6 1 4-15,0 3-1 16,0 2 14-16,0 2 7 16,0 2 16-16,0 2-16 0,-8 1-16 15,5 2 6-15,-4 3 1 16,1 0 2-16,1 0-8 15,-5 7-19-15,-1 11-1 16,2 1 0-16,0 2 0 16,2-4-8-16,7-2 8 15,0-3-17-15,0-6-27 16,0-4-9-16,13-2 17 16,-1 0 1-16,-6 0-4 15,-1 0 6-15,1-10 16 16,-6 0 9-16,0 0 8 15,0-2 1-15,0 2 7 16,-3 3-6-16,-8 6 19 0,-1 1-9 16,-1 0-2-1,2 0-8-15,-1 4 7 0,6 7-8 16,-3 4-8-16,9 7-59 16,0-5-216-16,0 0-548 0</inkml:trace>
  <inkml:trace contextRef="#ctx0" brushRef="#br0" timeOffset="190662.16">26551 15829 1512 0,'0'0'372'0,"0"0"-256"16,0 0 52-16,0 0-44 16,0 0-57-16,0 0-27 15,0 0-27-15,0 27-1 16,0-22 0-16,0-1 1 0,0 0 4 15,0-4-10-15,2 0-5 16,8 0 7-16,-2 0-2 16,5 0 5-16,-5-10-6 15,2 3 0-15,-5-6 3 16,-2 3 3-16,-3-3 34 16,0 3 22-16,0 3 17 15,-8 1-15-15,-2 2 2 16,-1 0-15-16,-4 4-15 15,5 0-21-15,2 0-8 16,2 8-13-16,2 5-11 16,1 0-2-16,3 1-2 0,0-4-8 15,0-1-19 1,0-5-4-16,0-1 0 0,7-3 4 16,-4 0 20-16,5 0 16 15,-1-7-5-15,-1-10-5 16,-1-2 10-16,-5 7 6 15,0-3 0-15,0 7 24 16,0 2 16-16,-8 6 11 16,-10 0 7-16,-3 0-10 15,3 0-30-15,3 8-17 16,0 7-1-16,15 3-78 16,0 3-171-16,0-3-378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.png"/><Relationship Id="rId7" Type="http://schemas.openxmlformats.org/officeDocument/2006/relationships/image" Target="../media/image17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60.png"/><Relationship Id="rId4" Type="http://schemas.openxmlformats.org/officeDocument/2006/relationships/customXml" Target="../ink/ink1.xml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Distribuição Amostral da Média e da Proporção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Obter a distribuição amostral da média e calcular suas probabilidades.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Obter a distribuição amostral da proporção e calcular suas probabilidades.</a:t>
            </a:r>
          </a:p>
          <a:p>
            <a:r>
              <a:rPr lang="pt-BR" sz="2400" b="1" dirty="0"/>
              <a:t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10 (10.7 a 10.9)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7 (7.2)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7 (7.3)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9 (9.1, 9.2)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46051600-8C71-439B-1792-86D66EF44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Amostral da Média</a:t>
                </a:r>
              </a:p>
              <a:p>
                <a:r>
                  <a:rPr lang="pt-BR" sz="2800" dirty="0"/>
                  <a:t>Vamos estudar agora a distribuição amostral da estatística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uma população;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São conhecidos os parâmetros </a:t>
                </a:r>
                <a14:m>
                  <m:oMath xmlns:m="http://schemas.openxmlformats.org/officeDocument/2006/math">
                    <m:r>
                      <a:rPr lang="pt-BR" sz="2800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/>
                  <a:t> = Var(X).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Vamos retirar </a:t>
                </a:r>
                <a:r>
                  <a:rPr lang="pt-BR" sz="2800" b="1" dirty="0"/>
                  <a:t>todas</a:t>
                </a:r>
                <a:r>
                  <a:rPr lang="pt-BR" sz="2800" dirty="0"/>
                  <a:t> as possíveis AAS de tamanho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dessa população,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Calcular a média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pt-BR" sz="2800" dirty="0"/>
                  <a:t> das amostras 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Em seguida, consideremos a distribuição amostral 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pt-BR" sz="2800" dirty="0"/>
                  <a:t> e estudemos suas propriedades.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blipFill>
                <a:blip r:embed="rId2"/>
                <a:stretch>
                  <a:fillRect l="-1272" t="-11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6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 </a:t>
                </a:r>
                <a:r>
                  <a:rPr lang="pt-BR" sz="2800" dirty="0"/>
                  <a:t>Considere a população {1,2,3,4,5}.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Sabemos que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𝑉𝐴𝑅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=2.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Vamos retirar todas as amostras de tamanho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sz="2800" dirty="0"/>
                  <a:t> e calcular a média de cada amostra.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Como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pt-BR" sz="2800" dirty="0"/>
                  <a:t> varia para cada amostra,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pt-BR" sz="2800" dirty="0"/>
                  <a:t> é uma variável aleatória discreta. Podemos calcular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𝑉𝐴𝑅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blipFill>
                <a:blip r:embed="rId2"/>
                <a:stretch>
                  <a:fillRect l="-1272" t="-1382" b="-35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1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Exemplo. </a:t>
            </a: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8DDECE9-4100-0656-D94A-A2CD8AFD0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87" y="2029454"/>
            <a:ext cx="10423086" cy="384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06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A0F021F-F6F3-5046-C4AF-57511D5CC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86" y="1301094"/>
            <a:ext cx="10846935" cy="40506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2BDE398-8A77-858B-9F6C-DC7DE11804D1}"/>
                  </a:ext>
                </a:extLst>
              </p:cNvPr>
              <p:cNvSpPr txBox="1"/>
              <p:nvPr/>
            </p:nvSpPr>
            <p:spPr>
              <a:xfrm>
                <a:off x="881686" y="5603631"/>
                <a:ext cx="46854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dirty="0"/>
                  <a:t>Logo,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sz="2800" b="0" i="0" dirty="0">
                    <a:latin typeface="+mj-lt"/>
                  </a:rPr>
                  <a:t>e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𝑉𝐴𝑅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. </a:t>
                </a: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2BDE398-8A77-858B-9F6C-DC7DE1180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6" y="5603631"/>
                <a:ext cx="4685450" cy="523220"/>
              </a:xfrm>
              <a:prstGeom prst="rect">
                <a:avLst/>
              </a:prstGeom>
              <a:blipFill>
                <a:blip r:embed="rId4"/>
                <a:stretch>
                  <a:fillRect l="-2734" t="-10465" r="-130" b="-325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819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74800"/>
            <a:ext cx="100672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96A1F22-0F42-5F50-CC45-34AD63B9E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11" y="1340759"/>
            <a:ext cx="10457470" cy="146105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A983ACE-530C-56A0-00B1-E02F4162A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611" y="3011085"/>
            <a:ext cx="10368757" cy="273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162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83209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pt-BR" sz="2800" dirty="0"/>
              <a:t>O que acontece se aumentarmos o tamanho da amostra?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Veja alguns exemplos apresentados graficamente: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b="1" dirty="0"/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4FB53BF-02DF-46E1-9D63-7F45CDD89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991" y="1340760"/>
            <a:ext cx="3079322" cy="510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7D7BF6A-5E61-47AB-B852-16AA717CB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553" y="1340760"/>
            <a:ext cx="6588247" cy="50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43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5188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Teorema (TLC)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Para </a:t>
                </a:r>
                <a:r>
                  <a:rPr lang="pt-BR" sz="2800" u="sng" dirty="0"/>
                  <a:t>amostras casuais simples</a:t>
                </a:r>
                <a14:m>
                  <m:oMath xmlns:m="http://schemas.openxmlformats.org/officeDocument/2006/math">
                    <m:r>
                      <a:rPr lang="pt-BR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retiradas de uma 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população com média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800" dirty="0"/>
                  <a:t> e variância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/>
                  <a:t> finita, a </a:t>
                </a:r>
                <a:r>
                  <a:rPr lang="pt-BR" sz="2800" b="1" dirty="0"/>
                  <a:t>distribuição</a:t>
                </a:r>
              </a:p>
              <a:p>
                <a:endParaRPr lang="pt-BR" sz="2800" b="1" dirty="0"/>
              </a:p>
              <a:p>
                <a:r>
                  <a:rPr lang="pt-BR" sz="2800" b="1" dirty="0"/>
                  <a:t>amostral  da média</a:t>
                </a: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sz="2800" dirty="0"/>
                  <a:t> aproxima-se, para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grande, de uma 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distribuição normal, com média </a:t>
                </a:r>
                <a14:m>
                  <m:oMath xmlns:m="http://schemas.openxmlformats.org/officeDocument/2006/math">
                    <m:r>
                      <a:rPr lang="pt-BR" sz="2800" i="1" dirty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800" dirty="0"/>
                  <a:t> e variância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5188087"/>
              </a:xfrm>
              <a:prstGeom prst="rect">
                <a:avLst/>
              </a:prstGeom>
              <a:blipFill>
                <a:blip r:embed="rId2"/>
                <a:stretch>
                  <a:fillRect l="-1272" t="-1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2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395913" cy="4500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Amostral de uma Proporção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Vamos considerar uma população em que a proporção de elementos portadores de certa característica é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. Logo, podemos definir uma v.a.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, da seguinte maneira: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pt-BR" sz="2800" dirty="0"/>
                                <m:t>1, 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indiv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í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duo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for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portador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da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caracter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í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stica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pt-BR" sz="2800" dirty="0"/>
                                <m:t>0, 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indiv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í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duo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ã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for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portador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da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caracter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í</m:t>
                              </m:r>
                              <m:r>
                                <m:rPr>
                                  <m:nor/>
                                </m:rPr>
                                <a:rPr lang="pt-BR" sz="2800" dirty="0"/>
                                <m:t>stica</m:t>
                              </m:r>
                            </m:e>
                          </m:eqAr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Logo,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395913" cy="4500591"/>
              </a:xfrm>
              <a:prstGeom prst="rect">
                <a:avLst/>
              </a:prstGeom>
              <a:blipFill>
                <a:blip r:embed="rId2"/>
                <a:stretch>
                  <a:fillRect l="-1232" t="-1220" r="-469" b="-29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0F3AA0D-5F03-4F15-8DE5-DEAF96970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656" y="5596608"/>
            <a:ext cx="6743973" cy="82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62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Observe nossa variável: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 população só tem duas características (sucesso e fracasso).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Definimos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2800" dirty="0"/>
                  <a:t> para sucesso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800" dirty="0"/>
                  <a:t> para fracasso.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Vamos escolher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elementos, ou seja, uma amostra.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Cada elemento tem probabilidade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de possuir a característica.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r>
                  <a:rPr lang="pt-BR" sz="2800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 é o total de indivíduos com a característica na amostra, então</a:t>
                </a: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blipFill>
                <a:blip r:embed="rId2"/>
                <a:stretch>
                  <a:fillRect l="-1272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0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934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Vamos definir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pt-BR" sz="2800" dirty="0"/>
                  <a:t> a proporção de indivíduos com a característica </a:t>
                </a:r>
                <a:r>
                  <a:rPr lang="pt-BR" sz="2800" b="1" dirty="0"/>
                  <a:t>na amostra.</a:t>
                </a: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r>
                  <a:rPr lang="pt-BR" sz="2800" dirty="0"/>
                  <a:t>Logo,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>Segue que,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i="1" dirty="0" err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pt-BR" sz="2800" i="1" dirty="0" err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ou seja, a distribuição amostral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pt-BR" sz="2800" dirty="0"/>
                  <a:t> é obtida da distribuição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934812"/>
              </a:xfrm>
              <a:prstGeom prst="rect">
                <a:avLst/>
              </a:prstGeom>
              <a:blipFill>
                <a:blip r:embed="rId2"/>
                <a:stretch>
                  <a:fillRect l="-1182" t="-1111" b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52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801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Vamos fazer mais algumas contas com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Por definição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Pelo TLC,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sz="2800" dirty="0"/>
                  <a:t> tem a mesma média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Pelo TLC,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sz="2800" dirty="0"/>
                  <a:t> tem a variância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dividido por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Logo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Concluímos que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num>
                          <m:den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801571"/>
              </a:xfrm>
              <a:prstGeom prst="rect">
                <a:avLst/>
              </a:prstGeom>
              <a:blipFill>
                <a:blip r:embed="rId2"/>
                <a:stretch>
                  <a:fillRect l="-1182" t="-11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71790C6B-F3D4-4FCF-A365-0BB18879C507}"/>
                  </a:ext>
                </a:extLst>
              </p14:cNvPr>
              <p14:cNvContentPartPr/>
              <p14:nvPr/>
            </p14:nvContentPartPr>
            <p14:xfrm>
              <a:off x="4204800" y="1061640"/>
              <a:ext cx="5780520" cy="171288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71790C6B-F3D4-4FCF-A365-0BB18879C5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5440" y="1052280"/>
                <a:ext cx="5799240" cy="173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44FA9A2E-424F-4D12-8A32-AB65357A96CF}"/>
                  </a:ext>
                </a:extLst>
              </p14:cNvPr>
              <p14:cNvContentPartPr/>
              <p14:nvPr/>
            </p14:nvContentPartPr>
            <p14:xfrm>
              <a:off x="7005240" y="2867400"/>
              <a:ext cx="3042000" cy="98964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44FA9A2E-424F-4D12-8A32-AB65357A96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95880" y="2858040"/>
                <a:ext cx="3060720" cy="10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265388E7-D2F7-F732-1A32-81C777E78F05}"/>
                  </a:ext>
                </a:extLst>
              </p14:cNvPr>
              <p14:cNvContentPartPr/>
              <p14:nvPr/>
            </p14:nvContentPartPr>
            <p14:xfrm>
              <a:off x="5127480" y="3844080"/>
              <a:ext cx="6998040" cy="29286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265388E7-D2F7-F732-1A32-81C777E78F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18120" y="3834720"/>
                <a:ext cx="7016760" cy="294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9169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 </a:t>
                </a:r>
                <a:r>
                  <a:rPr lang="pt-BR" sz="2800" dirty="0"/>
                  <a:t>Suponha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=30%</m:t>
                    </m:r>
                  </m:oMath>
                </a14:m>
                <a:r>
                  <a:rPr lang="pt-BR" sz="2800" dirty="0"/>
                  <a:t> dos estudantes de uma escola sejam mulheres.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Colhemos uma AAS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10</m:t>
                    </m:r>
                  </m:oMath>
                </a14:m>
                <a:r>
                  <a:rPr lang="pt-BR" sz="2800" dirty="0"/>
                  <a:t> estudantes,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calculamos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/>
                  <a:t> proporção de mulheres na amostra.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Qual a probabilidade de que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pt-BR" sz="2800" dirty="0"/>
                  <a:t> difira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em menos de 0,01?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3108543"/>
              </a:xfrm>
              <a:prstGeom prst="rect">
                <a:avLst/>
              </a:prstGeom>
              <a:blipFill>
                <a:blip r:embed="rId2"/>
                <a:stretch>
                  <a:fillRect l="-1182" t="-17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00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Queremos calcular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&lt;0,01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Como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&lt;0,01</m:t>
                    </m:r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−0,01&lt;</m:t>
                    </m:r>
                    <m:acc>
                      <m:accPr>
                        <m:chr m:val="̂"/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&lt;0,01,</m:t>
                    </m:r>
                  </m:oMath>
                </a14:m>
                <a:r>
                  <a:rPr lang="pt-BR" sz="2800" dirty="0"/>
                  <a:t> podemos escrever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&lt;0,01</m:t>
                          </m:r>
                        </m:e>
                      </m:d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−0,01&lt;</m:t>
                          </m:r>
                          <m:acc>
                            <m:accPr>
                              <m:chr m:val="̂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&lt;0,01</m:t>
                          </m:r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2246769"/>
              </a:xfrm>
              <a:prstGeom prst="rect">
                <a:avLst/>
              </a:prstGeom>
              <a:blipFill>
                <a:blip r:embed="rId2"/>
                <a:stretch>
                  <a:fillRect l="-1014" t="-24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29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5066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Pelo último resultado demonstrado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num>
                          <m:den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Logo,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num>
                          <m:den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(0, 0.021)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0" dirty="0"/>
                  <a:t>Neste caso,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0.021</m:t>
                        </m:r>
                      </m:e>
                    </m:ra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=0.145.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Passando para a normal padrão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0.145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&lt;0,01</m:t>
                        </m:r>
                      </m:e>
                    </m:d>
                  </m:oMath>
                </a14:m>
                <a:r>
                  <a:rPr lang="pt-BR" sz="2800" dirty="0"/>
                  <a:t>=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0,01&lt;</m:t>
                        </m:r>
                        <m:acc>
                          <m:accPr>
                            <m:chr m:val="̂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&lt;0,01</m:t>
                        </m:r>
                      </m:e>
                    </m:d>
                  </m:oMath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–0,07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 0,07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=0,056.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5066259"/>
              </a:xfrm>
              <a:prstGeom prst="rect">
                <a:avLst/>
              </a:prstGeom>
              <a:blipFill>
                <a:blip r:embed="rId2"/>
                <a:stretch>
                  <a:fillRect l="-10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90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 Distribuições Amostrais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2310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 </a:t>
                </a:r>
                <a:r>
                  <a:rPr lang="pt-BR" sz="2800" dirty="0"/>
                  <a:t>Em uma população, a proporção de pessoas favoráveis a uma determinada lei é de 40 %. Retiramos uma amostra de 300 pessoas dessa população. Determinar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pt-BR" sz="2800" dirty="0"/>
                  <a:t> tal que :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acc>
                            <m:accPr>
                              <m:chr m:val="̂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=0,95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2310825"/>
              </a:xfrm>
              <a:prstGeom prst="rect">
                <a:avLst/>
              </a:prstGeom>
              <a:blipFill>
                <a:blip r:embed="rId2"/>
                <a:stretch>
                  <a:fillRect l="-1182" t="-2375" r="-10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08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Distribuição Amostral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10: 10.7 a 10.9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7: 7.2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7: 7.3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9: 9.1, 9.2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10: exercícios sobre distribuição amostral da média e da proporção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769222BF-A399-43EC-DABE-98F6FDB5E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5176</TotalTime>
  <Words>1041</Words>
  <Application>Microsoft Office PowerPoint</Application>
  <PresentationFormat>Widescreen</PresentationFormat>
  <Paragraphs>146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Distribuição Amostral da Média e da Proporção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 Distribuições Amostrais</vt:lpstr>
      <vt:lpstr>CEA055 – Estatística e Probabilidade Distribuição Amostral — Atividades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219</cp:revision>
  <dcterms:created xsi:type="dcterms:W3CDTF">2020-07-20T19:35:15Z</dcterms:created>
  <dcterms:modified xsi:type="dcterms:W3CDTF">2026-07-03T12:11:44Z</dcterms:modified>
</cp:coreProperties>
</file>