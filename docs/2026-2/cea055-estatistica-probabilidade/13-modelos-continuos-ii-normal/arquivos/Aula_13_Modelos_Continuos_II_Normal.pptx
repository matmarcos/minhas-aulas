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900" r:id="rId2"/>
    <p:sldId id="273" r:id="rId3"/>
    <p:sldId id="274" r:id="rId4"/>
    <p:sldId id="276" r:id="rId5"/>
    <p:sldId id="277" r:id="rId6"/>
    <p:sldId id="278" r:id="rId7"/>
    <p:sldId id="279" r:id="rId8"/>
    <p:sldId id="280" r:id="rId9"/>
    <p:sldId id="281" r:id="rId10"/>
    <p:sldId id="298" r:id="rId11"/>
    <p:sldId id="299" r:id="rId12"/>
    <p:sldId id="300" r:id="rId13"/>
    <p:sldId id="301" r:id="rId14"/>
    <p:sldId id="289" r:id="rId15"/>
    <p:sldId id="318" r:id="rId16"/>
    <p:sldId id="288" r:id="rId17"/>
    <p:sldId id="319" r:id="rId18"/>
    <p:sldId id="316" r:id="rId19"/>
    <p:sldId id="290" r:id="rId20"/>
    <p:sldId id="315" r:id="rId21"/>
    <p:sldId id="297" r:id="rId22"/>
    <p:sldId id="275" r:id="rId23"/>
    <p:sldId id="901" r:id="rId24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2108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4-11T19:31:12.6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3213 7038 1465 0,'0'0'357'15,"0"0"-223"-15,0 0-30 16,0 0 17-16,0 0 0 15,-46-28-32-15,38 27-37 16,-2-2 6-16,2 1-21 16,0 2-6-16,-7 0 4 15,2 0 9-15,-5 0-23 16,3 0-7-16,-3 10-8 16,2 4-6-16,1 0 7 0,-3 4-6 15,8-1-1-15,-1 0 1 16,4-2 0-16,2-2-1 15,2 1 0-15,3-3-1 16,0 1-1-16,0-3-5 16,0 1-5-16,12-2 6 15,2 0-1-15,4-2-1 16,0 1 2-16,3-1 5 16,3-1 0-16,-3 2 0 15,2-1 1-15,-2 1 1 16,-3 4 0-16,0 3 11 15,-7 0-4-15,-1 4-1 16,-5 4 14-16,-5 2 12 16,0 2-2-16,0 4 11 15,-3 1-5-15,-12 0-11 0,-5-1-8 16,-1 0-1-16,0-6-2 16,-2-1-3-16,2-7 2 15,-4-2 1-15,2-3-6 16,2 0-8-16,-2-5 5 15,2-4-6-15,-2-2-17 16,5 0-37-16,0 0-18 16,0-8-17-16,8-3-96 15,8-6-94-15,2 1-105 16,0 5-318-16</inkml:trace>
  <inkml:trace contextRef="#ctx0" brushRef="#br0" timeOffset="617.29">3486 7445 1220 0,'0'0'613'0,"0"0"-440"16,0 0-86-16,0 0-9 16,0 0-37-16,0 0-41 15,0 0 10-15,18-6 12 16,2-2 15-16,4-1 16 16,-6-4-19-16,-1 3-17 15,-7 2-7-15,-2 2 2 0,-5 2 7 16,-3 1 35-16,0 0 1 15,0 0 24-15,-3 0-23 16,-9 3 25-16,-9 0-13 16,1 0-47-16,-7 3-20 15,1 10-1-15,-1 5-5 16,6 4 5-16,3 0 0 16,6 0 1-16,3 1 5 15,7-2-5-15,2 1 0 16,0 0 0-16,5-1-1 15,13-3 0-15,3-1 0 16,6-2-12-16,0-5 4 16,-1-4-5-16,1-4-39 15,-1-2-47-15,10-6-82 0,-10-15-286 16,-1-1-66-16</inkml:trace>
  <inkml:trace contextRef="#ctx0" brushRef="#br0" timeOffset="968.41">3789 7425 1430 0,'0'0'314'16,"0"0"-229"-16,0 0 44 15,0 0 87-15,0 0-80 16,0 0 4-16,77 131-13 0,-56-94-39 15,-1 8-21-15,-5 1-14 16,1 2-11-16,-8 2-13 16,-3-2-13-16,0-1-5 15,-5-2-1-15,0-4-10 16,0-3 10-16,-13-4-2 16,-2-6 1-16,-3-5 0 15,-5-4 0-15,-1-6 0 16,-3-7 3-16,0-6-12 15,-8 0-44-15,6-13-40 16,-2-12-62-16,8-8-61 16,5-29-77-16,8 7-196 15,10 5-270-15</inkml:trace>
  <inkml:trace contextRef="#ctx0" brushRef="#br0" timeOffset="1584.76">4341 7382 1425 0,'0'0'284'16,"0"0"-153"-16,0 0 62 15,0 0-10-15,0 0-57 16,0 0-31-16,0 0-18 16,-89-13-21-16,71 25-1 15,0 8-13-15,0 3-8 16,0 6-16-16,10 3 9 15,-5 5-13-15,8-2-7 16,2-2-5-16,3-4-1 16,0-2 1-16,0-10-2 15,13-4-19-15,3-9 4 16,6-4 10-16,4 0-4 0,1-20 0 16,0-4 9-16,-3-5 11 15,-7 1 4-15,-4 5-5 16,-5 2 5-16,-2 8 19 15,-6 7 14-15,0 3-5 16,0 3 11-16,0 0 21 16,0 0-27-16,0 0-33 15,0 6-15-15,0 7-14 16,0 2 13-16,4 7 1 16,-4 1 2-16,5 3-1 15,1 2 1-15,-1-2-1 16,5 1-1-16,-2-6 0 15,5-1-28-15,-1-4-114 0,6 0-94 16,-7-4-275-16,-1-6-485 16</inkml:trace>
  <inkml:trace contextRef="#ctx0" brushRef="#br0" timeOffset="2852.37">5996 7167 1440 0,'0'0'361'0,"0"0"-198"16,0 0-36-16,0 0 4 15,0 0-57-15,0 0-4 16,0 0 35-16,109-87-7 15,-70 75 2-15,4 3-6 16,-5 4-16-16,-3 4-4 16,1 1-3-16,-6 0-28 15,-4 0-9-15,-1 1-7 16,-5 6-13-16,-2 2-2 16,-7-1-2-16,2 0-1 15,-5 5 3-15,-1-2-3 0,-1 6 2 16,-6 5 4-16,0 4 4 15,0 6 4-15,-10 3-1 16,-7 8-5-16,-10 1-7 16,1 1-4-16,-2 3 3 15,2-3-7-15,5 1 5 16,3-3 4-16,3-6-10 16,7-2 7-16,1-3-8 15,4-6 0-15,3-5 1 16,0 0 0-16,0-2 5 15,6-5-5-15,9 1 0 16,-3-3 1-16,6-1 0 16,3-4 0-16,2-3 7 0,8-3-3 15,-2-1 1-15,6 0 2 16,-2 0-3-16,3 0 0 16,-7 0-6-16,-4 0 1 15,-8 0-1-15,-2 0-15 16,0 0-32-16,-10 0-15 15,2 0-26-15,-1 0-8 16,-6-1-51-16,0 1-23 16,0-6-50-16,-10 2-293 15,-6-2-275-15</inkml:trace>
  <inkml:trace contextRef="#ctx0" brushRef="#br0" timeOffset="3108.69">6017 7604 1497 0,'0'0'319'16,"0"0"-233"-16,0 0 62 15,0 0 2-15,134-37-39 16,-90 30-34-16,4-1-35 16,-4 2-30-16,0-1-12 0,16 3-128 15,-12 2-168 1,-12 1-355-16</inkml:trace>
  <inkml:trace contextRef="#ctx0" brushRef="#br0" timeOffset="3552.5">7074 7485 1572 0,'0'0'309'0,"0"0"-199"15,0 0 91-15,0 0-14 16,0 0-34-16,143-26-19 16,-96 19-31-16,-3-2-14 15,-1 1-43-15,-7 2-25 0,-7 2-7 16,-6 1-8-16,-5 0-6 16,-3 1 0-16,-9 2-80 15,-3 0-83-15,-3 0-109 16,0 0-77-16,0 0-151 15,-17 7-656-15</inkml:trace>
  <inkml:trace contextRef="#ctx0" brushRef="#br0" timeOffset="3801.84">7231 7649 371 0,'0'0'1362'15,"0"0"-1080"-15,0 0-42 16,0 0 31-16,0 0-77 0,0 0-51 16,120-25-40-16,-96 19-28 15,2 1-30-15,-6 2-26 16,1 0-11-16,-3 2-8 16,0 1-22-16,0 0-92 15,3 0-116-15,24 0-155 16,-6 0-203-16,-4 0-1019 0</inkml:trace>
  <inkml:trace contextRef="#ctx0" brushRef="#br0" timeOffset="5086.39">8498 7197 1588 0,'0'0'305'0,"0"0"-206"16,0 0 33-16,0 0 12 16,0 0-46-16,0 0-65 15,0 0 2-15,47 44 74 16,-17-11-13-16,-1 8 4 15,7 5-7-15,5 6-23 16,-2 4-16-16,-1 0-21 16,5-3 6-16,-5-5-5 15,-2-4-1-15,3-8-11 16,-7-6-10-16,3-6-4 16,-7-6-7-16,-5-3 4 0,-5-8-5 15,-4-3 0 1,-4-2 0-16,-8-2-35 0,1 0-30 15,-3 0-12-15,0-3-47 16,0-20-50-16,0 0-164 16,-5 2-282-16</inkml:trace>
  <inkml:trace contextRef="#ctx0" brushRef="#br0" timeOffset="5452.42">8981 7120 1532 0,'0'0'334'0,"0"0"-214"15,0 0-22-15,-62 122 48 16,50-78-28-16,6 5-27 15,-3 1 1-15,1 4-7 16,-1 2 13-16,-9 2-30 16,0 0-18-16,-9 3 9 15,1-3-11-15,-5-6-9 16,5-4-6-16,-4-8-12 16,6-6-10-16,7-6-4 15,-1-10-6-15,9-3 5 0,2-8-6 16,5-3-37-1,2-1-53-15,0-3-83 0,0-4-128 16,18-13-270-16,0-3-111 16</inkml:trace>
  <inkml:trace contextRef="#ctx0" brushRef="#br0" timeOffset="5970.04">9490 7632 829 0,'0'0'969'0,"0"0"-716"15,0 0-127 1,0 0-11-16,0 0-5 0,0 0 25 15,0 0-12-15,106-26-32 16,-67 20-13-16,3 2 14 16,-3 0-20-16,2 0-21 15,-9 2-20-15,1-1-13 16,-10 2 0-16,-5 1-6 16,-5 0 3-16,-5 0-6 15,-4 0-1-15,-4 0-7 16,0 0 7-16,0 0-7 15,0 0-1-15,0 0-39 16,0 0-17-16,0 0-75 16,0 0-123-16,0 0-225 15,-9 0-311-15</inkml:trace>
  <inkml:trace contextRef="#ctx0" brushRef="#br0" timeOffset="15277.17">8737 8319 307 0,'0'0'1143'0,"0"0"-935"15,0 0-124-15,0 0 24 16,0 0 23-16,0 0-32 16,0 0-43-16,0 0-16 15,18-6 31-15,0 0-4 0,13 0-2 16,-5 1-3-16,10 1 0 16,8 1-17-16,1 2-12 15,5-2 8-15,4 1 12 16,2 1-15-16,6-3-11 15,4 1 5-15,2 0-13 16,6-1-6-16,3 2-2 16,5-1-2-16,-5 2-3 15,0 1 0-15,-7 0-5 16,5 0 5-16,-4 0-4 16,-2 0 4-16,-1 0-5 15,3 0 0-15,4 0 1 16,5-5 4-16,0 1 6 0,9-2-6 15,1-2-5-15,-5-2 7 16,2-1-6-16,-7-2 6 16,-6 1 5-16,-6 0 23 15,-9 0-10-15,-2 0 2 16,-9 4-13-16,-7 2 3 16,-8-1-2-16,-6 3 1 15,-7 1-1-15,-2 0-1 16,-5 2 3-16,-8 1-3 15,-2 0 0-15,-3 0-1 16,3 0 1-16,-3 0-2 16,0 0-5-16,0 0-7 15,0 0 1-15,0 0-2 0,0 0 0 16,0 0-19 0,0 0-42-16,0-1-57 0,0 1-99 15,-3 0-152-15,-12 0-388 0</inkml:trace>
  <inkml:trace contextRef="#ctx0" brushRef="#br0" timeOffset="26060.36">10300 8081 1071 0,'0'0'339'15,"0"0"-181"-15,0 0-60 16,0 0 16-16,0 0 29 16,0 0-27-16,31-38-18 15,-23 21-15-15,7-2-17 16,-3-3-8-16,6-5-19 0,0 1-10 15,-1-2-8 1,5-2-12-16,-4 0 3 0,-2-3 1 16,2 2 5-16,-3 0 21 15,-2-5-17-15,2 1-1 16,-7 1 22-16,2 0-3 16,-5-1-10-16,1 10-11 15,-1-3 19-15,2 5-10 16,-1 2-4-16,-1-2-23 15,2 4 8-15,-1 5-8 16,-1 1 0-16,-2 3 6 16,1 4 1-16,-4 4-7 15,0 2 25-15,0 0 2 16,0 0-1-16,0 0-13 16,0 0-14-16,0 6 0 0,0 10 0 15,-7 6 2-15,-1 6 4 16,-2 8-5-16,2 3 0 15,2 1 1-15,-3 4-1 16,6-3 0-16,0 2 0 16,1-6 0-16,2-6-1 15,0-5-1-15,0-6-10 16,8-6-1-16,7-5 3 16,6-8 8-16,5-1 1 15,4 0 12-15,6-17-2 16,0-11-4-16,0-7-4 15,-7-5-2-15,1-2-1 0,-7-2-9 16,-5-1 1-16,-3 4 9 16,-9-1-1-16,-1-1 1 15,-5 5 0-15,0 8 0 16,0 6 0-16,0 8 1 16,0 10 6-16,0 4 1 15,0 2-1-15,0 0 7 16,0 0-14-16,0 8-5 15,0 12 5-15,0 6 0 16,0 8 15-16,-2 6 0 16,-1 3 3-16,3 1 1 15,0 0 10-15,0 2-17 16,0-2-5-16,5-1-7 0,13-6 1 16,0-6-1-1,6-6 0-15,3-8-63 0,23-17-65 16,-5 0-179-16,-1-17-299 15</inkml:trace>
  <inkml:trace contextRef="#ctx0" brushRef="#br0" timeOffset="27410.75">10004 8887 1365 0,'0'0'479'16,"0"0"-406"-16,0 0-39 15,0 0 65-15,0 0-7 0,0 0 24 16,0 0 25-16,18 58-19 16,-15-28-21-16,-3 5-16 15,0 1-30-15,0 1-7 16,0 4 1-16,0-2-12 15,-10-2-7-15,2-3-10 16,2-4-5-16,-6-4-3 16,2-6-2-16,2-6 4 15,-5-1-5-15,5-7 1 16,-1-5-1-16,-2-1-3 16,-2 0-6-16,2-6-21 15,-7-14-13-15,6-10-7 0,-3-7 2 16,4-4-2-1,-5-6 2-15,7 0-6 0,1-1 26 16,-5 4 4-16,10 3 7 16,1 5 8-16,2 7-2 15,0 2-10-15,0 5 11 16,2 6 1-16,11 4-6 16,2 2 1-16,6 4 4 15,-1 0-5-15,6 2 6 16,5 0 1-16,0 2 9 15,5 2-9-15,3 0 14 16,-3 0-3-16,0 0 1 16,-1 0 7-16,-6 0-1 0,2 0-18 15,-8 0 8 1,-5 0-9-16,0-2 1 0,0 0-1 16,-3-2-67-16,-4 2-232 15,-4-2-356-15</inkml:trace>
  <inkml:trace contextRef="#ctx0" brushRef="#br0" timeOffset="28222.58">11886 7776 1478 0,'0'0'398'16,"0"0"-148"-16,0 0-92 16,0 0-4-16,0 0-37 15,0 0-62-15,0 0-34 16,31-22 36-16,-8 18 10 16,5 3 40-16,-2-4-38 0,0 5-45 15,2 0-5-15,-8 0-13 16,6 0 2-16,-8 0-8 15,3 0-22-15,-6-1-78 16,-9 1-85-16,-2 0-86 16,-4 0-4-16,-15 13-97 15,-6 1-507-15</inkml:trace>
  <inkml:trace contextRef="#ctx0" brushRef="#br0" timeOffset="28428.03">11837 8008 1104 0,'0'0'666'0,"0"0"-442"0,0 0-112 16,0 0-11-1,0 0-4-15,0 0 75 0,0 0-36 16,56 16-52-16,-32-16-36 16,-1 0-19-16,5 0-19 15,-2 0-10-15,7 0-152 16,-10-3-173-16,1 3-479 0</inkml:trace>
  <inkml:trace contextRef="#ctx0" brushRef="#br0" timeOffset="29428.36">13280 7263 1317 0,'0'0'547'16,"0"0"-360"-16,0 0-61 15,0 0 27-15,0 0 6 16,0 0-50-16,0-6-56 15,4 6-21-15,1 0-10 16,1 6-1-16,6 12 59 16,6 8 17-16,0 8-17 15,5 4-37-15,1 7 6 16,6 0-14-16,2 5-8 16,4-2 12-16,0-4-9 0,5 1-3 15,-3-2-2 1,-2-8-13-16,0-1 6 0,-3-5-6 15,-7-8-11-15,-1-1 8 16,-11-5-9-16,-2-8 7 16,-9 1-6-16,3-6-1 15,-6 0 9-15,0 0 0 16,0-2-9-16,0 0-3 16,0 0-25-16,0 0-28 15,0 0-73-15,-9 0-108 16,-9-20-130-16,3 0-189 15,0-4-406-15</inkml:trace>
  <inkml:trace contextRef="#ctx0" brushRef="#br0" timeOffset="29778.42">13732 7281 1192 0,'0'0'549'0,"0"0"-379"16,0 0-22-16,0 0 7 15,0 0-46-15,0 0-36 16,0 0 41-16,-39 68-1 16,21-31-7-16,-3 6-6 15,-2 7-8-15,-7 6-8 0,1 1-27 16,-2 1-21-16,-2-1-15 15,4-3 0-15,2-1 1 16,3-7-4-16,4-6-6 16,5-8-10-16,1-7-1 15,4-10-1-15,7-5-1 16,1-6-29-16,2-4-57 16,0 0-61-16,2-5-90 15,11-11-127-15,1-2-322 0</inkml:trace>
  <inkml:trace contextRef="#ctx0" brushRef="#br0" timeOffset="30264.12">14086 7688 1500 0,'0'0'531'0,"0"0"-440"16,0 0-36-16,0 0 21 16,0 0-16-16,0 0 57 15,0 0 73-15,62 0-53 16,-36 0-13-16,2 0-31 16,3 0-13-16,0-2-27 15,-5 0-11-15,1 0 6 16,-3-2-14-16,-4 0-11 15,-2 2-2-15,-5-2-11 16,-2 2-4-16,-4 2-5 16,-7 0-1-16,0 0 0 15,0 0 0-15,0 0-42 16,0 0-41-16,0 0-45 0,0 0-115 16,-10 8-271-1,-1-2-358-15</inkml:trace>
  <inkml:trace contextRef="#ctx0" brushRef="#br0" timeOffset="36329.91">15107 7269 1039 0,'0'0'319'0,"0"0"-178"16,0 0-61-16,0 0 74 16,0 0-8-16,0 0-36 15,45-33-4-15,-36 32-12 16,0 1-36-16,0 0 10 15,-1 0-11-15,4 0 7 16,3 7-30-16,-6 8-13 16,-2 3-3-16,-5 2 4 15,-2 6 2-15,0 0-9 16,-9 2-8-16,-5 0 1 16,-8-3-8-16,5-1 0 15,-5-2-12-15,4-7-6 16,5-5 11-16,6-2 6 0,4-5 1 15,3-3-1-15,0 0-16 16,3 0-8-16,12-15-5 16,12-2 23-16,-3 0 7 15,2 1 0-15,2 4-1 16,-8 7 2-16,1 5 12 16,-6 0 24-16,-1 3 1 15,-4 18 4-15,-5 6 31 16,1 5 40-16,-6 3-15 15,0-3-16-15,0 0-22 16,-6-4-11-16,-9-5-3 16,-3 2-1-16,-5-5-6 0,-4 0-15 15,-8-2 3-15,-1-5-6 16,0 0-9-16,0-5-11 16,4-4 0-16,2-4 4 15,7 0-5-15,2 0-20 16,6-8-52-16,0-6-37 15,9-3-100-15,3 0-157 16,1 7-309-16</inkml:trace>
  <inkml:trace contextRef="#ctx0" brushRef="#br0" timeOffset="37230.51">13541 8285 1250 0,'0'0'334'16,"0"0"-191"-16,0 0-34 15,0 0 66-15,0 0-24 16,0 0-71-16,0 0-45 16,-17-6-23-16,19 6-6 15,13 0 7-15,9 0 33 16,3 0 9-16,9 0 10 15,6 0-2-15,11-1 13 16,9-5-3-16,10 0-20 16,5-4-17-16,9-1-3 15,6 1-9-15,-2 0-6 0,-5 3-11 16,-1-2 1-16,-4 5-8 16,-3 0 1-16,-5 2 0 15,1 2 0-15,1-2 0 16,1 2 11-16,-1-4-2 15,1 0 2-15,-4 0 17 16,1 0-7-16,-5-2 2 16,-7 3-1-16,-7-4-10 15,-4 3-1-15,-8 0-6 16,-2 0-4-16,-8-4 8 16,0 2 0-16,-11-2-1 15,-2 2 9-15,-10 3-4 16,2 3-7-16,-10-3-5 0,0 3 7 15,0 0-9-15,0 0-79 16,0 0-99-16,-12 12-138 16,-6 4-239-16,-3 2-742 0</inkml:trace>
  <inkml:trace contextRef="#ctx0" brushRef="#br0" timeOffset="39031.68">14572 8795 1549 0,'0'0'306'0,"0"0"-236"15,0 0-46-15,0 0 66 16,0 0 18-16,0 0-27 16,0 0-15-16,95-92-6 15,-74 85 15-15,-6 5 38 16,3 2-19-16,-3 0-17 15,3 6-23-15,-4 15 15 0,-2 2 11 16,1 8-14 0,-8-1-16-16,-2 2-13 0,-3 2-6 15,0 0-5-15,-8 2-10 16,-13 2 2-16,-6 2-1 16,-2 1-16-16,-7-1 0 15,0-2 5-15,0-2-6 16,0-6-26-16,3-6-14 15,7-6-14-15,3-8-1 16,5-10 20-16,8 0-10 16,2-12 1-16,5-14-43 15,3-4 20-15,0-1 44 16,3 7 14-16,5 4-1 16,7 7 10-16,0 3 9 15,1 2 4-15,1 5 28 0,4 3 14 16,3 0-1-16,2 0 4 15,4 3 3-15,3 7 6 16,3-1-25-16,-4 3-22 16,-2 1-10-16,-1-1-4 15,-4-1-6-15,-2-4 0 16,1 0-62-16,-1-1-104 16,13-6-121-16,-6 0-244 15,-4 0-468-15</inkml:trace>
  <inkml:trace contextRef="#ctx0" brushRef="#br0" timeOffset="39410.68">16274 8193 1543 0,'0'0'561'15,"0"0"-425"-15,0 0-76 16,0 0 10-16,0 0-39 16,0 0-31-16,0 0-70 15,0-4-179-15,0 8-152 16,0 4-1068-16</inkml:trace>
  <inkml:trace contextRef="#ctx0" brushRef="#br0" timeOffset="41365.46">18197 7429 1888 0,'0'0'323'16,"0"0"-235"-16,0 0-52 16,0 0 88-16,0 0-18 15,0 0-54-15,0 0-28 16,0-4-9-16,0 24-8 16,-3 13 20-16,-10 13 40 15,2 12 12-15,-4 9-35 16,0 4-24-16,0 6-2 15,7-4-6-15,2 1-11 0,6-7 5 16,0-9-5-16,0-9-1 16,18-14-9-16,6-12-3 15,9-6-2-15,5-9 14 16,1-8-1-16,2 0-6 16,0-15-3-16,-2-6-19 15,-6-1 1-15,-7 3 4 16,-8 2 15-16,-8 5 8 15,-5 5 1-15,-2 4-1 16,-3 3 0-16,0 0-6 16,0 0-8-16,3 0-4 15,2 0-10-15,5 12 29 16,-2 4 0-16,10 3 8 16,0 4-7-16,0-3 1 15,3 0-1-15,4-4 7 0,-5-3-8 16,6-8 1-16,-2-3 9 15,-1-2-1-15,2 0 2 16,-4-13-3-16,-1-8-8 16,-7-1-15-16,-5-6 14 15,-8 3-1-15,0-4 2 16,0 3-6-16,-23 2-14 16,-5 2-4-16,-1 4 24 15,-1 6 21-15,-2 6-3 16,5 6-12-16,-2 0-6 15,11 0-1-15,3 3-6 16,5 6-5-16,10-1-5 16,0 2-4-16,0-1 4 0,7-1 8 15,7 1 3-15,8-5 5 16,7-4 1-16,6 0 0 16,4-7 3-16,5-7-3 15,7-7-18-15,3 0 4 16,0 4 4-16,-5 2 2 15,-1 8 0-15,-6 0 0 16,-6 7-5-16,-3 0-1 16,-13 0 13-16,1 5 0 15,-3 3-1-15,-7 0 2 16,-1-4 1-16,-5 0 6 16,1-2-5-16,-6-2 17 0,0 1 30 15,0-1 17-15,0 0 10 16,0 0 21-1,-14 0-49-15,-4 0-27 0,-7 0-12 16,-1 0 0-16,-4 0-9 16,1 4 10-16,1 6-8 15,7 2 5-15,4 1-7 16,8 1-17-16,9 6-6 16,0 4 1-16,0 6-5 15,18 6 10-15,15 5 9 16,-1 3 6-16,7 0 1 15,-4-1 1-15,-2 0-1 16,-6-6 1-16,-9-2 0 0,-9-2 1 16,-9-2 15-16,0-3 1 15,-12-1-1-15,-12-6-13 16,-3-5-3-16,1-6-1 16,5-10 1-16,3 0 6 15,6-6 1-15,6-12-1 16,6-8 3-16,0-7-9 15,12-5 0-15,17-5-12 16,7-5 6-16,6-2 4 16,0 0-20-16,0 2-21 15,-4 3 1-15,-2 5 3 16,-4 4 6-16,-7 7 17 16,-5 6 15-16,-6 4 1 15,-4 11 0-15,-5 1 32 16,-5 3 5-16,0 4-6 0,0 0 4 15,0 0-4-15,0 0-31 16,0 8-5-16,0 12 5 16,7 6 17-16,-1 2-9 15,2 2-8-15,2-6 0 16,1-4 0-16,1-4-2 16,3-8-7-16,0-8 9 15,9 0 0-15,-1-4 13 16,3-17 5-16,-1-11-13 15,-1-1-5-15,-12-5-12 16,-4-1 12-16,-8 4-1 16,0 2-6-16,0 7 7 15,-18 8 34-15,-5 8 25 0,-5 5-25 16,5 5-13-16,2 0-11 16,6 0-4-16,4 9-6 15,4 4-9-15,7 1-10 16,0 4 2-16,0-3 4 15,7 3 6-15,4-3-13 16,1-3-29-16,4-4-36 16,4-3-8-16,22-2-102 15,-7-3-144-15,1 0-416 0</inkml:trace>
  <inkml:trace contextRef="#ctx0" brushRef="#br0" timeOffset="41556.94">20351 8189 1721 0,'0'0'671'0,"0"0"-474"16,0 0 19-16,0 0-39 16,-57 121-92-16,42-91-58 15,7-1-20-15,-2 1-7 16,7-3-20-16,3 4-126 15,0-4-229-15,0-7-437 0</inkml:trace>
  <inkml:trace contextRef="#ctx0" brushRef="#br0" timeOffset="42449.56">22142 7538 1468 0,'0'0'213'0,"0"0"-145"15,0 0-17-15,0 0 87 16,125-31 23-16,-98 31-2 16,-7 0-30-16,1 10-15 15,-3 8-5-15,-3 4-6 16,-4 0-17-16,2 6-6 15,-4 5 9-15,-3 3-24 16,-1 1-1-16,-5 4-18 0,0 2-17 16,0-2 7-1,-8 6 0-15,-13-1 0 0,-4 2-3 16,-1-1-5-16,-4 2-3 16,4 0 2-16,0-8-9 15,1-1-3-15,7-3-4 16,7-5-5-16,8-5-6 15,3-3 2-15,0 1-2 16,3-6-1-16,15 0 0 16,2-3-1-16,7-4 2 15,3-6 0-15,2-2 1 16,1-4 0-16,0 0 6 16,5-4-5-16,1-11 4 0,0-2-6 15,-4-4-39-15,1 2-27 16,-10 1-49-16,-8-1-63 15,-8-1-66-15,-7 6-215 16,-3 3-312-16</inkml:trace>
  <inkml:trace contextRef="#ctx0" brushRef="#br0" timeOffset="42646.03">21996 8107 1681 0,'0'0'393'16,"0"0"-300"-1,0 0 4-15,0 0 37 0,146-40-5 16,-92 32-70-16,8 2-59 16,33 0-98-16,-15 4-136 15,-6-2-465-15</inkml:trace>
  <inkml:trace contextRef="#ctx0" brushRef="#br0" timeOffset="43249.42">23497 8274 836 0,'0'0'1036'16,"0"0"-820"-16,0 0-146 0,0 0 15 15,20-127-31-15,-2 99-8 16,0 4-7-16,0 4-13 16,0 10-12-16,-7 4-5 15,1 6 4-15,-2 0 12 16,1 4 24-16,-1 14 2 15,1 6-15-15,4 2-7 16,-3 2-3-16,2-2-8 16,8-2-11-16,-5-4-6 15,5-6 6-15,1-4 7 16,1-6 8-16,2-4 14 16,4 0 34-16,-4-6 8 15,5-12-12-15,-1-6-15 16,-7-4 1-16,1-2 5 0,-6-2 22 15,-6-2-25-15,-6 0-27 16,-4 2-12-16,-2 1-6 16,0 6-4-16,0 5-5 15,0 8-49-15,-2 9-79 16,-4 3-151-16,-3 0-397 0</inkml:trace>
  <inkml:trace contextRef="#ctx0" brushRef="#br0" timeOffset="44283.66">25571 7922 1659 0,'0'0'585'0,"0"0"-499"15,0 0-9-15,0 0 60 16,0 0 9-16,0 0 13 15,18 109-26-15,-18-61-54 16,2 4-32-16,-2-4-20 16,0-2-11-16,0-8-1 15,-2-5 2-15,-8-10-7 16,2-6-1-16,1-7-1 16,4-6 2-16,0-4 1 15,1 0 7-15,-1-8-11 0,0-16-7 16,3-15-21-16,0-9 0 15,0-9 14-15,0-2 7 16,0 3 0-16,0 10 0 16,6 8 0-16,-1 13-6 15,2 11-8-15,-4 9 1 16,2 5-2-16,1 0-8 16,3 13 8-16,7 15 15 15,-5 8 8-15,4 7-1 16,3 3-1-16,-3 0-6 15,-1-6 0-15,4-4 0 16,-3-6 0-16,3-5 0 16,-3-10-1-16,0-3 0 15,-4-7-5-15,4-4 6 16,0-1 5-16,3 0-3 0,0-15 17 16,3-14 7-16,5-5-2 15,-3-9-2-15,-1-4 5 16,-1-7 2-16,-3-5-8 15,-4-4-2-15,-5-3-4 16,-3 1-8-16,-1 13 4 16,-5 16-5-16,5 16 1 15,-5 12-7-15,0 8-16 16,2 0-9-16,1 6-68 16,0 16-12-16,2 12-20 15,11 26-153-15,-4-5-287 16,-1-12-359-16</inkml:trace>
  <inkml:trace contextRef="#ctx0" brushRef="#br0" timeOffset="44616.77">26581 7650 1927 0,'0'0'547'16,"0"0"-449"-16,0 0 68 15,0 0-18-15,0 0-63 16,-84 116-39-16,81-60 20 0,3 7-14 16,0 5-10-1,0 4-6-15,0 0 5 0,3-1-22 16,0-6-1-16,3-2-17 15,0-5 0-15,-1-8-1 16,5-5-1-16,-2-14-68 16,8-10-55-16,17-18-195 15,-4-3-262-15,4-4-305 0</inkml:trace>
  <inkml:trace contextRef="#ctx0" brushRef="#br0" timeOffset="44966.83">26954 8260 760 0,'0'0'1199'0,"0"0"-951"15,0 0-94-15,0 0 57 16,3 102-77-16,12-82-52 16,9-3-16-16,6-9 40 15,6-3-5-15,2-5-35 16,7 0 11-16,0-20-40 15,-1-10-10-15,-8-7-1 16,-10-5-5-16,-8-8-2 16,-8-4 3-16,-10-7-4 15,0-4-3-15,-28 0-15 16,-5 8 0-16,-6 7 0 16,-2 16 7-16,-3 15 7 0,0 18-13 15,-4 1-1-15,1 31-9 16,-1 19-7-16,6 13-25 15,6 11-57-15,10 5-33 16,8-2-68-16,18 18-57 16,0-23-108-16,6-16-457 0</inkml:trace>
  <inkml:trace contextRef="#ctx0" brushRef="#br0" timeOffset="45191.23">27659 8338 2162 0,'0'0'544'0,"0"0"-486"16,0 0 59-16,0 0-38 15,0 0-55-15,-16 104-24 16,16-78-8-16,4-1-107 15,17-4-106-15,-7-3-160 16,1-7-438-16</inkml:trace>
  <inkml:trace contextRef="#ctx0" brushRef="#br0" timeOffset="45635.05">28152 8008 1817 0,'0'0'625'16,"0"0"-483"-16,0 0 115 16,0-115 10-16,-3 103-84 15,0 9-78-15,3 3-68 16,-2 7-32-16,-5 22-5 16,4 15 0-16,-3 11 13 15,6 6-5-15,0-3-8 16,0-1 0-16,0-7-1 15,0-6 0-15,6-5 0 0,-3-10 0 16,6-6 0 0,-9-11 1-16,0-4 1 0,0-3-1 15,0-5 9-15,0 0 24 16,-2 0 20-16,-20 0-17 16,1-7-17-16,-5-3-11 15,5 2-8-15,6 2 1 16,7 1 3-16,1 2-4 15,7 3-12-15,0-3-4 16,0 3-1-16,9 0-1 16,9 0 2-16,6-1-4 15,9 1-13-15,-2-2-21 16,26-12-98-16,-9 2-212 16,-6-4-426-16</inkml:trace>
  <inkml:trace contextRef="#ctx0" brushRef="#br0" timeOffset="45917.28">28928 7566 1945 0,'0'0'617'0,"0"0"-465"15,0 0-108-15,0 0 106 16,0 0 67-16,18 150-44 15,-13-82-66-15,-2 8-33 16,0 7-28-16,-3-1 5 16,0 0-18-16,-11 0-15 15,-10-3-17-15,-1-5 1 0,-1-6-1 16,-4-10-1 0,7-8 0-16,-5-10-44 0,11-10-28 15,2-10-81-15,9-10-361 16,-3-8-560-16</inkml:trace>
  <inkml:trace contextRef="#ctx0" brushRef="#br0" timeOffset="46377.06">29705 8480 2359 0,'0'0'698'0,"0"0"-575"16,0 0-73-16,0 0 72 16,0 0-45-16,0 0-52 15,0 0-25-15,-3-20-72 16,3 20-157-16,13 6-409 16,-5 2-469-16</inkml:trace>
  <inkml:trace contextRef="#ctx0" brushRef="#br0" timeOffset="49752.05">2850 10574 1437 0,'0'0'406'15,"0"0"-249"-15,0 0-110 16,0 0 138-16,0 0 26 15,0 0-46-15,0 0-46 16,-53-93-25-16,35 87 13 16,-3 6-38-16,-7 0-28 0,-3 0-1 15,-5 14-27-15,-3 10-1 16,3 5-12-16,-2 4 1 16,5 4-1-16,7 1 1 15,8 0 4-15,3 2-5 16,6-2-8-16,9 0 8 15,0-3-11-15,0-4 2 16,11-2 9-16,7-7-6 16,6-6-5-16,3-4-1 15,6-8-11-15,6-4 9 16,2 0 13-16,6 0 1 16,-1-10 0-16,-2 1 2 15,-6 6-2-15,-5 3 0 0,-6 0 0 16,-7 15 0-1,-2 15 7-15,-3 9 18 0,-2 10 11 16,-8 6 8-16,-5 5 7 16,0 4 6-16,0-1-17 15,-18 0 1-15,-5-2-7 16,-7-2-7-16,-6-4-8 16,4-2-4-16,-7-6-1 15,4-4 5-15,-1-9-8 16,0-8-4-16,3-11-1 15,0-5-5-15,-2-10-1 16,2 0 0-16,0-7-31 0,0-19-20 16,1-9-46-1,9-2-41-15,1-2-45 16,11-9-123-16,8 11-166 0,-1 4-68 0</inkml:trace>
  <inkml:trace contextRef="#ctx0" brushRef="#br0" timeOffset="50318.53">3239 11356 1298 0,'0'0'620'0,"0"0"-426"16,0 0-58-16,0 0-25 16,0 0-30-16,0 0-44 15,0 0-28-15,18-9 58 16,12 5 24-16,2 0-5 15,4-3-23-15,2-4-11 16,-2-3-4-16,-6 0-27 16,-3 0-9-16,-9 3-3 15,-10 0 4-15,-1 3 17 0,-5 2 29 16,-2 2 24-16,0 0 22 16,0 2-21-16,-5 2-32 15,-7 0-20-15,-6 0-13 16,-3 0-7-16,-5 10-3 15,-5 12-9-15,1 9 0 16,1 2 0-16,6 7 2 16,2-1-1-16,11 0-1 15,5-2 0-15,5-3-1 16,0-2 0-16,15-4-22 16,2-2-22-16,10-6-19 15,-1 0-41-15,5-6-37 16,2-4-79-16,14-10-61 0,-9 0-238 15,-2-6-345-15</inkml:trace>
  <inkml:trace contextRef="#ctx0" brushRef="#br0" timeOffset="50886.02">4080 11278 1420 0,'0'0'656'15,"0"0"-493"-15,0 0 26 16,0 0 30-16,0 0-88 0,0 0-25 16,0 0-15-16,-47-29-12 15,32 27-8-15,2 2-17 16,-5 0-29-16,-2 10-13 15,-1 11-3-15,-5 4-8 16,5 5 5-16,3-1 5 16,0-1-1-16,9-6-2 15,9-2-8-15,0-6-12 16,0-4-5-16,4-7-10 16,16 0 12-16,7-3 0 15,6 0 14-15,2-12 1 16,-3-2 0-16,1 4 1 15,0 2 5-15,-4 8-6 0,-1 0-1 16,-2 16 0 0,0 14 1-16,2 9 33 0,-8 8-7 15,-2 4 11-15,-3 2-2 16,-9 1 41-16,-6-1-34 16,0-2-17-16,-3 3-2 15,-17-5 4-15,-4 0-15 16,-3-7-2-16,-2-9-2 15,1-7-2-15,2-8 0 16,-4-5-5-16,3-9 2 16,4-4-3-16,-5 0-30 15,5-4-36-15,0-21-66 16,5-7-102-16,15-32-150 0,3 4-193 16,0 6-73-16</inkml:trace>
  <inkml:trace contextRef="#ctx0" brushRef="#br0" timeOffset="51253.03">4339 11447 1124 0,'0'0'747'15,"0"0"-501"-15,0 0-113 16,0 0 46-16,0 0-11 0,0 0-49 15,11 111-26 1,1-89-27-16,3-1-8 0,0 0-13 16,-1-4-3-16,4-6-18 15,0-1-4-15,0-6-6 16,0-1-4-16,3-3 1 16,-4 0 5-16,10-17 8 15,-3-9 0-15,0-5-3 16,2-11 3-16,-1-6-9 15,-2 1 15-15,-5-1-15 16,-7 4-4-16,-1 8-11 16,-7 11-2-16,-3 9-55 15,0 12-30-15,0 4-100 16,0 23-137-16,0 7-269 16,0 2-348-16</inkml:trace>
  <inkml:trace contextRef="#ctx0" brushRef="#br0" timeOffset="51603.1">4935 11459 712 0,'0'0'912'15,"0"0"-654"-15,0 0-13 16,0 0-47-16,0 0-41 16,0 0-21-16,108-120-19 15,-87 100-66-15,-4 2-26 16,-6 2 2-16,-1 6 11 15,-10 4 3-15,0 1 39 16,0 3 18-16,0-1-3 16,-7 3-26-16,-4 0-21 15,-4 0-22-15,0 3-24 0,-3 14 4 16,-5 7-5-16,2 9 20 16,-3 4 9-16,7 6-8 15,1 0-7-15,14 1-6 16,2-4-9-16,0-9 0 15,0-5-6-15,23-10-7 16,13-10-53-16,11-6-43 16,55-28-82-16,-14-12-285 15,1-4-515-15</inkml:trace>
  <inkml:trace contextRef="#ctx0" brushRef="#br0" timeOffset="52536.6">6940 11414 929 0,'0'0'586'16,"0"0"-357"-16,0 0-54 16,0 0 48-16,0 0-32 15,0 0 11-15,0 0 0 16,3-55-26-16,-8 42-56 15,-10-1-21-15,4 0-3 16,-12 2-17-16,0-2-15 16,0 1-32-16,-4 2-11 15,0 2 3-15,1 3-18 16,2 6-5-16,-3 0 5 0,9 4-1 16,-3 14-5-16,6 7-2 15,7 3-7-15,5 1-4 16,3-3-1-16,0-1-16 15,11-5-15-15,14-6-1 16,1-3 9-16,7-6 2 16,3-4 16-16,-2-1-2 15,2 0 15-15,-6 0 5 16,-3 0 1-16,-3 0 0 16,-3 9 26-16,-3 13 20 15,-1 14 27-15,-2 12-8 16,-3 12-19-16,-4 9-17 0,2 4-10 15,-10 2-2-15,0-1-7 16,0-4-2-16,0-3-2 16,0-7-5-16,-10-6 0 15,2-10-1-15,3-8-13 16,-2-8-45-16,1-12-64 16,-6-12-75-16,-6-17-171 15,0-18-372-15,1-11-147 0</inkml:trace>
  <inkml:trace contextRef="#ctx0" brushRef="#br0" timeOffset="52707.15">6771 11897 806 0,'0'0'1016'0,"0"0"-732"15,0 0-53-15,0 0-13 0,0 0-87 16,0 0-62 0,0 0 22-16,33-60 42 0,0 45-26 15,3 4-24-15,3-2-25 16,-5 4-40-16,2 1-18 15,2-1-24-15,-2-1-130 16,26-13-164-16,-11 1-299 16,-9-2-471-16</inkml:trace>
  <inkml:trace contextRef="#ctx0" brushRef="#br0" timeOffset="53037.27">7380 11466 1575 0,'0'0'657'16,"0"0"-501"-16,0 0-94 15,0 0-20-15,0 0 33 16,0 0 19-16,0 0-13 16,18 96-34-16,-6-82-9 15,4-1-17-15,-3-6-2 16,2-3-2-16,6-4-4 15,3 0 23-15,0-16 1 16,5-10-16-16,-1-4 9 16,-2-4-10-16,-5-1 0 15,-6 2-11-15,-3 1 6 16,-9 6-14-16,0 8-1 0,-3 4-24 16,0 7-74-16,0 7-135 15,0 0-97-15,3 0-301 16,-1 3-321-16</inkml:trace>
  <inkml:trace contextRef="#ctx0" brushRef="#br0" timeOffset="53386.33">7843 11343 1418 0,'0'0'664'0,"0"0"-499"15,0 0-26-15,0 0 103 16,0 0-12-16,0 0-89 15,117-68-59-15,-88 44-36 0,-1 2-25 16,-8 0-10-16,-2 4-10 16,-7 1 10-16,-5 9-2 15,-6-1 13-15,0 5 7 16,0 0 17-16,-8 4 4 16,-5 0-21-16,-5 0-17 15,2 8-12-15,-2 12-5 16,0 8 4-16,3 4-5 15,2 4 5-15,11 2-6 16,2 0 5-16,0-3-5 16,0-3-11-16,15-4-75 15,8-8-36-15,13-8-71 16,38-12 34-16,-6 0-179 16,-2-16-505-16</inkml:trace>
  <inkml:trace contextRef="#ctx0" brushRef="#br0" timeOffset="53576.83">8744 11520 1465 0,'0'0'769'0,"0"0"-482"16,0 0-77-16,0 0-7 15,-12 119-82-15,9-90-70 16,-2 1-37-16,1-2-13 15,1-6-1-15,3-3-103 16,-6-5-175-16,4-4-354 16,-5-7-1150-16</inkml:trace>
  <inkml:trace contextRef="#ctx0" brushRef="#br0" timeOffset="60655.91">10726 11182 1172 0,'0'0'306'0,"0"0"-200"16,0 0-78-16,0 0 107 15,0 0 17-15,0 0-26 16,35-100-10-16,-18 82-18 16,4-2-10-16,-3 2-5 15,3 4 29-15,-3 5 7 16,-6 5-33-16,3 4-35 16,0 0-5-16,-4 5 5 15,7 16-8-15,-3 7 10 16,-2 8 8-16,-2 1 0 0,-6 8-7 15,-1-1-15 1,-4 0-10-16,0 0-4 0,-4 0 2 16,-12-1-12-16,-2 1-6 15,-10-2-3-15,-1 0-4 16,-4 0 6-16,-8-2-8 16,-4-1-1-16,-5-4-23 15,4-5-25-15,0-8-16 16,10-9 32-16,10-13 32 15,1 0-11-15,11-14-15 16,4-15-4-16,5 0 12 16,5-4 7-16,0 5 6 15,3 5 6-15,5 6 0 16,1 5 1-16,4 4 11 16,-2 6 7-16,1 2 0 0,3 0 1 15,9 2 10-15,2 12 1 16,7 2-8-16,-3 4 7 15,2 2-8-15,1 0-11 16,-4-2-10-16,-4 1 0 16,-2-4 1-16,-2-1-1 15,-3 1-1-15,-3-4-23 16,3-3-43-16,0-2-80 16,14-8-119-16,-5 0-107 15,-1-4-335-15</inkml:trace>
  <inkml:trace contextRef="#ctx0" brushRef="#br0" timeOffset="61222.39">11789 11004 1778 0,'0'0'682'0,"0"0"-518"15,0 0-34-15,0 0 52 0,0 0-49 16,0 0-49-16,0 0-29 15,0 0-17-15,0 3-10 16,-11 11-4-16,-7 6-12 16,-3 4-4-16,-4 2-1 15,2 2 11-15,-1 2-5 16,-2 0-1-16,1-2 2 16,5-4 2-16,4-4-1 15,5-3-6-15,9-6 1 16,2-1-10-16,0 1-2 15,0-4-4-15,0 4 6 16,5-1-2-16,10-1 1 16,3 1 1-16,0-1 0 0,8-1 14 15,-2 0-4-15,6-1 4 16,-4 1-4-16,5-1-4 16,-5-1-5-16,-3-3 0 15,-2 2 0-15,-3-1 1 16,0-2-2-16,-6 0-29 15,-4 0-17-15,2-2-62 16,-7 1-85-16,0 3-134 16,-3-1-174-16,0 3-173 0</inkml:trace>
  <inkml:trace contextRef="#ctx0" brushRef="#br0" timeOffset="61452.78">11552 11674 2011 0,'0'0'519'15,"0"0"-440"-15,0 0-12 16,0 0 58-16,0 0 71 16,0 0-75-16,0 0-49 15,103 0-21-15,-70 2-30 16,-3 0-15-16,2 1-6 15,1-3-41-15,3 0-83 16,18-3-172-16,-8-8-380 0,-4 0-893 16</inkml:trace>
  <inkml:trace contextRef="#ctx0" brushRef="#br0" timeOffset="62023.25">12722 11055 1759 0,'0'0'547'15,"0"0"-386"-15,0 0 31 16,0 0-67-16,0 0-68 16,0 0-27-16,0 0 118 15,68 54-34-15,-26-24-23 0,5 2-14 16,1 4-4-16,-1 0-13 16,-2 2-15-16,-3 0-20 15,-9-1-7-15,-2-1-6 16,-6-5-6-16,-4-1-5 15,-3-5-1-15,-7-7 1 16,1-4 0-16,-6-8-1 16,1-2 0-16,-7-4 0 15,0 0-11-15,0 0-22 16,0 0-31-16,0-17-74 16,0-4-124-16,0-21-238 15,0 2-29-15,-7 4-572 0</inkml:trace>
  <inkml:trace contextRef="#ctx0" brushRef="#br0" timeOffset="62331.43">13185 11003 1773 0,'0'0'572'15,"0"0"-391"-15,0 0-26 16,0 0 61-16,0 0-41 15,-119 122-44-15,98-90-38 16,1 2-14-16,-6 6-18 16,-2 4-20-16,2 2-16 0,-5 5-5 15,3 0-10 1,0 0 2-16,7-5-1 0,3-8-5 16,7-6 0-16,2-10-6 15,6-8 0-15,0-7 0 16,3-6-14-16,0-1-25 15,0 0-31-15,0 0-50 16,6-26-93-16,12-2-133 16,-3-1-441-16</inkml:trace>
  <inkml:trace contextRef="#ctx0" brushRef="#br0" timeOffset="63273.91">14266 11011 1237 0,'0'0'754'16,"0"0"-501"-16,0 0-140 16,0 0 108-16,0 0 13 15,0 0-61-15,0 0-59 16,0-4-56-16,0 4-20 16,0 4-1-16,0 9 5 0,0 4 21 15,-8 9-2-15,-4 6-17 16,-6 1-16-16,-3 3-10 15,3-3-10-15,3-1-2 16,-3 0 1-16,10-4 1 16,-5-2 2-16,8-3 1 15,-3-3-2-15,8-4-2 16,0-2 4-16,0-5-11 16,0 2-1-16,16-1 0 15,12-2 0-15,-2-2 1 16,10-2 0-16,0 0 17 15,-1-4-4-15,1 2-1 16,-4-2-4-16,-2 0-7 0,-4 0 5 16,-4 0-6-1,-1 0 0-15,-7 0-22 0,-4 0-29 16,-2 0-29-16,-8 1-96 16,0 8-164-16,0-1-237 15,-11 4-284-15</inkml:trace>
  <inkml:trace contextRef="#ctx0" brushRef="#br0" timeOffset="63481.36">14122 11681 1930 0,'0'0'532'15,"0"0"-459"-15,0 0 69 0,0 0 47 16,0 0-41-16,0 0-61 15,0 0-51-15,133 3-24 16,-107 2-12-16,3-1-36 16,2-3-126-16,13-1-106 15,-6 0-282-15,-2 0-432 0</inkml:trace>
  <inkml:trace contextRef="#ctx0" brushRef="#br0" timeOffset="64240.33">15101 10975 2090 0,'0'0'566'16,"0"0"-425"-16,0 0 70 16,0 0-49-16,0 0-75 15,0 0-35-15,0 0-9 0,-51 82-5 16,43-48-10-1,-7 1-1-15,3 1-4 0,3-3-5 16,4-3-3-16,1-2-5 16,4-3-8-16,0-2 4 15,0-3-5-15,0 1-1 16,12-4-1-16,6 0-5 16,5-3 6-16,-2-1 0 15,4 0-1-15,-2-3 2 16,1-4-2-16,-4-2 0 15,1-4-9-15,-3 0 1 16,3 0-5-16,-3-8 2 0,0-11 5 16,-1-3-2-1,1-6 7-15,-2-2 2 0,-5-2-1 16,1-1 1-16,-2-2-1 16,-2 3 1-16,-5 4 1 15,2 6-1-15,-5 6 1 16,0 6 0-16,0 4 1 15,0 6 5-15,0 0 11 16,0 0-7-16,0 0-10 16,0 10 13-16,0 10-7 15,-3 11 1-15,-8 12 8 16,-1 3 4-16,0 8-4 16,1 0 1-16,1 1-4 0,2-1-1 15,2-3-10 1,-4-4 5-16,8-5 2 0,-1-8-8 15,3-6 0-15,0-8-1 16,0-7-1-16,0-8-12 16,0-5-34-16,0 0-22 15,11-5-118-15,7-16-178 16,3-1-349-16</inkml:trace>
  <inkml:trace contextRef="#ctx0" brushRef="#br0" timeOffset="64957.41">16346 11387 1724 0,'0'0'395'0,"0"0"-231"16,0 0 11-16,0 0-3 15,0 0-60-15,0 0-43 16,0 0-38-16,5 0 14 16,17 0 69-16,10 0-16 15,7 0-32-15,6-1-9 16,5-6-18-16,6 1-13 16,8-3-10-16,-2-2-15 15,2-3-1-15,-4 3-10 16,-7-2-50-16,-4 4-60 15,-11-1-107-15,-14 3-67 0,-19 7-18 16,-5 0-242 0,-3 0-336-16</inkml:trace>
  <inkml:trace contextRef="#ctx0" brushRef="#br0" timeOffset="65240.66">16397 11593 1423 0,'0'0'541'0,"0"0"-392"15,0 0-107-15,0 0 37 16,0 0 115-16,0 0 31 0,0 0-63 16,95 0-21-1,-59 0-32-15,5 0-24 0,0-3-16 16,8 2-36-16,-2-1-19 15,4 2-7-15,-2 0-7 16,-1 0-26-16,-1 0-83 16,-8 0-141-16,9 0-96 15,-12 0-267-15,-10 2-488 0</inkml:trace>
  <inkml:trace contextRef="#ctx0" brushRef="#br0" timeOffset="65974.69">17214 11269 1602 0,'0'0'560'0,"0"0"-432"16,0 0-52-16,0 0 23 16,0 0-14-16,0 0-11 15,0 0-20-15,-15 104 4 16,12-71-9-16,-7-2-5 16,5 0-8-16,-5-2-8 0,5-2-12 15,-1-7-8-15,4-4-7 16,-1-8-1-16,3-4-6 15,0-4-19-15,0 0-15 16,3-6-10-16,10-17 38 16,5-10 11-16,3-7-1 15,1-4-5-15,-11-4 6 16,1-1 1-16,-9 1 1 16,-3 4 0-16,0 6 13 15,0 8 57-15,0 8 14 16,0 10 19-16,-3 8-9 15,1 1-19-15,-1 3-31 16,3 0-24-16,0 0-21 16,0 11-27-16,0 12 15 15,11 4 12-15,7 3-1 0,2 2-1 16,4-2 1-16,1-2 0 16,1 0 0-16,0 0 1 15,-4-1 0-15,2-1 15 16,-9-2 5-16,-1-2 7 15,-5-4 28-15,-1-4-24 16,-8-4-8-16,0-2 10 16,0-2 9-16,0 2-3 15,-17 3-20-15,-7 1-2 16,1 1-5-16,-5 1-5 0,2 1 2 16,0-4-1-1,-2-1 1-15,5 0-2 0,5-1-6 16,3-3-1-16,4-2-1 15,8-1-8-15,-1-3-18 16,4 0-25-16,0 0-76 16,9 0-138-16,12 0-291 15,2 0-148-15</inkml:trace>
  <inkml:trace contextRef="#ctx0" brushRef="#br0" timeOffset="68392.23">19234 10976 1624 0,'0'0'355'0,"0"0"-239"16,0 0-96-16,0 0 92 0,0 0 20 15,0 0-4-15,0 0 11 16,119-72-10-16,-104 72-2 15,-1 21-27-15,4 8 21 16,0 7-30-16,-6 6-16 16,-1 2-18-16,-4-1-18 15,-2-3-11-15,-5-4-1 16,0-5-12-16,0 2 0 16,-20 0-6-16,-11 0 3 15,-7 1-4-15,-6 4-8 16,-10 1 0-16,-2 1-8 15,-4-2-32-15,7-6-26 16,11-10 8-16,9-10 25 0,17-12 19 16,9 0-2-16,7-20-52 15,0-14 16-15,9-3 34 16,12-1 16-16,-3 9 1 16,-4 8 1-16,1 10 6 15,-8 4 4-15,-2 7 16 16,4 0-2-16,6 3-6 15,0 12 9-15,6 7 0 16,5 5 0-16,1 3-6 16,-1 0-12-16,5-1-8 15,-5-4 7-15,1-5-8 16,0-4-19-16,-1-4-83 16,25-10-124-16,-10-2-238 15,-2 0-217-15</inkml:trace>
  <inkml:trace contextRef="#ctx0" brushRef="#br0" timeOffset="68615.64">19857 11390 1967 0,'0'0'677'15,"0"0"-607"-15,0 0-15 16,0 0 73-16,0 0-66 16,119-7-41-16,-86 6-21 0,0-2-65 15,5 2-170-15,-4-1-275 16,-8-2-531-16</inkml:trace>
  <inkml:trace contextRef="#ctx0" brushRef="#br0" timeOffset="69259.92">20559 11051 1579 0,'0'0'624'16,"0"0"-463"-16,0 0-123 15,0 0 119-15,0 0 19 16,115-25-28-16,-82 25-47 16,-1 0-17-16,-10 2-32 15,-4 11-13-15,-10 3 2 16,-5 2-4-16,-3 4 2 0,0 2-4 16,-15 0-10-16,-6 0-10 15,1-4-14-15,5-4-1 16,6-7-13-16,4-5-29 15,5-4-27-15,0 0-3 16,8 0-1-16,13 0 50 16,6 0 17-16,-1 0 6 15,-2 1 17-15,3 15 10 16,-13 8 24-16,-1 4 9 16,-11 4 19-16,-2 2 0 15,0 3 2-15,-18-1-24 16,-5-3-15-16,-3-2-9 0,-7-3-7 15,5-7-13-15,-1-4-7 16,6-5-5-16,2-6 5 16,6-4-6-16,0-2-28 15,9-2-29-15,6-21-53 16,6-32-183-16,17 1-353 16,5 2-358-16</inkml:trace>
  <inkml:trace contextRef="#ctx0" brushRef="#br0" timeOffset="69743.62">22024 10828 854 0,'0'0'1383'15,"0"0"-1095"-15,0 0-111 16,0 0 57-16,0 0-95 16,0 0-55-16,0 0-25 15,-46 11-29-15,25 6-8 16,-2 8 17-16,2 0 16 15,-2 3-10-15,2-1-9 16,6 1-9-16,3-5-3 0,3-1-6 16,2 1-12-16,7-4 3 15,0 0-9-15,7 0 1 16,11-5-1-16,8 3 9 16,5-5-8-16,0-1 11 15,5-4 0-15,3-1 3 16,2-2-1-16,-2-4-7 15,-6 2 1-15,-6-2-7 16,-9 0-1-16,-7 0-17 16,-8 0-31-16,0 0-39 0,-3 2-126 15,0 2-137 1,-17 2-305-16,-7 0-1057 0</inkml:trace>
  <inkml:trace contextRef="#ctx0" brushRef="#br0" timeOffset="69953.06">21741 11496 1661 0,'0'0'738'0,"0"0"-556"16,0 0-58-16,0 0 92 16,0 0-41-16,0 0-50 15,0 0-50-15,83 55-14 16,-53-48-30-16,3-3-19 15,-1-4-12-15,4 0-61 0,23 0-129 16,-8-6-297-16,-7-3-445 16</inkml:trace>
  <inkml:trace contextRef="#ctx0" brushRef="#br0" timeOffset="70676.13">23188 10993 874 0,'0'0'1026'0,"0"0"-800"16,0 0-123-16,0 0 101 16,0 0-3-16,0 0-70 15,0 0-38-15,-23-22-28 16,23 22-23-16,5 4 0 16,13 11 66-16,3 10 9 0,5 4-36 15,7 8-10 1,6 3-6-16,-1 3-14 0,6-2-3 15,4-1-26-15,-1-2-5 16,2-6-4-16,-8-4 1 16,-5-3-4-16,-3-10-8 15,-10-2-1-15,-5-8 0 16,-7 0-1-16,-1-3-1 16,-7-2-29-16,-3 0-4 15,0 0-11-15,0 0-29 16,0-18-153-16,-13 0-339 15,2-3-281-15</inkml:trace>
  <inkml:trace contextRef="#ctx0" brushRef="#br0" timeOffset="70951.39">23692 10975 436 0,'0'0'1707'15,"0"0"-1383"-15,0 0-142 16,0 0 51-16,0 0-45 16,0 0-64-16,-124 89-40 15,104-52-18-15,-1 7-11 16,-4 2-17-16,2 2-19 16,5 0-4-16,-3-3-14 15,6-5 0-15,-3-4 0 16,10-7-1-16,2-7-41 0,2-5-50 15,4-7-105-15,4-10-291 16,10 0-185-16,4-2-781 0</inkml:trace>
  <inkml:trace contextRef="#ctx0" brushRef="#br0" timeOffset="71259.57">24080 11293 2080 0,'0'0'524'15,"0"0"-468"-15,0 0 16 16,0 0-7-16,0 0 62 16,0 0-7-16,133 0-65 15,-83-1-34-15,-2-2-21 16,-1 3-7-16,15 0-143 16,-11 0-227-16,-12 0-427 0</inkml:trace>
  <inkml:trace contextRef="#ctx0" brushRef="#br0" timeOffset="71976.66">24934 10908 1815 0,'0'0'343'16,"0"0"-244"-16,0 0 15 16,0 0 54-16,0 0 7 15,0 0-7-15,134-21-22 16,-114 21-43-16,-2 13-34 15,-8 8-10-15,-10 1 1 0,0 3-1 16,-3 1-3 0,-17 1-19-16,-8-4-14 0,2 0-17 15,2-8 0-15,9-4-6 16,3-5-17-16,9-4-19 16,3-2-19-16,0 0-20 15,0 0-18-15,12 2 24 16,6 2 50-16,0 4 13 15,3 2 6-15,-3 6 7 16,-2 7 14-16,0 0 16 16,-7 8 7-16,-6-2 14 15,-3 3 6-15,0 1-5 0,-10-2-4 16,-3-2-11-16,-5-5-13 16,-3-2 1-16,0-4-13 15,-4-7-2-15,2 0-8 16,2-5-9-16,-2-4 0 15,2-2-15-15,-1 0-18 16,8 0-34-16,-1-15-70 16,3 1-189-16,6 0-455 0</inkml:trace>
  <inkml:trace contextRef="#ctx0" brushRef="#br0" timeOffset="72796.47">26337 10780 916 0,'0'0'797'0,"0"0"-537"15,0 0-47-15,0 0 40 16,0 0 28-16,0 0-55 16,0 0-57-16,15-10-43 15,-15 10-54-15,0 0-29 16,0 2-13-16,-7 10-11 15,-11 8 4-15,-2 8 8 16,-4 4-8-16,-5 3-8 16,2-2-14-16,3-3 5 15,6 1 0-15,3-5-5 16,4-2 0-16,7-3-1 0,4-4 0 16,0 1 0-1,0-2-1-15,12 0-5 0,9-2 6 16,3-2 9-16,3-1 6 15,2-4 0-15,4-1 5 16,-7 0-2-16,2-2-8 16,-5 0 1-16,-8 0-11 15,-4-2 0-15,-1 2-1 16,-2 0 0-16,-1 1-17 16,4-1-18-16,-1-1-24 15,-2 1-65-15,-1 0-111 16,-7 0-139-16,0-2-199 15,0 0-222-15</inkml:trace>
  <inkml:trace contextRef="#ctx0" brushRef="#br0" timeOffset="73045.8">26046 11408 1861 0,'0'0'398'15,"0"0"-266"-15,0 0 119 16,0 0 5-16,0 0-49 16,0 0-48-16,145 20-49 15,-100-18-36-15,-3-2-38 16,-1 2-23-16,0-2-5 16,-5 0-8-16,-3 4-1 0,-7 0-50 15,1 0-97-15,8 8-120 16,-7-4-229-16,-10 0-179 0</inkml:trace>
  <inkml:trace contextRef="#ctx0" brushRef="#br0" timeOffset="74910.82">27457 10707 1696 0,'0'0'546'16,"0"0"-451"-16,0 0-11 16,0 0 130-16,0 0-29 15,0 0-76-15,0 0-62 16,-12 44 5-16,2-15 27 16,-1 3-14-16,2 2-7 15,0-2-2-15,0 0-17 16,6 1-5-16,-3-5-13 0,4-2-8 15,2-2-7 1,0-4-6-16,0-2 0 0,5-2-13 16,13 0 7-16,6-4 5 15,3-4 1-15,-1-4 0 16,5-4 1-16,0 0 5 16,0-4-6-16,2-12-15 15,-7-6 0-15,-5-3 2 16,-4 3 13-16,-7-1 5 15,-4 2 6-15,-4 0-10 16,-2-1 8-16,0 0-8 16,0-1 6-16,0 5 4 15,-2 4-5-15,-4 3 7 16,2 10 8-16,1 0-6 16,3 1-9-16,-3 0-4 0,3 0-1 15,-2 9 0-15,-4 14 0 16,2 6 5-16,-1 7 0 15,-1 2 1-15,3 3-5 16,0-5-1-16,3 0 5 16,-4-2-5-16,4-3 1 15,-2-4-2-15,2-2 0 16,0-6-11-16,0-3-64 16,0 0-104-16,18 0-148 15,-1-4-204-15,4-4-245 0</inkml:trace>
  <inkml:trace contextRef="#ctx0" brushRef="#br0" timeOffset="75117.25">28090 11089 1549 0,'0'0'492'15,"0"0"-418"-15,0 0 7 16,0 0 64-16,0 0-44 16,113 0-55-16,-77 0-27 15,-2 4-19-15,23-2-43 16,-9 0-169-16,-7-2-452 0</inkml:trace>
  <inkml:trace contextRef="#ctx0" brushRef="#br0" timeOffset="75945.05">29013 10753 1470 0,'0'0'234'15,"0"0"-101"-15,0 0 112 16,0 0-56-16,0 0-40 16,113-19-5-16,-100 23-57 15,-11 15-38-15,-2 6 11 16,0 3 22-16,-5 2-18 15,-17 0-27-15,-2 0-13 16,-2-5-4-16,3-6-19 0,1-2 5 16,11-10-6-16,8-3-13 15,3-1-67-15,8-3-38 16,22 0 57-16,6 0 61 16,8 0 0-16,1 0 1 15,-4 1 5-15,-5 16 32 16,-6 7 15-16,-9 6 22 15,-13 1 19-15,-4 6 17 16,-4 1 16-16,0-2-9 16,-12-4-34-16,-6-6-16 15,0-2-23-15,3-6-12 16,-3-4-14-16,4-3-2 16,-4-6-7-16,3 1-8 15,-3-3 3-15,-3-3-5 16,1 0-27-16,-4 0-15 0,-3-7-60 15,-12-17-188-15,10 2-348 16,-1 0-399-16</inkml:trace>
  <inkml:trace contextRef="#ctx0" brushRef="#br0" timeOffset="77482.92">19130 11983 1401 0,'0'0'392'16,"0"0"-250"-16,0 0-91 15,0 0 71-15,0 0-40 16,0 0-43-16,0 0 30 15,20 6 5-15,-2 0 8 16,6 0 10-16,0-1-28 0,8-2-12 16,1 2-6-16,6-4-2 15,5-1-19-15,7 0-4 16,0 0-11-16,-2 0 2 16,2 0-11-16,0 0 6 15,2 0-6-15,-2 0 0 16,0 0 1-16,-2 0 4 15,2 0 1-15,3 0-7 16,-4 0 2-16,3 0 13 16,4 0-9-16,-1-6 6 15,1-2-2-15,-1-2-9 16,-5 0 1-16,-1 1 4 16,-4 3 1-16,-8 2-7 0,1-3 0 15,-3 5 1 1,-8-2 0-16,0 4 5 0,-5 0-5 15,1 0 5-15,-3 0 0 16,-1 0 9-16,-2 0 11 16,3 0-1-16,0 0-7 15,-1-2 2-15,-2-2-3 16,4 0 1-16,-1 0-4 16,-3 0-2-16,-4-1-11 15,-2 4 1-15,-4-3-1 16,-1 2-1-16,1-1-1 15,-5 3-21-15,-3 0-18 16,0 0-34-16,0 0-47 0,0 0-38 16,0 0-48-1,0 5-27-15,0 5-98 0,-5-2-394 0</inkml:trace>
  <inkml:trace contextRef="#ctx0" brushRef="#br0" timeOffset="78712.66">20045 12551 170 0,'0'0'1549'0,"0"0"-1295"16,0 0-199-16,0 0 36 15,0 0 46-15,0 0-30 16,0 0-18-16,97-67 16 16,-73 66-6-16,-2 1-7 15,-6 0-7-15,2 0-12 16,0 7 2-16,-5 14-5 0,-1 5-4 15,-4 6-10-15,-2 4-2 16,-6 6-15-16,0 0-15 16,-6 0-8-16,-14 0-5 15,-11-1-11-15,-3-3 0 16,-2-3-33-16,-2-4-37 16,-1-9-47-16,3-6-28 15,6-13 16-15,9-3 52 16,13-7 36-16,4-22-24 15,4-3 26-15,4-3 39 16,10 2 19-16,4 7 44 16,-6 8-2-16,0 5-4 15,-1 11-17-15,-1-1 15 0,1 3 5 16,4 0 0-16,3 3 4 16,6 8-14-16,3 5-13 15,-1 1-13-15,7 0-12 16,3 1-11-16,-4-3-1 15,6-1-1-15,1-4-83 16,22-5-144-16,-9-2-137 16,-6-3-305-16</inkml:trace>
  <inkml:trace contextRef="#ctx0" brushRef="#br0" timeOffset="79546.42">23497 11987 1508 0,'0'0'488'16,"0"0"-375"-16,0 0 12 16,0 0 19-16,0 0-24 15,0 0-50-15,0 0 16 16,56-28 19-16,-23 22-2 0,11 4-17 16,3 0-29-1,14 2-16-15,6 0-4 0,11 0 2 16,8 0-17-16,25 0-4 15,25 0-12-15,27-2 6 16,-9-6-4-16,-31-2 1 16,-41 2-3-16,-25 3-5 15,-1 4 0-15,-2 0 0 16,-4-2-1-16,-14 3-24 16,-19 0-36-16,-10 0-58 15,-7 0-28-15,-7 0-1 16,-10 10-169-16,-10 0-365 0</inkml:trace>
  <inkml:trace contextRef="#ctx0" brushRef="#br0" timeOffset="80162.78">24456 12462 1397 0,'0'0'495'16,"0"0"-344"-16,0 0 10 15,0 0 9-15,0 0 18 16,0 0-28-16,0 0-27 16,36-18-51-16,-34 36 12 15,-2 6 3-15,0 5-41 16,0 3-22-16,-5-2-11 15,-13 0-8-15,-5-2-2 16,-5 1-2-16,-4-6-11 16,-6-2-29-16,-1-7-46 15,3-3-37-15,3-7-39 0,10-4 39 16,2-2 75-16,9-14 37 16,9-6 2-16,3 0 5 15,0 2 21-15,3 4 16 16,12-1 2-16,0 6 0 15,3 3 7-15,3 4-16 16,-1 2 9-16,1 2-1 16,0 0-10-16,2 4-10 15,-2 10-13-15,4 2-6 16,1 0-5-16,4 2-1 0,2-4-60 16,9 0-94-1,28-8-84-15,-7-2-135 0,-8-4-445 16</inkml:trace>
  <inkml:trace contextRef="#ctx0" brushRef="#br0" timeOffset="81063.37">27383 11667 1495 0,'0'0'496'0,"0"0"-406"16,0 0-38-16,0 0 48 16,0 0-33-16,0 0-27 15,0 0 47-15,44-11 54 16,-14 11-21-16,5-2-4 16,7 1-19-16,8-4-18 15,13 0-14-15,8-4-16 16,16 3-10-16,23-4-8 0,32 0-4 15,33-2 12-15,4 0-6 16,-19 4-16-16,-35 2-8 16,-42 6-2-16,-24 0 1 15,-8 0 1-15,-1 0-9 16,-2 0 1-16,-1 0-1 16,-11 2 0-16,-18 2-9 15,-6 0-42-15,-6 0-24 16,-4-1-41-16,1 0-79 15,0 7-86-15,-3 0-47 16,4 0-408-16</inkml:trace>
  <inkml:trace contextRef="#ctx0" brushRef="#br0" timeOffset="81646.82">28571 12133 1696 0,'0'0'279'16,"0"0"-169"-16,0 0 102 15,0 0-59-15,0 0 39 16,0 0-73-16,0 0-29 16,110-5 2-16,-110 27-12 15,0 6 8-15,-10 6-12 16,-16 1-26-16,-7 2-23 15,-3-5-14-15,0-4-5 16,5-6-8-16,0-7 0 16,8-6-38-16,5-5-19 15,8-4 5-15,5 0 14 16,2 0-11-16,3-3 10 0,0-4 29 16,0 1-1-16,0 0 11 15,0 4 21-15,0 0 5 16,0 2 14-16,8 0-12 15,2 0-4-15,8 0 15 16,3 0-9-16,5 6-3 16,4 1-13-16,3 1-7 15,3-6 4-15,5 1-11 16,1-3-43-16,5 0-103 16,9-4-151-16,-5-9-306 15,-15-2-854-15</inkml:trace>
  <inkml:trace contextRef="#ctx0" brushRef="#br0" timeOffset="83080.98">16358 14231 1787 0,'0'0'481'0,"0"0"-390"15,0 0 32-15,0 0 24 16,0 0-59-16,0 0-48 15,0 0 9-15,26-4 71 16,-2-1-3-16,9 2-32 16,6 0-19-16,6 1-9 15,7-3-17-15,8 1-16 16,9-2-6-16,-5 2-17 16,2 0 0-16,-6 0 4 15,-7 0-5-15,-11-1-54 0,-12 4-45 16,-9 1-86-16,-13 0-72 15,-8 0-100-15,0 0-15 16,-8 0-262-16</inkml:trace>
  <inkml:trace contextRef="#ctx0" brushRef="#br0" timeOffset="83364.23">16343 14415 1542 0,'0'0'658'0,"0"0"-475"0,0 0-120 15,0 0-22-15,0 0 36 16,0 0 83-16,0 0-35 16,134-28-10-16,-90 24 6 15,4 3-43-15,2 1-12 16,3 0-27-16,1 0-21 15,5 0-9-15,-2 0-3 16,-3-3-6-16,-1 1-38 16,-6-2-58-16,-1-1-122 15,-8-2-97-15,-11 1-192 16,-10 0-209-16</inkml:trace>
  <inkml:trace contextRef="#ctx0" brushRef="#br0" timeOffset="84006.51">17122 14021 1855 0,'0'0'391'0,"0"0"-265"16,0 0 4-16,0 0 19 15,0 0-50-15,0 0-29 16,-18 120-21-16,15-89-10 16,0-2-14-16,-1-3-13 15,4-4-6-15,-5-6-5 0,2-2 0 16,3-10 5 0,0-4 2-16,0 0-7 0,0 0 8 15,0 0-2-15,0-18 2 16,0-8-9-16,0-8 0 15,0-7-1-15,3-4-5 16,2-3 6-16,-5 7 1 16,0 8 0-16,0 7 26 15,0 7 60-15,0 11 21 16,0 4-30-16,0 4-50 16,0 0-28-16,0 0 0 15,0 17 0-15,13 4 0 16,4 9 0-16,7 5 1 0,-1-4 0 15,2 4-1 1,1-3 0-16,-5-1 1 0,-3-2 0 16,-3-1 0-16,-7 1 7 15,-1-6-6-15,-7 1 16 16,0-2-3-16,0-3 14 16,-3-6 23-16,-9 1 4 15,-6-4-7-15,0 3-16 16,-8-4-6-16,-2 4 0 15,0-4-6-15,-6 0-6 16,8-2-9-16,1-1-5 16,12-2-1-16,-2-4-1 0,8 2-18 15,4-2-28 1,3 0-37-16,0 0-131 0,7-2-423 16,1-10-462-16</inkml:trace>
  <inkml:trace contextRef="#ctx0" brushRef="#br0" timeOffset="92130.8">18001 14355 1920 0,'0'0'387'15,"0"0"-196"-15,0 0-149 16,0 0-22-16,0 0-11 15,0 0-9-15,18-6 0 16,5 6 0-16,-2 0 9 16,7 0-3-16,-2 0-6 0,0 0 0 15,4 3-41-15,-1 0-84 16,14 1-88-16,-14 1-263 16,-2-4-683-16</inkml:trace>
  <inkml:trace contextRef="#ctx0" brushRef="#br0" timeOffset="92534.72">18476 14229 1545 0,'0'0'349'16,"0"0"-201"-16,0 0-95 15,0 0 87-15,0 0-66 16,0 0-36-16,9-102-4 16,-7 96-4-16,3 6 16 15,-5 0 65-15,0 0 3 16,0 0-38-16,0 16-11 15,0 8 50-15,0 4-13 16,0 2-42-16,0 3-26 0,-5-6-22 16,5-1-10-16,0-4-1 15,0-3-1-15,0-4 0 16,0 1-42-16,0-2-85 16,-2 9-94-16,-1-10-118 15,0 1-314-15</inkml:trace>
  <inkml:trace contextRef="#ctx0" brushRef="#br0" timeOffset="92917.7">18916 13914 1737 0,'0'0'563'16,"0"0"-404"-16,0 0-46 15,0 0 22-15,0 0-39 16,0 0-4-16,0 0 19 16,-10 108-12-16,-1-56-21 15,-7 11 0-15,0 1-23 16,1 4-12-16,-7 2-5 15,-1 5-8-15,-1-5-6 16,0 2-8-16,-2-4-1 16,5-2-4-16,2-4-10 15,1-7 1-15,2-10-2 0,3-4 6 16,4-7-6-16,1-7-17 16,2-9-38-16,8-5-74 15,0-9-127-15,0-4-281 16,0 0-197-16</inkml:trace>
  <inkml:trace contextRef="#ctx0" brushRef="#br0" timeOffset="93584.9">19029 14672 1177 0,'0'0'687'0,"0"0"-424"16,0 0-142-16,0 0-15 15,0 0-35-15,0 0-28 16,0 0 42-16,41-32 22 16,-23 25 7-16,0-4-5 0,-3 5-14 15,3 4-17 1,-9 2-5-16,3 0-10 0,-1 2-19 16,-1 15-8-16,-2 0 1 15,1 5 11-15,-6 0-12 16,-3 6-6-16,0 4-5 15,0 3-7-15,-12 0-7 16,-9 6-1-16,-5-5-8 16,-4 0-1-16,1-2-1 15,-2-6-4-15,5-6-22 16,1-8-19-16,8-6-9 16,3-8 8-16,4 0 28 15,5-4 2-15,-1-10-7 16,6-3 10-16,0 0 13 15,0 5 0-15,0 1 18 0,0 5 4 16,0 6-5-16,0-3-1 16,0 3-7-16,6 0-8 15,6 0 0-15,2 0 17 16,4 9 0-16,2 4 4 16,1 1-4-16,0 0-16 15,3-2 5-15,-6-2-5 16,0-2-2-16,0-4-30 15,-4-4-65-15,11 0-130 16,-2-12-327-16,-2-7-264 0</inkml:trace>
  <inkml:trace contextRef="#ctx0" brushRef="#br0" timeOffset="95018.08">20345 14127 614 0,'0'0'396'0,"0"0"-92"16,0 0-50-16,0 0 4 16,0 0-21-16,0 0-47 15,0 0-24-15,15-30 28 16,-15 28-13-16,0 2-12 15,0-2-27-15,0 2-19 16,0 0-25-16,0 0-25 16,0 0-34-16,0 0-23 15,0 0-2-15,0 4-8 16,-9 8-5-16,-7 7 5 16,-4 8-5-16,-4 5 5 15,-6 3-5-15,4 2 5 0,0 1-5 16,1-8 7-16,7-2-8 15,4-6 1-15,2-8 0 16,6-2-1-16,6-1 1 16,0-7-1-16,0 0-6 15,6 1 4-15,6 4 2 16,6-4 1-16,0 1 11 16,3 0 0-16,2-1 3 15,-2 1-1-15,-3-2-5 16,2 0-8-16,-5 0 1 15,3-3 4-15,0 4-6 16,0-1 0-16,-4 0-10 0,-2 2-21 16,1-5-22-1,-8 4-55-15,4-1-82 0,-9 2-137 16,0 6-194-16,-3 3-59 16,-15-2-1029-16</inkml:trace>
  <inkml:trace contextRef="#ctx0" brushRef="#br0" timeOffset="95209.57">20063 14758 1433 0,'0'0'641'16,"0"0"-510"-16,0 0-34 16,0 0 170-16,0 0-34 0,0 0-64 15,0 0-54 1,141 8-51-16,-113-3-38 0,1-5-26 15,-4 0-6-15,1 0-90 16,13 0-172-16,-4 0-296 16,-8 0-643-16</inkml:trace>
  <inkml:trace contextRef="#ctx0" brushRef="#br0" timeOffset="97219.2">21464 14021 1662 0,'0'0'488'16,"0"0"-438"-16,0 0-32 15,0 0 57-15,0 0 28 16,0 0 2-16,134-50-10 0,-98 45-5 16,2 1-16-1,-2 4-8-15,-6 0-14 0,-6 0-10 16,-6 0-12-16,-6 6-12 15,-6 4 0-15,-1 2 7 16,-5 5 7-16,0 0 3 16,0 6 1-16,0 2-1 15,-11 8-5-15,-7 3 4 16,0 0-5-16,-2 3-10 16,-1 3 1-16,3-7-4 15,0 1 2-15,3-4 1 16,5-2-4-16,7-3-4 15,1-5 1-15,2-3-3 16,0-2-8-16,0-7 6 16,12 0 1-16,6-3-7 0,3 2 11 15,2-5 4-15,7-2 5 16,-1-2-9-16,7 0-3 16,-3 0-3-16,-1 0-4 15,-4 0 4-15,-5-2-6 16,-5-2-30-16,-6-2-30 15,-3 3-52-15,0 2-44 16,-3-4-57-16,-6 1-118 16,0 0-48-16,0-3-438 0</inkml:trace>
  <inkml:trace contextRef="#ctx0" brushRef="#br0" timeOffset="97439.61">21518 14352 1847 0,'0'0'342'0,"0"0"-283"16,0 0-21-16,0 0 84 16,0 0 52-16,164-37-65 15,-110 30-41-15,-5 2-41 16,2 4-27-16,-4 1-31 15,22 0-124-15,-15 0-107 16,-5 0-387-16</inkml:trace>
  <inkml:trace contextRef="#ctx0" brushRef="#br0" timeOffset="98085.89">23034 14022 1839 0,'0'0'649'0,"0"0"-502"15,0 0 49-15,0 0-47 16,0 0-80-16,0 0-32 16,0 0-4-16,-105 73 0 15,87-49-6-15,-3 0 14 0,3-1 4 16,1 0 1 0,3-3 2-16,4-2-6 0,5-2-12 15,2-1-12-15,3-4-6 16,0 1-12-16,5 4 1 15,13-8-1-15,6 2 9 16,6 0 15-16,2-2 3 16,1-2 3-16,3-2-7 15,-6 0-7-15,-4-4-4 16,-2 2-3-16,-9-2-8 16,0 0 0-16,-7 3-1 15,-5-3-1-15,4 3-33 16,-7-3-25-16,0 0-52 0,0 0-91 15,0 3-130 1,0 4-172-16,0 1-61 0,-15 2-664 0</inkml:trace>
  <inkml:trace contextRef="#ctx0" brushRef="#br0" timeOffset="98325.25">22718 14586 1798 0,'0'0'385'16,"0"0"-236"-16,0 0 139 15,0 0-11-15,0 0-52 16,137 0-50-16,-99 0-49 0,5 0-53 16,-9 0-29-16,-3 0-25 15,-8 0-17-15,-2 0-1 16,-1 0-1-16,5 0-36 15,-1 0-54-15,9-2-131 16,-10-3-260-16,-2 2-281 0</inkml:trace>
  <inkml:trace contextRef="#ctx0" brushRef="#br0" timeOffset="103087.52">24213 14193 1018 0,'0'0'750'15,"0"0"-593"-15,0 0-51 0,0 0 90 16,0 0-55-16,0 0-24 16,0 0-14-16,-9-65-42 15,9 64-22-15,0 1 2 16,0 0 19-16,0 0-2 15,0 0 6-15,0 0 2 16,0 0 6-16,0 0-5 16,-3 0-14-16,0 0-29 15,0 8-18-15,3 8-6 16,-6 10 1-16,3 5 1 16,-3 0-1-16,3 5 0 15,-3-8-1-15,3-2-18 16,3-3-52-16,-6-6-50 15,4 0-23-15,-1-4-56 16,-7 3-59-16,5-4-91 0,-5-3-289 16</inkml:trace>
  <inkml:trace contextRef="#ctx0" brushRef="#br0" timeOffset="103404.67">24528 13844 1729 0,'0'0'627'0,"0"0"-448"15,0 0-2-15,0 0-36 16,0 0-46-16,0 0-62 16,0 0-1-16,0 80 36 0,-3-36-2 15,-3 3-16-15,-1 3-7 16,-1 4 1-16,-2-1-10 15,-1 6 2-15,-4 1-11 16,3 1-7-16,-6-4-16 16,7-4-2-16,-1-3 0 15,3-10 0-15,5-8-36 16,-1-2-40-16,5-11-74 16,0-8-131-16,5-11-176 15,13 0-83-15,0-4-446 0</inkml:trace>
  <inkml:trace contextRef="#ctx0" brushRef="#br0" timeOffset="103771.76">24851 14258 1610 0,'0'0'566'16,"0"0"-416"-16,0 0-53 15,0 0 102-15,0 0-34 16,0 0-39-16,0 0-51 16,18 21-10-16,-18-3-14 15,0 4 12-15,0 5 11 16,-12 4-1-16,-2 0-10 0,-4 1-20 16,0 4-8-1,3-10-14-15,5 2-9 0,10-5-12 16,0-2-8-16,0-4 7 15,10 2-8-15,8-9 4 16,8-3 5-16,2-5 11 16,-2-2-1-16,7 0-2 15,-1-7-2-15,-5-5-6 16,-1-1-21-16,-5 5-86 16,-6 3-158-16,-12 5-377 15,-3 0-917-15</inkml:trace>
  <inkml:trace contextRef="#ctx0" brushRef="#br0" timeOffset="104120.76">25757 14403 2112 0,'0'0'749'0,"0"0"-612"16,0 0-40-16,0 0 4 16,0 0-101-16,0 0-35 15,0 0-140-15,7-12-168 16,-2 11-305-16,5 1-912 0</inkml:trace>
  <inkml:trace contextRef="#ctx0" brushRef="#br0" timeOffset="109241.08">2277 16190 2004 0,'0'0'524'0,"0"0"-441"16,0 0 14-16,0 0 25 15,0 0-34-15,0 0-16 0,-10 127-3 16,10-73-2-16,0 8-1 16,10 4-6-16,-2 0-10 15,5-2-6-15,-2-1-15 16,-2-6-14-16,0 2-3 16,0-11-5-16,0-4-5 15,-3-4 4-15,-3-4-6 16,3-8 0-16,-4-6-2 15,-2 0-31-15,0-8-18 16,0-6-43-16,0 1-44 0,0-4-61 16,0-5-62-1,-2-5-55-15,-7-18-370 0,3-7-540 0</inkml:trace>
  <inkml:trace contextRef="#ctx0" brushRef="#br0" timeOffset="109706.83">2131 16043 1910 0,'0'0'323'16,"0"0"-221"-16,0 0-46 0,0 0 29 15,0 0 25-15,0 0-10 16,0 0-17-16,116-103-7 16,-65 72-4-16,5 3-5 15,6 3-8-15,-3 8-22 16,1 7-4-16,-7 10-5 16,-8 0-7-16,0 23-3 15,-13 12 11-15,-5 14 34 16,-9 8 7-16,-9 8-7 15,-9 6-17-15,0 4-8 16,-21-3-11-16,-15 0-14 16,0-2 1-16,-8-3 5 15,3-9-11-15,-1-3 1 0,7-16-8 16,-1-7 9-16,3-14-10 16,4-1 1-16,4-16-1 15,4-1-12-15,3 0-39 16,7-6-20-16,2-10-110 15,9-2-93-15,7-1-260 16,13 2-98-16,6 7-306 0</inkml:trace>
  <inkml:trace contextRef="#ctx0" brushRef="#br0" timeOffset="110240.4">2912 16946 1622 0,'0'0'512'0,"0"0"-411"16,0 0 16-16,0 0 1 15,0 0-36-15,0 0 10 16,0 0-10-16,54-40-28 16,-33 26-15-16,-1 3-11 15,-2 0-11-15,-3-3-8 16,-3 1 8-16,-3 4 1 0,-3-5 3 16,-4 2 9-16,-2 2 20 15,0-4-4-15,0 6-4 16,0 0 30-16,0 2 12 15,-5 6-11-15,-5-4-27 16,2 4-14-16,-4 0-19 16,1 0-13-16,-7 0 0 15,-3 14-1-15,0 4-5 16,1 4-3-16,2 3 0 16,8 4 9-16,2 1-1 15,8 3-7-15,0-4 7 16,8-1-7-16,10-6 1 15,8 0-1-15,2-12-11 0,5-2-32 16,1-8-22 0,5-4-58-16,1-17-60 0,7-29-152 15,-6 6-166-15,-13-4-54 0</inkml:trace>
  <inkml:trace contextRef="#ctx0" brushRef="#br0" timeOffset="110524.65">3298 16102 1684 0,'0'0'715'0,"0"0"-586"16,0 0-43-1,0 0 160-15,39 106-52 0,-27-62-65 16,-1 15-33-16,-1-5-24 15,-5 8-20-15,-5-4-10 16,0 5-19-16,0-5-16 16,0 5-5-16,0-6 8 15,0-3-10-15,-2-4-5 16,-1-1-23-16,3-10-85 16,0-7-87-16,0-2-147 15,5-10-245-15,11-8-283 0</inkml:trace>
  <inkml:trace contextRef="#ctx0" brushRef="#br0" timeOffset="111008.36">3854 16793 1689 0,'0'0'610'0,"0"0"-484"16,0 0 63-16,0 0-2 16,0 0-37-16,0 0-53 15,0 0-4-15,-89-39-38 16,74 34-4-16,0 5 11 16,-3 0-19-16,-5 9-22 0,-1 13-11 15,-1 6-1-15,9 1-1 16,1 13-2-16,8-7-6 15,7 5-9-15,0-8-3 16,7-1 3-16,16-14-4 16,3-3-27-16,5-10-5 15,2-4-18-15,-4 0 31 16,4-18 26-16,-7-12 6 16,-5 2 14-16,-3 2-5 15,-6 0 0-15,-7 12 31 16,-2 10 37-16,-3 0-15 15,0 4-20-15,0 0-15 16,0 0-12-16,0 0-15 16,0 4 0-16,0 8-10 15,4 6-4-15,-4 4-43 0,6 6-67 16,9 6-153-16,-4-6-233 16,7-9-197-16</inkml:trace>
  <inkml:trace contextRef="#ctx0" brushRef="#br0" timeOffset="111758.35">5928 15915 1624 0,'0'0'569'0,"0"0"-445"16,0 0-28-16,0 0 59 15,0 0-54-15,0 0-4 16,0 0 63-16,26 97-11 16,-17-47-48-16,0 8-1 15,3 1-22-15,-4 6-21 16,5 2-14-16,-1 1-11 16,-4-2-10-16,8 1-2 15,-4-8-8-15,2-1-5 16,-2-6-5-16,3-6-1 15,-4-5 5-15,-1-5-5 16,-2-6 6-16,-1-4-7 16,-1-12-9-16,-6-1-27 15,0-4-63-15,0-5-78 16,0-4-91-16,0-4-86 0,-21-18-380 16,3 0-505-16</inkml:trace>
  <inkml:trace contextRef="#ctx0" brushRef="#br0" timeOffset="111936.87">5895 16651 1538 0,'0'0'575'0,"0"0"-405"16,0 0-61-16,0 0 28 15,0 0-33-15,0 0-49 16,0 0 82-16,48-3-25 16,-19 6-46-16,9 1-25 15,5-4-22-15,1 0-19 16,7 0-27-16,1 0-121 0,30 0-143 15,-15 0-72-15,-10 0-433 16</inkml:trace>
  <inkml:trace contextRef="#ctx0" brushRef="#br0" timeOffset="112357.75">6697 16575 1642 0,'0'0'559'16,"0"0"-461"-16,0 0 14 16,0 0 110-16,0 0-43 15,-116 0-33-15,95 12-53 0,3 6-47 16,-2 4-14 0,2 6-2-16,0 3-2 0,9 1 1 15,0-1-13-15,9 0-11 16,0-9-5-16,0 2-14 15,9-13-7-15,12 0-25 16,3-11-20-16,3 0 6 16,-1-6 32-16,0-16 23 15,-5 0 5-15,-3 0 6 16,-3 4 0-16,-8 9 1 16,-1 0 47-16,-6 9 7 15,0 0-13-15,0 0-10 16,2 0-23-16,1 0-15 0,0 0-15 15,7 9 6 1,-2 5-4-16,7 3-80 0,0 1-85 16,0-8-74-16,14-6-96 15,-8-4-269-15,0 0-706 0</inkml:trace>
  <inkml:trace contextRef="#ctx0" brushRef="#br0" timeOffset="112808.54">7087 16036 1896 0,'0'0'348'0,"0"0"-235"0,0 0 87 16,0 0-11-16,0 0-69 15,0 0-58-15,0 0-5 16,-62 145-7-16,52-96-4 15,4 5-9-15,-1-8-10 16,7 3-15-16,0-10-10 16,0-6-2-16,0-3 1 15,5-7-1-15,8-10-33 16,5-5-24-16,7-8-25 16,1 0 32-16,0 0 26 15,5-4 23-15,-5-5 1 16,-1 9-1-16,-2 0 1 15,-5 0 31-15,0 17 37 0,-7 10 15 16,-4 6-12 0,-4 3 13-16,-3 2 7 0,0 3-19 15,-3-5-27-15,-15 0-18 16,3-4-5-16,-6-6-8 16,3-4-7-16,0-4-7 15,-2-5 0-15,2-4-55 16,5-9-61-16,11 0-162 15,2-12-392-15,0-2-765 0</inkml:trace>
  <inkml:trace contextRef="#ctx0" brushRef="#br0" timeOffset="113225.43">7529 16736 1669 0,'0'0'675'0,"0"0"-530"16,0 0-78-16,0 0 112 16,0 0-3-16,0 0-56 15,0 0-31-15,116-37-42 16,-96 25-29-16,-5 2-8 16,1-4-8-16,-5 6 7 15,-4-1-3-15,-5-4 10 16,-2 3 4-16,0-2-2 0,0 2-5 15,0 2 14 1,-9 2 6-16,-5 2-9 0,-1 4-3 16,-3 0-13-16,0 2-8 15,0 14-1-15,3 2-10 16,4 9 11-16,1 0 0 16,7 9 1-16,3-2-1 15,0 3-2-15,0-5 1 16,16-2-5-16,-3-10-24 15,9-3-48-15,-1-12-13 16,8-5-51-16,4 0-123 16,18-47-94-16,-12 3-233 15,-5-3-282-15</inkml:trace>
  <inkml:trace contextRef="#ctx0" brushRef="#br0" timeOffset="113490.72">8087 16012 1633 0,'0'0'651'0,"0"0"-493"15,0 0 4-15,-11 100 86 16,1-44-29-16,2 2-45 16,-4 4-50-16,-1 6-46 15,2 3-39-15,-4-3-16 16,3-2-14-16,-2-4-2 15,2-4-6-15,3-3-1 16,2-7 0-16,5-6-36 0,2-8-40 16,0-7-81-16,0-8-132 15,23-19-220-15,2 0-114 16,-2-4-648-16</inkml:trace>
  <inkml:trace contextRef="#ctx0" brushRef="#br0" timeOffset="113992.38">8375 16705 1694 0,'0'0'605'15,"0"0"-421"-15,0 0 23 16,0 0-2-16,0 0-34 0,0 0-65 15,0 0-16-15,-47-54-12 16,42 54-18-16,-5 0-5 16,-2 0-17-16,-2 4-22 15,-4 18-10-15,-3 10-6 16,1 5 18-16,2 7-6 16,3-4-6-16,5 0-6 15,7-10 0-15,3-6-9 16,0-8 0-16,0-6-7 15,15-10-8-15,6 0-11 16,7-4 20-16,0-13 15 16,-1-10 2-16,0 4-2 0,-6-4 8 15,-6 9-8-15,-7 10 0 16,-5 2 17-16,-3 2 19 16,4 4-15-16,-1 0 0 15,0 0-12-15,5 4-9 16,4 10 0-16,4 4 12 15,1 0-3-15,4-1-8 16,5 2-1-16,2-7-21 16,-2-6-58-16,13-6-86 15,-4 0-194-15,-8 0-454 0</inkml:trace>
  <inkml:trace contextRef="#ctx0" brushRef="#br0" timeOffset="125196.43">10860 16168 1603 0,'0'0'502'16,"0"0"-369"-16,0 0 14 15,0 0 37-15,0 0-26 16,0 0-34-16,0-8-36 16,0 8-40-16,0 0-20 0,0 8-16 15,5 16 43-15,1 14 47 16,-1 12-19-16,2 8-26 15,-7 9-16-15,3 5-14 16,0-1-4-16,-3-8-8 16,2-5-3-16,-2-9 0 15,0-9-12-15,0-8 0 16,3-6 0-16,-3-12 1 16,4-2-1-16,-4-11-6 15,0 4-37-15,0-5-26 16,0 0-28-16,0 0-32 15,0-11-154-15,0-24-239 16,-9-4-95-16,-4 7-274 0</inkml:trace>
  <inkml:trace contextRef="#ctx0" brushRef="#br0" timeOffset="125613.33">10722 16190 1355 0,'0'0'326'0,"0"0"-153"16,0 0-80-16,0 0 55 15,0 0 20-15,0 0-4 16,140-70-12-16,-101 64-38 0,2 6-15 16,-2 0-33-1,0 0-8-15,-4 15-7 0,-6-2-5 16,-1 9 11-16,-5 0-9 15,-8 0 0-15,-3 6 0 16,-8 7 6-16,-4 0 10 16,0 6-6-16,-13-1-13 15,-10 0-13-15,-2-5-7 16,-4-2-7-16,-1-3-6 16,4-6-4-16,2-6-7 15,-1-2-1-15,12-6 2 16,0-5-1-16,1-5-1 15,3 0-20-15,4 0-27 16,-5-15-26-16,8-7-66 16,-1 0-50-16,3 0-108 0,0 0-175 15,15 4-103-15,3 3-531 16</inkml:trace>
  <inkml:trace contextRef="#ctx0" brushRef="#br0" timeOffset="126097.03">11760 15968 1817 0,'0'0'398'15,"0"0"-233"-15,0 0-39 16,0 0 69-16,0 0-50 16,0 0-45-16,-111 102-26 15,96-56-7-15,4 11-12 16,2 0 7-16,3 7 1 16,3 7 5-16,3-3-9 15,0 3-11-15,0-4-11 16,14-1-1-16,-2-7-10 15,6-6-1-15,3-4-1 16,-3-10-1-16,0-2-4 16,0-9 2-16,0-1-6 15,0-6 2-15,-7-7-2 0,1-2-8 16,-4-8 4-16,-4 2-1 16,-1-2-1-16,0-4-3 15,-3 0-4-15,0 0-2 16,0 0 2-16,0 0-2 15,3 0-36-15,-3 0-26 16,0 0-25-16,5 0-70 16,8-4-173-16,-1-6-308 15,-4-2-238-15</inkml:trace>
  <inkml:trace contextRef="#ctx0" brushRef="#br0" timeOffset="127711.72">12190 16593 1676 0,'0'0'531'16,"0"0"-429"-16,0 0 18 15,0 0 63-15,0 0-49 16,0 0-73-16,2-18-36 16,23 8 29-16,1 1 18 15,5 2-18-15,-2 6-24 16,6-4-14-16,-2 5-10 15,1 0-6-15,-3 0-42 16,2 0-92-16,14 0-126 0,-8 0-126 16,-9 0-443-16</inkml:trace>
  <inkml:trace contextRef="#ctx0" brushRef="#br0" timeOffset="128046.82">12772 16368 1639 0,'0'0'339'16,"0"0"-229"-16,0 0-82 15,0 0 31-15,0 0 77 16,0 0-18-16,0 0-17 0,-5-80-20 15,5 80 2-15,0 0-26 16,0 14-22-16,0 13 82 16,-4 5-8-16,-2 8-49 15,4 0-38-15,-4-4-16 16,2-1-5-16,1-4-1 16,3-3-29-16,0-6-95 15,0 0-71-15,0-4-78 16,0-5-100-16,0-4-288 0</inkml:trace>
  <inkml:trace contextRef="#ctx0" brushRef="#br0" timeOffset="128363.98">13123 15931 2099 0,'0'0'600'15,"0"0"-503"-15,0 0 6 16,0 0 6-16,0 0-48 16,0 0 2-16,0 0 39 15,0 143-18-15,0-83-36 16,-6 10-20-16,3 2-1 16,-6 3-9-16,-2 5-4 15,-5 1-2-15,1-4-3 0,-3-3-8 16,3-6 0-1,1-9-1-15,2-12-1 0,7-3-51 16,-5-11-35-16,10-11-48 16,0-12-112-16,0-10-129 15,12 0-167-15,3-10-118 0</inkml:trace>
  <inkml:trace contextRef="#ctx0" brushRef="#br0" timeOffset="128747.95">13325 16445 1674 0,'0'0'348'0,"0"0"-253"15,0 0 56-15,0 0 31 16,0 0-7-16,0 0-49 15,0 0 5-15,80 50-35 16,-80-33-20-16,0 6-21 16,0-2 7-16,-15 6-10 15,-6 1-19-15,3-6-15 16,0 4-3-16,3-8-4 16,7 4-10-16,5-3 5 15,3-1-1-15,0-5-5 16,0 6 0-16,11-7 1 0,11-2 14 15,-1-2 0-15,-3-4-3 16,5-2-5-16,-2-2 1 16,-3 0-8-16,0 0-3 15,0-11-94-15,11-14-97 16,-9 0-275-16,-2 4-288 0</inkml:trace>
  <inkml:trace contextRef="#ctx0" brushRef="#br0" timeOffset="129265.57">14199 16244 1652 0,'0'0'563'0,"0"0"-431"16,0 0 26-16,0 0 21 15,0 0-25-15,0 0-44 16,0 0-42-16,-15 18-18 15,-3 0-3-15,0 0 5 16,0 5 4-16,0-1-10 0,-3-4-4 16,9 0-3-16,4 0-15 15,2-6-12-15,6 2-11 16,0 0-1-16,0 0-1 16,8-3 1-16,8 4 0 15,4-7 7-15,1 2 10 16,5-6 4-16,2 1 7 15,1-5-4-15,4 0-10 16,-7 0-5-16,1 0-3 16,-6 0-5-16,-13 0-1 0,2-5 0 15,-7 5-46 1,-3 0-43-16,0 0-77 0,0 0-75 16,-13 7-246-16,-5 4-306 15</inkml:trace>
  <inkml:trace contextRef="#ctx0" brushRef="#br0" timeOffset="129480.99">14020 16758 1521 0,'0'0'721'0,"0"0"-522"16,0 0-106-16,0 0 37 15,0 0-14-15,0 0 53 16,0 0-33-16,53 10-57 15,-29-6-43-15,1-4-24 0,-2 0-12 16,0 0-72-16,19 0-115 16,-9-9-180-16,-4 0-338 0</inkml:trace>
  <inkml:trace contextRef="#ctx0" brushRef="#br0" timeOffset="130214.03">14953 16293 1463 0,'0'0'537'0,"0"0"-395"16,0 0-33-16,0 0 12 16,0 0-17-16,0 0 30 0,0 0-1 15,69-59-12-15,-41 55-14 16,3-3-19-16,2 2-20 16,-4-1-29-16,-2 6-14 15,0 0 2-15,-10 0-4 16,1 2-2-16,-2 7-5 15,-5-1 16-15,-6 9 3 16,-1-3 10-16,-4 4 3 16,0 8-6-16,-7 1-10 15,-6 8-17-15,-5 2-3 16,-3 3-5-16,-1 0-1 16,1 0-4-16,3 0 5 0,0-4 1 15,7-4 4 1,6-6-3-16,-2-4-3 0,7-7-5 15,0-2 0-15,0 0 1 16,0-4-1-16,12 0 0 16,4-3 0-16,1-3 0 15,4 2 5-15,3-5-5 16,2 0 6-16,1 0-1 16,-1 0-5-16,-2 0 0 15,1-8-1-15,-5 2-11 16,1-3-32-16,-3 1-7 15,-4-2-46-15,-2 2-110 16,-9-5-116-16,-3 2-225 0,0 3-263 16</inkml:trace>
  <inkml:trace contextRef="#ctx0" brushRef="#br0" timeOffset="130429.46">14968 16659 1609 0,'0'0'652'16,"0"0"-498"-16,0 0-76 15,0 0 137-15,0 0 5 16,0 0-60-16,128-58-51 16,-89 50-31-16,-1 4-43 15,1 2-35-15,-8 0-32 16,2 2-85-16,3 0-151 0,-5 0-283 15,-11 0-687-15</inkml:trace>
  <inkml:trace contextRef="#ctx0" brushRef="#br0" timeOffset="131119.6">16132 16181 1698 0,'0'0'554'16,"0"0"-423"-16,0 0 62 16,0 0-25-16,0 0-22 15,0 0-39-15,0 0-16 16,-2 13-33-16,-11 5-11 15,-2 0-7-15,-3 10-7 16,-3-2 3-16,3 1 18 16,2-4-9-16,1 4-18 15,2-5-6-15,11-4-5 16,2 4-15-16,0-4 6 0,2 0-6 16,19 0-1-16,2-4 8 15,8-1 4-15,-1-5 3 16,-1-3 3-16,1-1-3 15,-1-4-2-15,-1 0-7 16,-5 0-6-16,-5-4-6 16,0-1-24-16,-10-1-57 15,-5 6-109-15,-3 0-82 16,-11 0-220-16,-10 11-359 0</inkml:trace>
  <inkml:trace contextRef="#ctx0" brushRef="#br0" timeOffset="131299.13">15996 16699 599 0,'0'0'1307'16,"0"0"-1007"-16,0 0-121 15,0 0 127-15,0 0-58 16,0 0-69-16,0 0-45 16,110 5-59-16,-84-5-46 15,5-5-29-15,13-7-132 16,-8 6-170-16,-8-2-366 0</inkml:trace>
  <inkml:trace contextRef="#ctx0" brushRef="#br0" timeOffset="131898.53">16732 16352 1610 0,'0'0'385'0,"0"0"-261"16,0 0-9-16,0 0-8 16,0 0 5-16,0 0 13 15,0 0-1-15,48-59-26 16,-45 59-30-16,-3 0-10 16,0 0 0-16,0 0 2 0,0 0-23 15,0 0-2-15,0 13 25 16,0-2 6-16,0 6-14 15,0 5-23-15,0 5-13 16,0-1-15-16,0 6 0 16,0-5-1-16,0 9 0 15,0-9-35-15,0-2-52 16,0-2-70-16,0-9-88 16,12-14-110-16,2 0-165 15,1 0-396-15</inkml:trace>
  <inkml:trace contextRef="#ctx0" brushRef="#br0" timeOffset="132248.6">17232 16026 1375 0,'0'0'734'16,"0"0"-501"-16,0 0-108 16,0 0 50-16,0 0 7 15,0 0 11-15,0 0-58 16,-10 84-35-16,2-40-28 0,1 6-20 16,-1-2-19-1,2 11-9-15,-1 1-4 0,-1 0-7 16,-1 4-5-16,0-5-2 15,-3-2 0-15,4-9-6 16,1-2 0-16,1-8-1 16,3-9-42-16,3-8-61 15,0-6-75-15,0-7-119 16,3-8-230-16,7 0-181 0</inkml:trace>
  <inkml:trace contextRef="#ctx0" brushRef="#br0" timeOffset="132582.7">17410 16447 1635 0,'0'0'523'16,"0"0"-391"-16,0 0 92 16,0 0 19-16,0 0-54 15,0 0-32-15,0 0-29 16,103 0-53-16,-99 12-28 15,-4 6 1-15,0 4 12 16,-18 6-6-16,-6 6-30 16,-3-2-1-16,7-2-7 15,2-7-4-15,8-6-11 16,10-3-1-16,0-4-2 16,0 2 1-16,22-6 0 0,4 2-8 15,7-3 8-15,-1-5-4 16,7 0 5-16,-3-9-18 15,5-14-43-15,2-8-94 16,6-23-135-16,-7 2-329 16,-7 7-457-16</inkml:trace>
  <inkml:trace contextRef="#ctx0" brushRef="#br0" timeOffset="132865.94">17924 15993 1657 0,'0'0'630'0,"0"0"-446"15,0 0 112-15,0 0-14 0,33 117-51 16,-19-75-72-16,-2 2-77 16,3 4-26-16,-4-2-16 15,2 7-11-15,-5 1-13 16,2-2-4-16,-5 3-10 15,-5-3-1-15,0 3 0 16,0-7-1-16,0-2-36 16,-3-2-36-16,-2-9-69 15,-2-3-238-15,4-11-388 16,3-10-836-16</inkml:trace>
  <inkml:trace contextRef="#ctx0" brushRef="#br0" timeOffset="133387.54">18600 16481 1681 0,'0'0'571'0,"0"0"-439"16,0 0-25-16,0 0 15 15,0 0 20-15,0 0 40 0,0 0-4 16,126-48-28-16,-79 42-50 15,1-3-31-15,-4 2-41 16,-3 1-16-16,-5 6-10 16,-3-4-2-16,-7 0-22 15,-5 4-65-15,-3 0-91 16,-11 0-120-16,-7 0-166 16,-7 0 70-16,-16 8-397 0</inkml:trace>
  <inkml:trace contextRef="#ctx0" brushRef="#br0" timeOffset="133582.03">18646 16598 1463 0,'0'0'631'15,"0"0"-519"-15,0 0-26 16,0 0 220-16,0 0-32 0,0 0-66 16,160 13-66-16,-109-13-31 15,-4 0-63-15,1-6-33 16,-7-1-15-16,-5 2-59 15,3-5-107-15,-6 6-217 16,-13 0-481-16</inkml:trace>
  <inkml:trace contextRef="#ctx0" brushRef="#br0" timeOffset="134349.97">20006 16240 1662 0,'0'0'510'16,"0"0"-440"-16,0 0-4 0,0 0 78 15,0 0 48 1,0 0-28-16,136-76-21 0,-118 76-23 16,0 9-29-16,-3 12-1 15,-9 11 1-15,-6 4-19 16,0 8-10-16,-6 6-26 16,-14-1-20-16,-11 1-7 15,3-6-3-15,-6 0-6 16,-1-4 0-16,-4-4-27 15,9-9-12-15,1-10-23 16,5-7-19-16,6-6 22 16,6-4 33-16,7 0 17 15,5-8-4-15,0-6-4 16,0-4 5-16,11 4 12 16,4-3 9-16,5 9 18 0,-2-3 0 15,3 7-5-15,4 4-8 16,1 0-8-16,0 0-5 15,2 10-1-15,-2 3-20 16,1 4-79-16,2-3-129 16,7 0-140-16,-3-2-248 15,-7-2-541-15</inkml:trace>
  <inkml:trace contextRef="#ctx0" brushRef="#br0" timeOffset="134715">20996 16062 1197 0,'0'0'854'0,"0"0"-673"16,0 0-113-16,0 0 92 16,0 128 23-16,2-92-43 15,11 5-16-15,-5 4-43 16,2 4-18-16,-2-1-30 16,-8-2-9-16,0 3 3 15,0-10-5-15,0-3-13 0,0-4-7 16,0-10-2-16,0-9-7 15,-3-4-36-15,3-9-78 16,0 0-65-16,0-18-83 16,0-13-83-16,3 0-405 0</inkml:trace>
  <inkml:trace contextRef="#ctx0" brushRef="#br0" timeOffset="135049.1">20939 15942 1625 0,'0'0'272'0,"0"0"-206"15,0 0 51 1,0 0 60-16,119-27 7 0,-78 27-7 16,4 4-27-16,-3 14 2 15,-4 8-42-15,-12 1-43 16,-8 5-3-16,-11 0 10 15,-7 1-4-15,0 4-12 16,-7-1-1-16,-16-6-9 16,-3 3-12-16,-10-6-16 15,0-1-13-15,-2-8-5 16,2-1-2-16,3-7 0 16,6-7-30-16,7-3-30 0,7 0-72 15,13-13-99-15,0-10-280 16,0 2-186-16</inkml:trace>
  <inkml:trace contextRef="#ctx0" brushRef="#br0" timeOffset="135417.13">21860 15843 1687 0,'0'0'601'15,"0"0"-414"-15,0 0-32 0,0 0 28 16,0 0-18-16,0 0-17 16,-89 143-21-16,71-89-22 15,1 8-24-15,7 4-29 16,-1-3-20-16,1 8 1 15,5-5 0-15,-5 3-3 16,10-11-2-16,0 1-1 16,0-12-7-16,0-2-13 15,3-14-6-15,9-4-1 16,1-9 0-16,-2-9-12 16,1 0-34-16,0-6-31 15,-1-3-61-15,23 0-148 16,-8-17-338-16,1-4-393 0</inkml:trace>
  <inkml:trace contextRef="#ctx0" brushRef="#br0" timeOffset="136183.07">22558 16226 1348 0,'0'0'636'15,"0"0"-420"-15,0 0-133 16,0 0 26-16,0 0 38 16,0 0 42-16,0 0-4 15,0 72-32-15,0-36-33 16,0 4-23-16,0 4-28 15,11-3-35-15,4-5-14 16,3 0-7-16,3-6-2 16,2-6 1-16,-1-4-6 0,2-10-6 15,-1-6 1 1,4-4 8-16,3 0-8 0,0-18 5 16,2-12 1-16,1-12 2 15,-3-6-2-15,-6-6-6 16,-6-5-2-16,-10 2 2 15,-8 4-1-15,0 7 1 16,-24 7-1-16,-9 8-9 16,-11 13 9-16,-4 14-1 15,-2 4 1-15,-6 11-7 16,2 22-14-16,10 7-21 16,5 6-17-16,9 6-54 15,12 2-46-15,13-1-80 16,5 11-82-16,11-16-149 15,16-13-169-15</inkml:trace>
  <inkml:trace contextRef="#ctx0" brushRef="#br0" timeOffset="136666.79">23633 16037 1657 0,'0'0'759'15,"0"0"-527"-15,0 0-35 16,0 0-16-16,0 0-54 15,0 0-30-15,0 0-7 16,-67 50-21-16,42-27-24 16,-4-2-18-16,-4 4-5 15,4-2-5-15,-1 2-5 16,3-6-2-16,5-2 2 16,11-5-3-16,2 3-8 15,9-6-1-15,0 3-9 16,4-2 7-16,19 3-4 15,6-3 6-15,7-1 6 16,3-1 5-16,6 1 5 0,-4-5 4 16,-2 1-2-16,-7-5-10 15,-2 5-7-15,-12-5-1 16,0 0 0-16,-10 4-7 16,-4-4-23-16,-4 0-39 15,0 3-69-15,-4 12-90 16,-17-5-232-16,-2 6-371 0</inkml:trace>
  <inkml:trace contextRef="#ctx0" brushRef="#br0" timeOffset="136863.26">23337 16615 1744 0,'0'0'495'0,"0"0"-365"15,0 0 181 1,0 0-26-16,0 0-65 0,0 0-51 15,121 27-66-15,-91-27-56 16,-1 0-28-16,2 0-19 16,-5 0-21-16,4 0-88 15,9-9-179-15,-8-1-383 16,-3-2-567-16</inkml:trace>
  <inkml:trace contextRef="#ctx0" brushRef="#br0" timeOffset="137684.07">24286 15940 1515 0,'0'0'550'0,"0"0"-439"16,0 0-24-16,0 0 12 16,0 0 57-16,0 0 21 15,144-27-17-15,-100 27-3 16,-3 0-48-16,-5 0-30 15,-8 14-28-15,-11 1-4 16,-8 6-3-16,-9 6 1 16,0 5 8-16,-15 0-4 15,-14 6-13-15,-4 1-7 16,-3 3-14-16,0-7 0 16,7 1-6-16,4 0 1 15,4 1-10-15,8-3 1 16,6-2-1-16,7-4 0 15,0-2-1-15,7-4 1 0,11 0 0 16,5-4-1-16,3-5 1 16,7 0 1-16,3-9 9 15,5 2-9-15,1-6 8 16,2 0-9-16,1 0 2 16,-3-14-2-16,-4-1-17 15,-12 0-31-15,-3 1-24 16,-12 4-94-16,-11-8-130 15,-3 6-339-15,-18 2-528 0</inkml:trace>
  <inkml:trace contextRef="#ctx0" brushRef="#br0" timeOffset="137875.56">24216 16330 1590 0,'0'0'560'15,"0"0"-480"-15,0 0 106 16,0 0 36-16,127-19-67 16,-79 14-49-16,-1 1-60 15,4 0-46-15,0 0-4 16,14 3-150-16,-9-2-177 16,-8 1-334-16</inkml:trace>
  <inkml:trace contextRef="#ctx0" brushRef="#br0" timeOffset="138267.51">25291 15973 2177 0,'0'0'551'0,"0"0"-482"15,0 0 74-15,0 0-34 16,0 0-29-16,0 0-1 16,0 0 7-16,-57 106-25 15,40-75-16-15,-1-5-8 0,2 2-7 16,5-6-6-16,-1 0-4 16,7-4-5-16,5-4-6 15,0-2-9-15,0 3 2 16,5-2-2-16,16 0 1 15,4-4 9-15,1 0 7 16,3-3-1-16,6-2-2 16,-1-4-2-16,-1 0-6 15,-7 0-5-15,-8 0-1 16,-3 0-42-16,-10 0-51 16,-5 0-188-16,0 0-248 15,-15 8-251-15</inkml:trace>
  <inkml:trace contextRef="#ctx0" brushRef="#br0" timeOffset="138455.01">25127 16527 1650 0,'0'0'560'16,"0"0"-333"-16,0 0 125 16,0 0-65-16,0 0-95 15,0 0-63-15,143 27-62 16,-112-27-41-16,0 0-26 15,0 0-23-15,2 0-104 16,14 0-198-16,-3 0-288 16,-9 0-415-16</inkml:trace>
  <inkml:trace contextRef="#ctx0" brushRef="#br0" timeOffset="139101.28">25957 16129 1476 0,'0'0'356'0,"0"0"-239"16,0 0 75-16,0 0 8 15,77-121-40-15,-62 103-16 16,-7 0-12-16,-1 9-19 16,-4 5-26-16,-3 4 13 15,0 0 0-15,0 9-47 16,0 16-34-16,-15 8 17 16,2 11 5-16,-5-2-18 15,10 0-9-15,-4-4-7 16,3 0-5-16,3-10-1 15,-3-6-1-15,7 0-21 16,-4-3-47-16,-1-2-75 0,2-7-89 16,5 3-105-16,0-6-266 15,0-4-398-15</inkml:trace>
  <inkml:trace contextRef="#ctx0" brushRef="#br0" timeOffset="139417.44">26476 15821 1060 0,'0'0'1131'0,"0"0"-896"16,0 0-132-16,0 0 93 16,0 0-17-16,0 0 16 0,0 0-29 15,0 133-39-15,-8-75-40 16,-5 0-36-16,-4 3-21 15,-7 4-6-15,3-3-9 16,1 1-7-16,-5-1-7 16,4-4 1-16,8-4-1 15,0-10-1-15,5-8-6 16,1-6-33-16,7-12-43 16,0-8-95-16,0-6-95 15,28-4-182-15,-5-18-12 16,3-8-293-16</inkml:trace>
  <inkml:trace contextRef="#ctx0" brushRef="#br0" timeOffset="139751.54">26619 16240 1166 0,'0'0'342'0,"0"0"-128"15,0 0 119-15,0 0-82 16,0 0-13-16,0 0-64 15,0 0-47-15,98 31-26 16,-98-12 26-16,0 8 7 16,-9 3-40-16,-9-3-31 15,-3 0-14-15,3-1-4 16,4-4-21-16,5-4-12 0,6 0-11 16,3-8-1-1,0-1-8-15,0-1 7 0,12 1 1 16,6-5 0-16,6-4 12 15,2 0 0-15,7 0-11 16,3 0 11-16,2-13-12 16,1-4-3-16,0-5-62 15,-4-6-110-15,4-16-115 16,-10 8-305-16,-8 4-542 0</inkml:trace>
  <inkml:trace contextRef="#ctx0" brushRef="#br0" timeOffset="140084.66">27368 15579 1542 0,'0'0'766'0,"0"0"-634"15,0 0 103-15,26 108 29 16,-14-46-43-16,6 4-32 15,-3 2-68-15,-1 3-44 16,-1 1-25-16,-4-6-14 16,-6 2-11-16,-3-2-9 15,0-4-2-15,0 2-5 16,-3-1 2-16,-12-11-4 16,3-2-8-16,-6-2 0 15,3-8-1-15,-6-3 0 0,3-2-23 16,-3-7-22-1,3-2-28-15,5-3-67 0,3-5-231 16,4-10-385 0,4-8-654-16</inkml:trace>
  <inkml:trace contextRef="#ctx0" brushRef="#br0" timeOffset="140806.73">27887 16250 354 0,'0'0'1439'15,"0"0"-1107"-15,0 0-164 16,0 0 29-16,0 0-15 15,0 0-51-15,0 0 41 16,62-16-11-16,-26 12-14 16,10-3-24-16,-2 2-51 15,0-5-29-15,4 6-16 16,-7-4-25-16,-5 6-1 16,-10 2-1-16,-5 0-18 15,-9 0-54-15,-6 0-117 16,-6 0-130-16,-3 14-137 0,-20 4-38 15,-5-4-802-15</inkml:trace>
  <inkml:trace contextRef="#ctx0" brushRef="#br0" timeOffset="141052.07">27956 16387 1410 0,'0'0'585'16,"0"0"-445"-16,0 0 48 15,0 0 73-15,0 0 51 16,0 0-67-16,0 0-59 16,124 14-54-16,-85-14-62 15,-1 0-31-15,1 4-19 16,-6-4-20-16,-3 0 9 0,-6 4-9 16,-1 2-33-1,-2-3-92-15,6 16-156 0,-9-9-326 16,-7 5-262-16</inkml:trace>
  <inkml:trace contextRef="#ctx0" brushRef="#br0" timeOffset="-175570.29">29118 16074 1476 0,'0'0'401'0,"0"0"-243"16,0 0 6-16,0 0 39 15,0 0-46-15,0 0-80 16,23-34-29-16,-8 20 39 15,3 1 17-15,3 4-26 16,-3-2-39-16,0 8 3 16,-2 3 7-16,0 0-13 15,-1 0-6-15,-3 0 4 16,2 3 4-16,-4 16-2 16,-2 3-9-16,2 6 4 15,-8 8-1-15,-2 3-11 16,0 5 1-16,-5 5 1 0,-20-6-15 15,-1 5 1-15,-10-1 5 16,-8-4-12-16,-4-3-8 16,4-6-10-16,-1-10-20 15,3-8-8-15,10-12 7 16,4-4 8-16,8-4 17 16,6-22-19-16,10-5 14 15,4 0 8-15,0-1 10 16,0 10-7-16,12 4 8 15,-3 5 0-15,3 12-1 16,3 1 1-16,0 0 14 16,3 5 11-16,3 10 11 15,-1 5-7-15,1 4-1 16,-3-2-5-16,0 3-9 16,-4-2-14-16,1 1-8 0,-3-2-115 15,12 1-205-15,-6-6-340 16,-3-9-962-16</inkml:trace>
  <inkml:trace contextRef="#ctx0" brushRef="#br0" timeOffset="-175442.63">29442 16462 2000 0,'0'0'560'0,"0"0"-507"0,0 0-46 16,0 0-7-1,0 0-241-15,0 0-531 0</inkml:trace>
  <inkml:trace contextRef="#ctx0" brushRef="#br0" timeOffset="-174820.29">29976 16230 1600 0,'0'0'581'16,"0"0"-478"-16,0 0-33 15,0 0 117-15,0 0-67 16,0 0-69-16,0 0-26 15,-17 54 14-15,17-26 19 0,8 3 0 16,7-6 1-16,3-2-17 16,5-3 10-16,5-4-13 15,1-6-9-15,1-2-11 16,6-8-2-16,-2 0 4 16,-1-18-3-16,-2-12-5 15,-2-6 1-15,-2-8-2 16,-9-2-5-16,-10 1-1 15,-8-4 0-15,0 1-6 16,-20 3 0-16,-11 4-9 16,0 11-1-16,-5 13-2 15,-3 11 10-15,-2 6-22 16,5 0-6-16,-2 23-15 16,5 18-13-16,9 11-84 0,9 15-70 15,15 31-117-15,0-17-250 16,15-6-552-16</inkml:trace>
  <inkml:trace contextRef="#ctx0" brushRef="#br0" timeOffset="-174319.63">30579 16405 1521 0,'0'0'333'16,"0"0"-239"-16,0 0 52 15,0 0-3-15,0 0-17 16,20-132-24-16,-7 99-1 16,-1 1-17-16,-4-3-17 15,2 8-10-15,-4 1 4 16,-1 2 1-16,1 7 0 16,-2 0-2-16,1 7-11 0,-2 1-10 15,-3 3-3 1,0 5-3-16,0 1-8 0,0 0 5 15,0 0-1-15,0 7-8 16,0 12-15-16,0 11 0 16,0 9 7-16,0 9 8 15,0 3-2-15,-3-5-8 16,-2 2-10-16,1-4 1 16,1-3-2-16,3-5-6 15,0-4-47-15,0-5-70 16,15-22-121-16,8-2-129 15,5-3-389-15</inkml:trace>
  <inkml:trace contextRef="#ctx0" brushRef="#br0" timeOffset="-173753.14">31134 15977 1687 0,'0'0'492'16,"0"0"-433"-16,0 0 122 16,0 0 8-16,0 0-72 15,0 0-45-15,0 0-20 0,-80-4-14 16,65 4-13-16,-3 7 3 15,-3 3 1-15,1 4-5 16,-1 0 9-16,3 4-4 16,3 2-11-16,1 0-10 15,5 0-8-15,3 0 0 16,3-2-2-16,3-2-7 16,0-6-13-16,9-2-30 15,11-2-19-15,8-3 18 16,-2-3 12-16,7 0 23 15,-4-3 11-15,4-7 7 16,-3-4 0-16,-3-2 1 16,-7 6 16-16,-2-4 16 0,-3 6 22 15,-6 2 3-15,-7 3-7 16,2 3-2-16,-4 0-13 16,0 0 3-16,0 0 14 15,0 0 7-15,0 9-20 16,0 9-20-16,0 12 0 15,-4 6-3-15,-1 4-11 16,-1 5-6-16,1-5-24 16,-5-3-57-16,7 2-46 15,-2-3-89-15,-5 8-73 16,2-7-250-16,-2-12-437 0</inkml:trace>
  <inkml:trace contextRef="#ctx0" brushRef="#br0" timeOffset="-173353.22">31524 16204 1892 0,'0'0'381'15,"0"0"-270"-15,0 0 85 16,41-117-35-16,-25 92-79 0,-5 0-32 16,1 14 20-1,-7 3-3-15,-2 6 0 0,-3 2 20 16,0 0 9-16,0 0-17 16,0 6-29-16,0 8-29 15,0 12-11-15,-5 4 1 16,-4 9-5-16,0 3 0 15,1-1 4-15,-5-3-9 16,1 3 7-16,1-1-8 16,-2-5 1-16,2 2-1 15,-1-5-19-15,-1-7-34 16,8-6-60-16,5-5-90 16,0-10-262-16,0-4-247 0</inkml:trace>
  <inkml:trace contextRef="#ctx0" brushRef="#br0" timeOffset="-172802.68">31789 15963 1618 0,'0'0'600'16,"0"0"-489"-16,0 0 31 15,0 0 86-15,0 0-73 16,0 0-83-16,0 0-17 15,-16 103-1-15,22-77-9 16,-1 2-9-16,5 2-6 16,-4-6-3-16,3-2-6 15,0 0-11-15,0-9-4 0,-1 0-5 16,2-5-1-16,1-6-11 16,4-2-1-16,3 0-22 15,0-6 17-15,3-12 1 16,5-8 5-16,-5-4 11 15,1 2 0-15,-6-2 0 16,-1 6 2-16,-5 6-1 16,-4 2 0-16,-1 10 20 15,-2 2 21-15,-3 4-13 16,0 0-17-16,0 0-12 16,0 0 26-16,0 0 7 15,0 0 4-15,0 0 5 16,0 4-6-16,0 10-15 15,0 7-3-15,-8 21 18 0,-5 2-12 16,-1 9-5-16,-4 5-2 16,1-4-8-16,4 1-3 15,-2-3 0-15,9-12 1 16,1 0-6-16,-2-11 0 16,7-8 0-16,-3-9-1 15,3-1-17-15,0-11-34 16,0 0-56-16,0-19-74 15,13-6-203-15,5-4-368 0</inkml:trace>
  <inkml:trace contextRef="#ctx0" brushRef="#br0" timeOffset="-172109.53">32668 15869 2000 0,'0'0'338'0,"0"0"-179"16,0 0 106-16,0 0-77 15,0 0-83-15,0 0-41 0,0 0-11 16,-84 124-11-16,66-65 3 15,0 1-5-15,1 2-7 16,2-2-8-16,8-4-14 16,5-8-5-16,2-3-6 15,0-10 0-15,9-8-9 16,15-10-7-16,6-11-2 16,-1-6 15-16,7 0-19 15,-3-9 4-15,-7-13 16 16,-5-6 2-16,-12-2 15 15,-9 2 3-15,0 6 6 16,0-1 1-16,-18 11 14 0,-6 6 6 16,-5 6-24-16,-7 0-21 15,-5 14-13-15,-4 13-46 16,0 9-68-16,-14 22-141 16,15-8-329-16,5-2-506 0</inkml:trace>
  <inkml:trace contextRef="#ctx0" brushRef="#br0" timeOffset="-171357.54">28203 17419 1914 0,'0'0'476'0,"0"0"-426"16,0 0 56-16,0 0 37 15,0 0 4-15,0 0-14 16,136-44-48-16,-92 38-28 16,5-2-7-16,-5 8-25 0,-6 0-14 15,-7 0-11-15,-8 0-53 16,-12 4-162-16,-11 14-130 16,0-3-178-16,0-4-159 0</inkml:trace>
  <inkml:trace contextRef="#ctx0" brushRef="#br0" timeOffset="-171152.09">28226 17606 1696 0,'0'0'395'0,"0"0"-261"15,0 0 143-15,128-13-22 16,-78 4-48-16,1 5-93 15,-10 0-75-15,-5 4-27 0,-10 0-12 16,-5 0-90-16,-3 17-158 16,-8 0-212-16,-2-3-210 0</inkml:trace>
  <inkml:trace contextRef="#ctx0" brushRef="#br0" timeOffset="-167198.66">30481 16487 1345 0,'0'0'328'15,"0"0"-237"-15,0 0 48 0,0 0 39 16,0 0-89-16,0 0-54 15,0 0 4-15,0 0 9 16,0 0 9-16,0 4 36 16,0 9 5-16,0 4 6 15,0 5-13-15,0 0-30 16,0 6-29-16,0-2-17 16,0-3-8-16,-6 0-1 15,-1-2-6-15,2-3-40 16,-6 0-88-16,4-9-137 15,1 0-361-15</inkml:trace>
  <inkml:trace contextRef="#ctx0" brushRef="#br0" timeOffset="-116632.78">29183 17299 1505 0,'0'0'389'0,"0"0"-273"15,0 0 7-15,0 0-12 16,0 0-28-16,0 0-18 16,-31 62 32-16,26-36-2 0,-1 6-13 15,-3-2 0 1,9 2-2-16,0 4-4 0,0-1-29 16,0-3-17-16,0-4-12 15,9-6-6-15,9-4-6 16,-3-6 4-16,6-6 21 15,5-6-13-15,0 0-1 16,5-24-7-16,-5-10-2 16,2-6-7-16,-5-6 1 15,-11-7-2-15,-3 7 8 16,-9-2-2-16,0 8-5 16,-16 5 6-16,-10 2 1 15,-4 7-1-15,-4 8 1 0,-2 9-2 16,5 8-6-1,2 1-12-15,2 10-21 0,6 22-56 16,3 8-28-16,13 9-26 16,5 26-126-16,3-9-114 15,12-7-296-15</inkml:trace>
  <inkml:trace contextRef="#ctx0" brushRef="#br0" timeOffset="-116407.39">29548 17750 1886 0,'0'0'485'16,"0"0"-427"-16,0 0 64 15,0 0-42-15,0 0-80 16,0 0-63-16,0 0-142 16,-6 30-300-16,12-30-571 0</inkml:trace>
  <inkml:trace contextRef="#ctx0" brushRef="#br0" timeOffset="-115332.27">29892 17183 212 0,'0'0'1226'0,"0"0"-1071"16,0 0-117-16,0 0 86 15,0 0-9-15,0 0-32 16,113-36 13-16,-95 36-14 16,-5 0-2-16,-2 4 0 15,-2 10-15-15,-9 4 34 16,0 4-14-16,0-4-2 16,0 8-17-16,-2-8-36 15,-14 4-17-15,4-5-4 16,4-2-8-16,-2-7 5 15,5-2-6-15,2-2-10 0,3-4-17 16,0 0-9-16,0 0-70 16,15 0 45-16,3 4 60 15,5 8 1-15,4 2 6 16,-7 9 3-16,5 4 22 16,-11 3 14-16,-2-2 8 15,-6 7 13-15,-4-4 17 16,-2-2 4-16,0 1-3 15,-11-3-26-15,-9-6-27 16,-5-3-14-16,2-5-2 16,-6-4-5-16,-2-3 1 15,5-6-5-15,1 0-5 16,2 0-1-16,5 0-33 16,7 0-43-16,4 0-82 15,7-6-118-15,0-5-338 0,7 2-542 16</inkml:trace>
  <inkml:trace contextRef="#ctx0" brushRef="#br0" timeOffset="-114798.68">30326 17413 1476 0,'0'0'577'0,"0"0"-490"16,0 0-87-16,0 0 104 16,0 0 67-16,0 0-47 15,0 0-32-15,98 109-24 16,-70-77-5-16,-5-2 16 15,-5 2-30-15,-7-2-23 16,-7-6-5-16,-4-4-5 16,0-6 7-16,0-4-7 15,-18-1-11-15,-9-6-5 16,1-3-56-16,-5 0-2 16,8-12 33-16,5-2 8 0,6-7-23 15,9-2 15 1,3-3-7-16,0-2 2 0,18-4 11 15,12-7 3-15,2 1-4 16,4-1-17-16,-3 0-6 16,-3-1 6-16,-9 8 22 15,-10 0 14-15,-11 10 1 16,0 0 23-16,0 9 63 16,-24 4 11-16,-2 5-27 15,-4 4-48-15,1 0-22 16,-1 13-1-16,6 10-25 15,9 21-138-15,5-4-180 16,10-3-528-16</inkml:trace>
  <inkml:trace contextRef="#ctx0" brushRef="#br0" timeOffset="-114014.78">31075 17281 1448 0,'0'0'538'16,"0"0"-434"-16,0 0-13 15,0 0 84-15,0 0-57 16,0 0-42-16,0 0 9 16,36-10 27-16,-24 28 19 15,-4 8-11-15,2 7-13 16,-5 6-27-16,-2 5-34 16,-3-2-20-16,0-2-13 15,0-5 4-15,-8-3-8 16,-10-2-9-16,-3-6 0 15,-3-2-24-15,-5-8-29 0,1-3-28 16,5-11-14-16,2 0-4 16,3 0 38-16,7-21 10 15,4-2 36-15,7 2 13 16,0-2-3-16,3 6 5 16,12 3 11-16,0 6 4 15,0 6 6-15,3 2 6 16,0 0 8-16,3 6-3 15,0 12-17-15,2 4-8 16,0 0-6-16,5 0-1 16,-5 0-84-16,16 0-138 15,-13-8-278-15,2-4-493 0</inkml:trace>
  <inkml:trace contextRef="#ctx0" brushRef="#br0" timeOffset="-113397.43">31838 17351 1126 0,'0'0'672'0,"0"0"-565"16,0 0 41-16,0 0 75 15,0 0-77-15,0 0-16 16,0 0 24-16,-118-97-21 16,100 88-12-16,-6 5-24 15,1 4-53-15,-2 0-25 16,4 0-19-16,-2 13 0 15,2 0 2-15,1 9-1 16,2 0 1-16,3 0-2 16,6 1 0-16,2 0-1 15,5 3-11-15,2-4 0 16,0-4 0-16,18-4-9 16,2-6-10-16,11 2-1 0,-2-6 10 15,4-4-4-15,-3 0 25 16,-4 0 0-16,-5 0 1 15,-6-4-1-15,-3 0 1 16,-3 4-1-16,-7 0 1 16,4 0 8-16,1 4 19 15,-2 18 24-15,1 5 22 16,-2 9-16-16,-4 4 1 16,0 4-14-16,0 0-22 15,0-4-10-15,0-2-6 16,0-4-6-16,3-2 0 15,-1-5-1-15,4-9-10 16,-3-9-80-16,-1 0-78 0,-2-9-130 16,0 0-279-16,0-5-663 15</inkml:trace>
  <inkml:trace contextRef="#ctx0" brushRef="#br0" timeOffset="-111096.58">32362 17201 1674 0,'0'0'399'16,"0"0"-291"-16,0 0 59 15,0 0 60-15,0 0-92 16,0 0-41-16,0 0 27 16,113 8-1-16,-105 28 6 15,-2 8-35-15,-6 2-31 16,0 2-18-16,0 0 6 0,-9-2-20 15,-11-6-13 1,-1-3-13-16,-6-4 4 0,-2-4-6 16,-4-3 0-16,-1-8-10 15,-4-4-20-15,9-9-25 16,-1-5-9-16,6 0 7 16,9-9 28-16,7-9 23 15,1 0 6-15,7 0 11 16,0 4 2-16,0-1 7 15,7 12 1-15,7-1 0 16,1 4 1-16,5 0 2 16,5 4 1-16,1 10-2 15,1 0-7-15,0 4-16 0,-1 4 0 16,-5 0-1 0,0-4-59-16,-1 16-97 0,-2-6-300 15,-3-6-306-15</inkml:trace>
  <inkml:trace contextRef="#ctx0" brushRef="#br0" timeOffset="-110940.99">32704 17790 2407 0,'0'0'499'0,"0"0"-402"15,0 0 33-15,0 0-121 16,0 0-9-16,0 0-226 15,0 0-427-15,18-2-926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7-01T01:04:54.5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3180 4295 1620 0,'0'0'354'0,"0"0"-274"16,0 0-22-16,0 0 23 15,0 0 50-15,0 0 15 16,77 56-20-16,-47-29-20 0,2 2-26 15,-2 3 21-15,-1 5-18 16,4 1-30-16,-2 4-4 16,0 4-3-16,0-2-1 15,-1 0-22-15,-4-4-14 16,0-6-2-16,-1-6-1 16,-2-4-5-16,-5-8-1 15,-7-6-5-15,-1-1-13 16,-7-7-14-16,0-2-38 15,-1 0-30-15,-2-2-35 16,0-35-169-16,0 3-191 16,0-6-203-16</inkml:trace>
  <inkml:trace contextRef="#ctx0" brushRef="#br0" timeOffset="272.27">3640 4285 1565 0,'0'0'558'0,"0"0"-405"15,0 0 15-15,0 0 23 16,0 0-71-16,-124 80-40 16,94-44-11-16,-3 11-11 15,1 7-13-15,-4 4-13 16,3 5-12-16,3-2-8 15,1-3-10-15,3-6 1 0,3-5-3 16,10-10-39 0,0-5-45-16,13-13-102 0,0-9-197 15,3-10-417-15</inkml:trace>
  <inkml:trace contextRef="#ctx0" brushRef="#br0" timeOffset="995.33">4118 4747 1352 0,'0'0'379'0,"0"0"-159"15,0 0 13-15,0 0-32 16,0 0-70-16,0 0-33 16,0 0-15-16,3-17-36 15,1 3-28-15,2-4 0 16,2-2-13-16,4 1 0 15,1 0-4-15,-5 2-2 16,4 8-1-16,-1 1 0 16,2 6-6-16,-5 2-6 15,7 0 5-15,-2 0 3 16,2 7 5-16,-2 8 1 16,3 3 10-16,-4-1-1 15,6 2-1-15,-7 1 1 16,4-4-1-16,-2-4 0 15,0-2-7-15,0-6-1 0,2-2 5 16,0-2-5-16,6-4 17 16,-3-20 30-16,5-8 3 15,-2-6-5-15,-3-2 2 16,-6-2-17-16,-4 1-5 16,-8 7-10-16,0 8-7 15,0 6 2-15,0 9-11 16,0 5 0-16,0 3-29 15,-8 3-57-15,-2 9-109 16,5 4-426-16</inkml:trace>
  <inkml:trace contextRef="#ctx0" brushRef="#br0" timeOffset="2030.56">5310 4488 1258 0,'0'0'612'15,"0"0"-427"-15,0 0-54 16,0 0 11-16,0 0-69 16,0 0 16-16,0 0 55 15,8 104-28-15,-5-64-50 0,4 1-23 16,-4-3-6-1,0-2-8-15,-1-7-10 0,1-7-4 16,-3-6-7-16,0-3-7 16,3-9 5-16,-3-4-6 15,0 0-1-15,4 0-18 16,-4-22-19-16,3-9 19 16,-3-7-14-16,5-4 14 15,-2 3 19-15,3 2 0 16,-2 11 0-16,-2 8 1 15,4 6-1-15,-3 6 0 16,4 3-2-16,-2 3-10 16,3 0-4-16,5 0 8 15,5 10 8-15,5 9 5 16,-2 4 6-16,-1 2 1 0,1 1 1 16,0 0 2-1,-6-3-9-15,3-2 5 0,3-3-10 16,-4-5 0-16,4 0-1 15,4-5 0-15,-4-4 7 16,-3-2 0-16,-1-2 4 16,-3 0 5-16,-1 0 4 15,-1-16 7-15,-4-8 9 16,-2-13 1-16,1-7 0 16,-2-9-11-16,-5-7-7 15,0-5 2-15,0 4-12 16,-5 4 5-16,-5 14-13 15,5 10 11-15,-1 16-12 0,6 12-5 16,0 5-31-16,0 6-77 16,0 22-47-16,8 32-97 15,10-4-425-15,0-6-317 0</inkml:trace>
  <inkml:trace contextRef="#ctx0" brushRef="#br0" timeOffset="2730.69">6406 4173 1264 0,'0'0'543'0,"0"0"-363"15,0 0 52-15,0 0-17 0,0 0-78 16,0 0-39 0,0 0-22-16,-62 94 3 0,56-48 11 15,-1 8-33-15,5 7-2 16,-1 3 8-16,3 0-21 15,0 0-5-15,0-6-4 16,3-4-3-16,6-10 2 16,5-9-10-16,1-4-14 15,0-10 2-15,3-7-4 16,-3-5 9-16,-4-3-8 16,2-3-7-16,-8-3-2 15,1 2-15-15,-2-2-37 16,-4 1-24-16,0 8-103 15,0 1-353-15,-12 2-632 0</inkml:trace>
  <inkml:trace contextRef="#ctx0" brushRef="#br0" timeOffset="7031.19">6858 4535 1280 0,'0'0'340'0,"0"0"-202"16,0 0 9-16,0 0-22 0,0-103-23 16,0 82-18-16,0 3 2 15,0 7 3-15,0 2-3 16,0 7-13-16,0 2-11 15,0 0-19-15,0 0-22 16,0 0-21-16,0 0-7 16,0 2-4-16,0 10 11 15,0 6 7-15,3 8 9 16,2 6 12-16,-5 10-4 16,3 5 6-16,4 3-15 15,-7 0-6-15,5-2-3 16,-2-6-6-16,0-6 1 15,4-8-1-15,-5-5-10 0,1-9-21 16,0-7-48-16,0-4-61 16,4-3-65-16,1-13-73 15,-3-15-233-15,5-4-390 0</inkml:trace>
  <inkml:trace contextRef="#ctx0" brushRef="#br0" timeOffset="7697.4">7454 4192 400 0,'0'0'1168'0,"0"0"-873"16,0 0-130-16,0 0-1 15,0 0-59-15,0 0-46 16,0 0 8-16,-53 11-26 16,39-3-8-16,-4 0-12 15,3 2-15-15,-3 0 0 16,3 2 1-16,2-2 2 16,0 0 7-16,0 3 1 15,1-2-8-15,1 1-2 16,1 2-5-16,5 0-1 0,-1 0 0 15,3 0-1-15,-1 1 0 16,1-4-1-16,3 1 0 16,0 3-1-16,0-5-4 15,0 0 5-15,0-1 1 16,0-1-9-16,7-4-14 16,-1-2-18-16,5-2-11 15,4 0 12-15,3 0 39 16,3-6 1-16,-1-2 20 15,5 2-10-15,-1 3-9 16,-7 3 0-16,1 0 7 16,0 5 1-16,-7 13 23 15,2 5 12-15,-8 2 14 16,2 3 21-16,-7-2-9 16,0 3-3-16,0-2-4 15,-10 0 10-15,-5-1-6 16,-3-2-7-16,0-7-9 0,2 0-5 15,-2-5-16-15,3-4-9 16,-3-3-6-16,6-5-6 16,1 0-1-16,4 0-8 15,1 0-9-15,3 0-18 16,1-5-45-16,2 1-108 16,0-2-171-16,8 0-403 15,7-2-323-15</inkml:trace>
  <inkml:trace contextRef="#ctx0" brushRef="#br0" timeOffset="7927.79">7689 4724 1837 0,'0'0'333'0,"0"0"-180"16,0 0-24-16,0 0-74 16,0 0-43-16,0 0-11 15,0 0 0-15,-9 79-1 16,9-55-33-16,0 9-87 16,0-7-143-16,0-5-324 0</inkml:trace>
  <inkml:trace contextRef="#ctx0" brushRef="#br0" timeOffset="8799.44">8266 4499 970 0,'0'0'515'0,"0"0"-367"16,0 0-6-16,0 0 28 15,0 0-41-15,0 0-56 16,0 0-15-16,0-20-4 16,3 17 3-16,5-1 5 15,2 2-1-15,4-1-6 16,-2 3-3-16,3 0 7 15,3 0 1-15,0 12-10 16,3 2-15-16,-6 4-10 16,-1 0-4-16,-5 7 4 15,-9 3-1-15,0 4 17 16,0 7-1-16,-12 2-15 0,-12 3-10 16,-9-2-15-16,2 1-1 15,-5-7-34-15,3-9-26 16,2-4-20-16,5-14 1 15,3-9 37-15,8 0 32 16,2-15-17-16,8-10 4 16,5 3 23-16,0 2 1 15,0 7 22-15,0 1 9 16,12 7 4-16,2 3-12 16,1 2 4-16,3 0-4 0,5 0-3 15,-5 0 4 1,7 0-3-16,-4 5-3 0,0-3-9 15,-1 3-3-15,-2 2 0 16,0-2 2-16,0-1-8 16,0 0-6-16,-4 1-41 15,4-1-66-15,2-4-70 16,13 0-115-16,-5-4-327 16,-5-13-265-16</inkml:trace>
  <inkml:trace contextRef="#ctx0" brushRef="#br0" timeOffset="9099.66">8776 4161 1232 0,'0'0'383'0,"0"0"-198"15,0 0-12-15,0 0-23 16,0 0 25-16,0 0-1 15,120 135-17-15,-106-80-31 16,-5 3-35-16,0 5 1 16,-2 0 9-16,-5 0-37 15,-2 0-33-15,0-4-7 16,0-3-15-16,0-5 1 16,-9-10-10-16,0-2-15 15,0-11-50-15,3-6-77 16,-2-10-113-16,1-6-241 0,2-6-331 15</inkml:trace>
  <inkml:trace contextRef="#ctx0" brushRef="#br0" timeOffset="12363.92">9557 4820 430 0,'0'0'0'0,"0"0"-71"0</inkml:trace>
  <inkml:trace contextRef="#ctx0" brushRef="#br0" timeOffset="17184.03">2401 6222 1367 0,'0'0'290'16,"0"0"-183"-16,0 0 32 15,0 0 22-15,0 0-29 16,0 0-49-16,0 0-18 16,-26 37-16-16,23-14 7 15,3 6-15-15,0 8 0 0,0 1-4 16,0 3 2-16,0-5 10 15,6-2-22-15,6-3-8 16,2-6-4-16,1-3-9 16,6-5-5-16,2-4 0 15,2-7-1-15,-2-6-2 16,3 0 2-16,5-10 0 16,-2-16 0-16,-2-8 33 15,-1-10-14-15,-1-5-10 16,-8-2-8-16,-8 2-1 15,-6 4-7-15,-3 2 7 16,-5 5 4-16,-16 4-4 16,-12 2 0-16,-6 4 2 0,1 6-2 15,-4 4-1 1,1 8 1-16,3 4 10 0,4 6 15 16,1 0-20-16,7 0-5 15,6 6 0-15,-1 8 6 16,6 4-6-16,5 4-12 15,2 5-1-15,5 0 2 16,0 3 10-16,3 1-10 16,0-4 4-16,0-1 0 15,0-4-8-15,9-3-5 16,3-6-13-16,2-3-25 16,4-6 8-16,9-4 4 15,-1 0-3-15,5 0 11 16,0-9 13-16,0-3 18 15,-2-3 7-15,1 5 7 0,-7 2-1 16,2 4-6-16,-8 4-2 16,-2 0-5-16,-3 0-3 15,1 12 10-15,-2 8 26 16,1 6 5-16,-4 4 1 16,2 3 0-16,1-3-12 15,-1-2-11-15,-2-2-1 16,4-6-7-16,-1-4 1 15,2-4-2-15,-4-4 1 16,5-4 0-16,-1-1-1 16,5-3 0-16,-1 0-9 15,1 0 8-15,3-7 1 0,0-9 9 16,-1-3 10-16,-2-2-5 16,-3-3-13-16,-3 0 14 15,-3-1-6-15,-6 1-3 16,0 3 7-16,-3 1-5 15,0 2 18-15,0 6 9 16,0 3-2-16,0 3-4 16,0 2-9-16,0 4 4 15,0 0-23-15,0 0-1 16,0 0-15-16,-3 6-12 16,3 13 27-16,-3 9 6 15,3 5 2-15,0 3-8 16,0-2-6-16,3-5-1 0,15-7-9 15,-3-6-2-15,6-6-2 16,-3-6-4-16,5-4-11 16,0 0 6-16,5-18 14 15,-5-8 5-15,-2-3 1 16,-3-2 9-16,-10 2 0 16,2 6 0-16,-7 5 19 15,-3 8-7-15,0 3 14 16,0 5 14-16,0 2-21 15,0 0-14-15,0 0-5 16,0 0-29-16,0 5 3 16,0 7 26-16,2 6 1 15,-2 6 5-15,3 2-4 16,-3 2 9-16,7-2-5 16,-1-3-6-16,2-2-6 0,7-3 5 15,0-5-13-15,6-4-13 16,2-5 6-16,10-4-22 15,6-2 19-15,2-20-27 16,1-5 35-16,0-4-14 16,-7-1-5-16,-8 1 12 15,-6 6 23-15,-13 3 3 16,-4 4 36-16,-4 3 11 16,0 5 13-16,-9 5 20 15,-6 0-10-15,-3 5-41 16,4 0-4-16,2 0-12 15,-1 10-16-15,5 7-5 0,2-1-1 16,6 1 5 0,-4 1-1-16,4-2-5 0,0 1 0 15,0-1 6-15,0-3-5 16,0 2 5-16,7-5-1 16,8 0-5-16,-4-4-2 15,7-2-5-15,3-4-8 16,0 0-20-16,6-5 11 15,-3-12 14-15,-1-2-2 16,0-2 18-16,5-2-8 16,-2 4 9-16,-2-2 0 15,0 5 1-15,-6 4-1 16,0 3 0-16,-7 4-16 0,-1 3 16 16,-5 2-12-16,4 0 4 15,-5 2 8-15,1 11 47 16,4 5-6-16,-3 1-17 15,-3 3 0-15,5 1-6 16,-1-4 6-16,-1 0-11 16,2-5-12-16,2 1 8 15,-2-7-8-15,-1-2-1 16,1 1 6-16,-2-5-6 16,1 0 2-16,1 0-1 15,-3 0 8-15,2 0-8 16,-1-2 5-16,3 0-5 15,0 0-1-15,0 0 0 16,0 0-1-16,-1 0 1 16,2 0 0-16,5-4 4 0,-2-6 2 15,3-2 5-15,-1 1-2 16,0-6-9-16,0 0 0 16,-4 0 1-16,-1-1 7 15,-2 1-7-15,2 6 0 16,-8 2 0-16,1 4-1 15,-3 1 9-15,0 1 0 16,0 2-2-16,0 1 8 16,0 0-7-16,0 0 8 15,0 0-10-15,0 0 4 16,0 0-9-16,0 0-1 16,0 0 0-16,0 0-1 15,0 0-8-15,0 0 0 0,0 0-1 16,0 0 9-1,0 0-5-15,0 0 5 0,0 0 0 16,0 0-4-16,0 0 5 16,0 0 0-16,0 0-2 15,0 0-13-15,0 0 14 16,0 0-11-16,0 0 11 16,0 0 1-16,0 0 0 15,0 0 1-15,0 0-1 16,0 0 1-16,0 0 4 15,0 0-4-15,0 0-1 16,0 0 0-16,0 0 0 0,0 0 0 16,0 0-1-1,0 0 1-15,0 0 1 0,0 0-1 16,0 0 1-16,0 0 0 16,0 0-1-16,0 0 6 15,0 0-5-15,0 0 0 16,0 0 0-16,0 0 0 15,0 0-1-15,0 0 1 16,0 0-1-16,0 0 1 16,0 0 0-16,0 0 0 15,0 0-1-15,0 0 0 16,0 0 0-16,0 0 1 16,0 0-1-16,0 0 2 0,0 0-1 15,0 0-1 1,0 0-1-16,0 0 0 0,0 0 1 15,0 0-1-15,0 0 0 16,0 0 1-16,0 0 0 16,0 0 1-16,0 0-1 15,0 0 1-15,0 0 0 16,0 0 0-16,0 0 0 16,0 0 0-16,0 0-1 15,0 0 1-15,0 0-1 16,0 0 1-16,0 0 0 15,0 0 0-15,0 0-1 16,0 0-2-16,0 0 2 0,0 0 0 16,0 0 1-1,0 0-1-15,0 0 1 0,0 0-1 16,0 0 0-16,0 0 0 16,0 0 0-16,0 0 1 15,0 0-1-15,0 0 9 16,0 0-8-16,0 0 7 15,0 0-8-15,0 0 0 16,0 0 1-16,0 0-1 16,0 0 0-16,0 0 0 15,0 0 0-15,0 0 1 16,0 0-1-16,0 0 2 16,0 0 4-16,0 0 7 15,0 0-11-15,0 0-2 16,0 0-8-16,0 0 8 0,0-6-1 15,0 3 1-15,0-3 15 16,0 3-9-16,0-3 0 16,0-2 1-16,0 1 2 15,0 1-9-15,0 1 0 16,0-1-1-16,0 1 1 16,0 4-1-16,0 1-5 15,0 0-1-15,-3 0 6 16,1 0 1-16,2 0-8 15,-4 0-14-15,-2 0 22 16,3 1-1-16,-2 5 1 16,-2 0-7-16,4 1 6 15,0 0-7-15,-2 4 6 16,5 1 1-16,-3 0-1 0,-1 4-5 16,1 0 7-16,3 0-1 15,0 4-5-15,0 0 6 16,0-2 0-16,0 1-1 15,0-6 0-15,3-1-5 16,7 0-3-16,-2-4 1 16,2-2 7-16,1-5 1 15,1 2-2-15,-2-3-7 16,1 0-1-16,1-3-7 16,3-10-6-16,-1-5 23 15,4-3 6-15,3-6 3 16,-1-1-8-16,2 2-1 15,-5 2 0-15,-2 5 6 0,0 7-6 16,-5 5-2 0,-5 5 1-16,1 2-5 0,-1 0 5 15,5 0 1-15,-4 14 11 16,0 5 17-16,3 3 7 16,-4 1-17-16,5-1 10 15,-2-2-18-15,-5-4 1 16,4-5-5-16,-5-2-5 15,1-6-1-15,0 0 1 16,-3-3-1-16,0 0-18 16,6 0-15-16,0-10-17 15,5-6 36-15,2-6 5 0,8 0 2 16,-6 2-2-16,3 1 9 16,-7 8-8-16,4 5 2 15,-6 6 6-15,2 0 0 16,-1 0 18-16,-2 17 13 15,2 9 16-15,-2 3-4 16,-1-1-1-16,-1-5-5 16,-1-2-23-16,-2-6-8 15,0-7-5-15,1-3-1 16,-1-5-1-16,-1 0-23 16,1 0-24-16,7-5-12 15,-2-12 31-15,4-3 9 16,2-1-32-16,4-4-57 15,-3 5 35-15,0 3 29 16,3 8 24-16,-3 3 3 0,-3 6 5 16,3 0 13-16,-3 6 40 15,-4 12 43-15,8-2-20 16,-4 2-32-16,2-4 7 16,-2-4-19-16,3-2-3 15,-1-4-7-15,1-2-7 16,-2-2-2-16,-2 0 0 15,-2 0-12-15,-3 0-9 16,1-5-9-16,-5 4 6 16,1 1 11-16,0 0 7 15,0 0-30-15,4 0 12 16,-2 1 24-16,6 6 0 16,2-1 2-16,4-4 11 0,1 0 8 15,0-2-20-15,-3 0 12 16,-1 0-2-16,-1-10-11 15,-8-3 12-15,-1-1 6 16,-4-3-11-16,0 0 8 16,-4 2-1-16,-14 1 0 15,-2-1-13-15,-7 6 7 16,1 0 1-16,-1 6 5 16,0 3-13-16,3 0-1 15,7 0 2-15,5 0 5 16,2 0-7-16,10 2-15 15,0-2-21-15,0 0-20 16,10 0 27-16,10 0 9 16,13 0 18-16,3 0 2 15,8-4 1-15,7-5 0 0,-1 1 17 16,-2 5 4-16,-6 3 5 16,-4 0 2-16,-9 0 0 15,-4 7 1-15,-7 10 5 16,-10 0 9-16,2 6 10 15,-10-2 12-15,0 2-17 16,0-3-1-16,0 0-16 16,0-4-8-16,-10-2-12 15,-5 0-12-15,4-6-14 16,-2-2-86-16,5-6-94 0,1 0-181 16,5-8-777-16</inkml:trace>
  <inkml:trace contextRef="#ctx0" brushRef="#br0" timeOffset="-197774.05">6721 6370 1343 0,'0'0'300'0,"0"0"-131"15,0 0 8-15,0 0-11 16,0 0-37-16,0 0-36 16,-42-6-7-16,39 6-22 15,-3 0-20-15,4 0 0 16,-8 0 2-16,2 0-21 15,-7 8-10-15,-1 11-5 16,-4 4 1-16,-1 7 4 16,3 1-6-16,7 3 0 15,-1-2-8-15,6-2-1 0,2-2 0 16,4-2-6-16,0-4-15 16,15-6-52-16,13-6-43 15,10-5-55-15,40-11-36 16,-11-17-26-16,2-3-304 0</inkml:trace>
  <inkml:trace contextRef="#ctx0" brushRef="#br0" timeOffset="-197025.06">7235 6391 1187 0,'0'0'519'0,"0"0"-404"16,0 0 11-16,0 0 13 16,0 0-33-16,0 0 14 15,0 0 14-15,-113-6-60 16,95 6-31-16,-2 12-27 16,-5 4 1-16,4 2 2 15,3 4-7-15,0-3-11 16,10 3 0-16,3-1-1 15,1 0-12-15,4-2 5 16,0 1-1-16,12-4-22 16,11-4-50-16,10-6-3 0,6-4 4 15,5-2 20 1,4 0 12-16,-6-19 26 0,-4 0 6 16,-7-3 15-16,-8 2 9 15,-8 4 4-15,-7 6 42 16,-5 6 54-16,-3 4 3 15,0 0-29-15,0 0-34 16,0 0-10-16,0 0-14 16,0 0-8-16,0 0-17 15,0 0-28-15,0 0-22 16,0 0 16-16,0 2 9 16,0 6 16-16,10 4 9 15,-2 1 2-15,7-1-2 0,6 1-13 16,7-5-1-1,3-6 14-15,2-2 5 0,6-2 1 16,-1-20 10 0,1-8-7-16,0-8-1 0,-6-9-8 15,-7 0-22-15,-5-6 6 16,-6 1 11-16,-12 0 5 16,-3 4 6-16,0 8 0 15,-3 9 3-15,-12 10 2 16,4 12 45-16,-5 9 9 15,-2 0-48-15,1 21-17 16,-4 9-1-16,-3 10 0 16,7 12 1-16,1 4 1 0,4 7 9 15,9-1-1-15,3-6-8 16,0-4-1-16,6-8-4 16,19-8-36-16,10-10-32 15,9-8-71-15,36-18-76 16,-11 0-257-16,-7-12-530 0</inkml:trace>
  <inkml:trace contextRef="#ctx0" brushRef="#br0" timeOffset="-196105.53">8295 6382 1066 0,'0'0'554'0,"0"0"-384"15,0 0-23-15,0 0-15 16,0 0-42-16,0 0 7 15,0 0-8-15,-62 4-19 16,44 13-12-16,0 2-5 16,0 3 10-16,-2 2 7 15,5-1-18-15,4 1-21 16,1-4-19-16,10 2-10 16,-3-4-1-16,3 2-1 0,0-2 0 15,3-3-14-15,18-2-7 16,2-7-28-16,16-4-27 15,1-2 40-15,6-4 23 16,1-13 12-16,-4-4 1 16,-7 3 0-16,-10 0 12 15,-5 4-5-15,-13 4 5 16,-4 5 27-16,-4 5 40 16,0 0-16-16,0 0-22 15,0 0 10-15,-10 9-35 0,2 5-15 16,-2 0 4-1,8-1-5-15,2 2-8 0,0 0 1 16,0-6-1-16,2 1-7 16,14-4-13-16,4-4-23 15,8-2 26-15,-2 0 1 16,3-4 13-16,-1-7-2 16,-5-4 13-16,-5 3 1 15,-6 2 0-15,-6 5 11 16,-3 5 1-16,-3 0-13 15,0 0 0-15,0 0-13 16,5 0 13-16,7 11 4 16,4 1 19-16,4 2-14 15,6-4-8-15,10-4-1 16,6-6 0-16,3 0 0 0,5-9 0 16,6-12 0-16,1-9-12 15,-1-10 12-15,1-8 1 16,-4-13-1-16,-4-7-7 15,-8-8 5-15,-12-2-7 16,-4 4 9-16,-14 13 8 16,-11 17 10-16,0 20 22 15,0 20 36-15,-26 4-28 16,-5 28-42-16,-4 16-6 16,-1 13-1-16,4 5-1 15,7 1-9-15,9 0-9 16,6-9-23-16,7-3-8 15,3-8-4-15,0-4 0 0,6-8-38 16,12-2-27-16,26-9-92 16,-4-6-183-16,-6-8-228 15</inkml:trace>
  <inkml:trace contextRef="#ctx0" brushRef="#br0" timeOffset="-195542.03">9626 6468 1582 0,'0'0'374'0,"0"0"-223"16,0 0 62-16,0 0-18 15,0 0-52-15,0 0-40 16,0 0-12-16,-115-20-22 0,99 20-35 16,1 9-16-16,-5 9-10 15,2 4-7-15,0 4 0 16,0 2 0-16,7 0-1 15,4 0 0-15,7-4-36 16,0-4-24-16,4-5-39 16,19-6-51-16,6-9-9 15,7 0 22-15,0-8 88 16,0-16 48-16,-3-4 0 16,-10-1 1-16,-5 4 1 15,-12 3 48-15,-3 11 45 16,-3 4 32-16,0 7-10 15,-9 0-55-15,-6 0-37 16,4 10-22-16,2 4-2 0,3 0 0 16,3 2-1-1,3-2-8-15,0-4-6 0,3 0-19 16,15-6-20-16,3-4-22 16,5 0 11-16,4-8 34 15,6-13 31-15,-2-4 8 16,2 0 20-16,-5 0 2 15,-11 8 7-15,-5 6 27 16,-6 7 10-16,-7 4-14 16,5 0-20-16,-1 15-5 15,2 12 26-15,2 5-9 16,2 3-22-16,-4 4-18 16,5-3-7-16,1-4-5 0,19-2-134 15,-6-10-346-15,-1-7-427 16</inkml:trace>
  <inkml:trace contextRef="#ctx0" brushRef="#br0" timeOffset="-194822.95">11848 6086 1761 0,'0'0'613'16,"0"0"-478"-16,0 0-2 0,0 0 3 15,0 0-48-15,0 0-38 16,0 0-38-16,0 37-3 16,0 6 5-16,-8 8 2 15,-2 10 2-15,2 5-4 16,-5 0-5-16,5-5-8 15,2-7 4-15,2-8-5 16,4-8-13-16,0-12-58 16,15-10-45-16,9-12-56 15,6-4 10-15,9-44-23 16,-6-4-137-16,-7-6-272 0</inkml:trace>
  <inkml:trace contextRef="#ctx0" brushRef="#br0" timeOffset="-194507.79">11735 6010 1267 0,'0'0'305'16,"0"0"-154"-16,0 0 56 15,143-49-45-15,-86 37-20 16,2 4 25-16,-3 6-29 15,1 2-31-15,-6 4-31 16,-17 19-20-16,-6 3-27 0,-17 4 10 16,-7 4 24-1,-4 2 9-15,-7 0-20 0,-16 3-7 16,-6 0-14-16,-14-1-11 16,-1 0-8-16,-3-6-12 15,2-4-6-15,6-10-42 16,10-6-66-16,17-12-73 15,9-5-127-15,3-15-248 0</inkml:trace>
  <inkml:trace contextRef="#ctx0" brushRef="#br0" timeOffset="-194204.6">12996 5863 1761 0,'0'0'518'0,"0"0"-330"16,0 0 28-16,-159 32-60 15,110-5-47-15,-2 4-25 16,7 9-14-16,5 9-31 16,9 6-19-16,6 9-11 15,6 9 1-15,3 7-2 16,10 3-7-16,2-1 28 15,3-6-16-15,0-8-4 16,14-7-9-16,13-14-1 16,-1-9-17-16,10-11-33 15,3-13-73-15,30-17-104 16,-13-20-304-16,-6-14-629 0</inkml:trace>
  <inkml:trace contextRef="#ctx0" brushRef="#br0" timeOffset="-193763.78">13343 6166 1347 0,'0'0'720'0,"0"0"-489"15,0 0-103-15,0 0 34 16,0 0-19-16,0 0-43 15,0 0-29-15,36 106 12 16,-13-72-18-16,6 4-8 16,10 3-16-16,4 1-11 15,1-1-11-15,-3 2 19 16,0-6-20-16,-5-1-17 0,-6-11 0 16,-3-3 7-1,-4-4-8-15,-8-6-24 0,-2-6-56 16,-11-6-68-16,-2-6-86 15,0-19-150-15,-9-2-575 0</inkml:trace>
  <inkml:trace contextRef="#ctx0" brushRef="#br0" timeOffset="-193526.42">13767 6130 1768 0,'0'0'527'16,"0"0"-384"-16,0 0 54 0,-125 118-13 15,84-80-98-15,-1 0-41 16,7 1-12-16,-4 1-15 16,13-2-10-16,-2-2-8 15,14-4-37-15,5-6-101 16,9-10-152-16,3-8-234 15,14-8-287-15</inkml:trace>
  <inkml:trace contextRef="#ctx0" brushRef="#br0" timeOffset="-192954.94">14528 6052 1627 0,'0'0'475'16,"0"0"-294"-16,0 0 60 16,0 0-41-16,0 0-63 15,0 0-37-15,0 0-35 16,-92 78-27-16,66-54-15 15,-2 0-11-15,7-2-5 16,6-5-6-16,7 2 5 16,-2-2 0-16,10-4-5 15,0 3-1-15,0 0 0 16,0-3-12-16,0 0-8 16,18 1 1-16,0-2 19 15,10-2 23-15,-2 0 2 16,4-2 1-16,2-1-4 0,-4-3 2 15,-5-2-10-15,-2-1-8 16,-6-1-6-16,-3 0-5 16,-6 2-43-16,-4-2-52 15,-2 0-57-15,-5 3-85 16,-13 0-357-16,-10 0-1189 0</inkml:trace>
  <inkml:trace contextRef="#ctx0" brushRef="#br0" timeOffset="-192767.44">14281 6509 1639 0,'0'0'486'15,"0"0"-396"-15,0 0 49 0,0 0-1 16,0 0-24-16,0 0-22 16,0 0-45-16,134 50-47 15,-87-44-61-15,7-4-29 16,26-2-204-16,-14 0-249 15,-4-8-448-15</inkml:trace>
  <inkml:trace contextRef="#ctx0" brushRef="#br0" timeOffset="-192257.81">15289 6043 1577 0,'0'0'513'0,"0"0"-380"15,0 0-22-15,0 0 24 16,0 0-39-16,0 0 37 15,0 0 1-15,80 57-14 16,-65-19-38-16,-7 8-18 16,-8 4-13-16,0 4-15 0,-15 0-13 15,-14-2-1-15,-7-4-2 16,-2-5-20-16,-4-7-14 16,7-9-57-16,-1-6-83 15,3-9-121-15,9-9-199 16,6-3 159-16,10-13 194 15,8-16 115-15,0 0 6 16,8 0 105-16,10 2 64 16,6 9-6-16,-4 6-12 15,2 7-33-15,2 5-29 16,-4 0-14-16,7 0-14 16,-7 13-14-16,5 0-17 15,1 4-30-15,0-1-91 0,5 0-132 16,13-4-240-16,-3-6 141 15,-2-4-1070-15</inkml:trace>
  <inkml:trace contextRef="#ctx0" brushRef="#br0" timeOffset="-192030.42">15757 6501 1260 0,'0'0'328'0,"0"0"-148"15,0 0 90-15,0 0-15 16,0 0-65-16,0 0-23 15,116-4-11-15,-103-18-63 16,-5-5-32-16,-4-4-16 16,-4-4-6-16,-12-3 0 15,-19 4-12-15,-10 2-2 16,-3 8 7-16,-4 8-2 0,3 10-15 16,7 6-15-16,9 0-63 15,4 21-88-15,11 20-87 16,10-3-141-16,4 0-305 0</inkml:trace>
  <inkml:trace contextRef="#ctx0" brushRef="#br0" timeOffset="-191107.89">16595 5698 1609 0,'0'0'478'0,"0"0"-395"16,0 0-24-16,0 0 89 16,21 105 20-16,-18-43-22 15,-3 9-23-15,0 7-24 16,0 0-27-16,-11 0-27 16,-13-6-22-16,-1-3-3 15,-3-2-8-15,-6-3-6 16,1-5 0-16,4-7-6 15,2-13-38-15,3-8-138 16,9-11-335-16,4-14-397 0</inkml:trace>
  <inkml:trace contextRef="#ctx0" brushRef="#br0" timeOffset="-190860.55">16970 6521 1894 0,'0'0'563'16,"0"0"-563"-16,0 0-173 16,0 0-71-16,0 0-317 0</inkml:trace>
  <inkml:trace contextRef="#ctx0" brushRef="#br0" timeOffset="-188933.7">17009 6531 1068 0,'0'0'400'0,"0"0"-156"15,0 0-48-15,0 0 2 16,0 0-67-16,0 0-32 16,0 0-38-16,-24 0-21 15,24 0-16-15,0 0-15 16,0 0 1-16,0 5 5 16,0 1-5-16,0 0-1 15,0 1-4-15,0-3-5 16,6-2-21-16,6-2-3 0,-1 0-5 15,-1 0 11 1,-2 0-15-16,-5-6 33 0,-3-1 22 16,-3 4 96-16,-18-1-17 15,-5 4-27-15,-1 0-45 16,9 0-29-16,18 7-180 16,7 6-351-16,16-5-596 0</inkml:trace>
  <inkml:trace contextRef="#ctx0" brushRef="#br0" timeOffset="-185638.51">18500 6123 1390 0,'0'0'371'0,"0"0"-194"15,0 0-87-15,0 0 16 16,0 0 8-16,0 0 15 16,0 0-13-16,0 121-20 15,0-83-12-15,0 4-17 0,0 2-6 16,-3 2-10-1,-7-3-21-15,5-3-13 0,-3-6-5 16,1-6-3-16,1-8-9 16,-2-7 7-16,4-6-1 15,1-3 0-15,3-4-5 16,-3 0-1-16,3-8-19 16,0-16-42-16,0-12 12 15,0-10 20-15,0-11 11 16,0-3 18-16,13 2 0 15,-5 10 2-15,2 10 4 16,-5 16 5-16,-2 10 13 16,-3 10-7-16,3 2-4 15,-1 0-13-15,5 12 9 16,-1 10 6-16,6 8 3 0,-1 2 6 16,2 0-11-1,2 2 2-15,-7-2-7 0,2 0 7 16,-2 0-3-16,2-3 0 15,-2-3 0-15,2-2-5 16,-2-5-6-16,0-4-1 16,2-5-1-16,-5-5 0 15,5-5-8-15,-2 0 9 16,7 0 0-16,3-23 24 16,8-7 27-16,2-11-17 15,-2-8-4-15,-2-5-7 16,-4-7 5-16,-5-3-2 15,1-2-4-15,-8 2-4 16,-4 2 2-16,1 5-1 16,-5 9 4-16,3 11-2 0,-3 8-7 15,3 8 3-15,-3 6-7 16,0 7-1-16,3 4-9 16,-3 4-14-16,0 0-27 15,0 0-39-15,9 4-107 16,9 26-115-16,3 0-188 15,-3-3-250-15</inkml:trace>
  <inkml:trace contextRef="#ctx0" brushRef="#br0" timeOffset="-185162.79">19058 6581 1152 0,'0'0'756'0,"0"0"-515"16,0 0-77-16,0 0 5 15,0 0-37-15,0 0-22 16,45-118-23-16,-27 87-18 15,3-3-5-15,-7-1 3 16,4-4-6-16,0-5-23 0,0 0-11 16,2 2-5-1,-2 4-12-15,-3 8-9 0,-2 10-2 16,-2 7-8-16,-2 10-3 16,-3 3-12-16,-3 0-15 15,3 7 22-15,0 18 17 16,0 7 28-16,0 6 6 15,0 6-5-15,-6 2-11 16,0 0-5-16,0-2-5 16,0-2-7-16,0-3 5 15,0-6-5-15,0-2 0 16,0-7-1-16,0-4-16 16,0-6-26-16,0-5-40 0,0-7-87 15,0-2-89 1,0 0-67-16,0-7-244 0</inkml:trace>
  <inkml:trace contextRef="#ctx0" brushRef="#br0" timeOffset="-184965.31">19198 6414 879 0,'0'0'896'16,"0"0"-590"-16,0 0-92 16,0 0-72-16,0 0-84 15,0 0-34-15,0 0 28 16,57 3-12-16,-18 2-7 15,5 2-17-15,7-5-16 16,-2-2-59-16,2 0-145 16,0 0-47-16,11-17-79 15,-8 3-18-15,-18 0-1066 0</inkml:trace>
  <inkml:trace contextRef="#ctx0" brushRef="#br0" timeOffset="-184671.1">19736 6389 1075 0,'0'0'629'16,"0"0"-405"-16,0 0-63 15,0 0 22-15,0 0-47 16,-10 112-54-16,10-90 6 16,7-4-12-16,4-2-15 15,4-2-18-15,6-6 3 16,2-3-5-16,8-5 8 16,2 0 20-16,-1-3-33 15,1-15-12-15,-6-4-5 0,-10-6 12 16,-5-1 16-1,-12-7-8-15,0 2-5 0,-3 1-17 16,-20 2-11-16,-5 3 7 16,-1 9-13-16,-6 4-1 15,2 7 1-15,-6 6-7 16,10 2-25-16,-4 0-56 16,5 8-81-16,-6 15-89 15,6-4-352-15,5-3-867 0</inkml:trace>
  <inkml:trace contextRef="#ctx0" brushRef="#br0" timeOffset="-184140.52">19389 5795 1298 0,'0'0'598'0,"0"0"-409"0,0 0-130 15,0 0 0-15,0 0 20 16,0 0 29-16,126-53-7 16,-98 53-29-16,-5 0-46 15,-2 9-7-15,-3 7 6 16,0 1-11-16,-3-4-8 15,-1-3 0-15,-2-2-5 16,6-6 14-16,-5-2 4 16,0 0 5-16,0 0 0 15,-1-10-4-15,-4-2 6 0,-5-2 4 16,0 2 8-16,-3 2-3 16,0-1-14-16,0 4-12 15,0 2-9-15,0 3-24 16,0 2-55-16,0 0-117 15,0 0-434-15,0 8-598 0</inkml:trace>
  <inkml:trace contextRef="#ctx0" brushRef="#br0" timeOffset="-182354.3">21111 6206 1294 0,'0'0'491'16,"0"0"-387"-16,0 0 15 16,0 0-24-16,0 0-46 15,0 0 11-15,0 0 63 16,6 55-9-16,-6-22-11 15,0 3-19-15,0 2-5 16,0 4-23-16,0-4-21 16,0-2-18-16,0-7-10 15,0-7-6-15,0-9 0 0,0-2 0 16,0-7 5-16,0-4 0 16,0 0 5-16,0 0-5 15,0-6 10-15,0-15 18 16,0-6-28-16,0-11-6 15,0-8-12-15,0-7-3 16,0-5 1-16,0-2-15 16,3 2-14-16,3 4 34 15,0 8-16-15,9 7 25 16,3 11-1-16,3 6-2 16,2 7-13-16,7 7 2 15,-3 5 13-15,-1 3 1 16,-4 7 10-16,-1 16 10 0,-8 9 2 15,-3 9 3-15,-7 3 8 16,-3 1-7-16,0-1-3 16,-9 0-5-16,-13-1-3 15,-4-6-1-15,-3-4-8 16,-11-3 3-16,6-7-8 16,-2-6 5-16,3-4-6 15,7-7-7-15,11-6-14 16,5 0-3-16,10 0-37 15,0-6 1-15,0-7 24 16,18 0 20-16,3 0 1 16,6 5 15-16,2 7 15 15,4 1 7-15,-7 0 18 0,5 9 8 16,-5 8-6 0,1 1-2-16,0 0 1 0,-7 0-16 15,1-2-4-15,-3-2-6 16,-6-2-7-16,1-4-8 15,-2-2-17-15,1-6-69 16,6 0-93-16,-7-10-286 16,7-8-231-16</inkml:trace>
  <inkml:trace contextRef="#ctx0" brushRef="#br0" timeOffset="-181971.32">21952 6150 1722 0,'0'0'381'16,"0"0"-242"-16,0 0 74 16,0 0-35-16,0 0-61 15,0 0-28-15,0 0-5 16,-86-31-33-16,77 31-29 15,-6 3-11-15,4 11 1 16,-5 4 0-16,1 6-5 16,0 7 15-16,1 2-1 15,-1 7 2-15,3 0-10 16,6 5-1-16,4-2-6 16,2 0-4-16,0-4 4 15,8-2-6-15,10-9 0 0,2-6-15 16,8-6-6-16,6-10 10 15,12-6-2-15,-2 0-14 16,0-20-30-16,-5-8-68 16,-12-20-116-16,-9 6-116 15,-18 6-323-15</inkml:trace>
  <inkml:trace contextRef="#ctx0" brushRef="#br0" timeOffset="-181813.75">21638 6418 1156 0,'0'0'506'0,"0"0"-347"16,0 0 58-16,0 0-45 15,136-21-73-15,-84 10-16 16,12-1-52-16,16 1-31 16,-15 1-192-16,-9-1-441 0</inkml:trace>
  <inkml:trace contextRef="#ctx0" brushRef="#br0" timeOffset="-181419.8">22329 6150 1654 0,'0'0'496'0,"0"0"-372"15,0 0 63-15,0 0-46 16,0 0-47-16,0 0-49 16,0 0-42-16,-74 3-3 15,74 14-8-15,0 7 1 16,15-1-5-16,11 7-5 16,1-3 16-16,8 5 1 15,4-2 8-15,-3 2 1 16,-3-3 0-16,-15-1 22 15,-3-6 20-15,-9-2 1 16,-6-3 12-16,0-3 26 0,-21-1 12 16,-7 1-33-16,2-4-36 15,-10-3-18-15,7-2-15 16,2-5-14-16,9 0-43 16,18-13-88-16,0-10-224 15,9 1-512-15</inkml:trace>
  <inkml:trace contextRef="#ctx0" brushRef="#br0" timeOffset="-181086.69">22715 6450 1024 0,'0'0'393'16,"0"0"-111"-16,0 0 6 0,0 0-76 15,0 0-47-15,0 0-28 16,0 0-36-16,87 15-17 15,-55-15-31-15,4-8-18 16,2-7 9-16,-5 0-15 16,-9-3 1-16,-6 0 4 15,-16-3 29-15,-2 1 14 16,-8-2-14-16,-19 0-21 16,-2 4-21-16,-10 6 9 15,-6 4-15-15,3 8 3 16,1 0-18-16,0 2-18 15,5 16-25-15,10 5-35 16,5 8-31-16,6 4-45 16,8 1-37-16,7 8-108 15,12-12-258-15,9-8-290 0</inkml:trace>
  <inkml:trace contextRef="#ctx0" brushRef="#br0" timeOffset="-180701.72">23206 5809 1237 0,'0'0'405'16,"0"0"-256"-16,0 0 22 16,0 0 97-16,0 0-18 15,0 0-83-15,23 116-9 16,-17-75-43-16,-3 4-27 16,-3 5-12-16,0 5-34 15,0-1-19-15,0 2-8 16,0 2-3-16,-6-4-5 15,1 0-5-15,2-5 7 16,-4-9-9-16,7-6-11 16,0-8-36-16,0-8-57 0,0-8-68 15,15-10-144 1,6 0-187-16,-3-14-253 0</inkml:trace>
  <inkml:trace contextRef="#ctx0" brushRef="#br0" timeOffset="-180385.56">23473 6364 1455 0,'0'0'366'0,"0"0"-157"15,0 0 50-15,0 0-44 0,26 115-55 16,-10-89-51-1,2-2-48-15,2-6 6 0,1-4-30 16,2-4-19-16,5-8-12 16,1-2 14-16,1 0 10 15,-1-16-3-15,-4-10-1 16,-2-7 4-16,-8-2 0 16,-4-6-9-16,-11 0-9 15,0-2-12-15,0 8-25 16,0 4-14-16,0 12-34 15,0 4-97-15,0 9-210 16,-2 2-427-16</inkml:trace>
  <inkml:trace contextRef="#ctx0" brushRef="#br0" timeOffset="-180019.54">24093 6403 1681 0,'0'0'372'16,"0"0"-180"-16,0 0 18 15,0 0-47-15,0 0 6 16,0 0-55-16,120-109-29 16,-117 89-13-16,-3 2-17 0,0 0-22 15,-18 2-25 1,-3 5 2-16,-6 9-2 0,1 2 7 15,-2 0-15-15,-1 17 1 16,2 11-1-16,-2 10-2 16,5 4 2-16,6 5-2 15,9-1 2-15,0-2-1 16,9-4 1-16,0-4-2 16,16-8-17-16,15-11-10 15,18-8-47-15,43-9-42 16,-12-17-139-16,-6-12-387 0</inkml:trace>
  <inkml:trace contextRef="#ctx0" brushRef="#br0" timeOffset="-179601.66">24536 6400 788 0,'0'0'1027'0,"0"0"-778"16,0 0-57-16,0 0 55 15,0 0-101-15,0 105-46 0,0-87-13 16,0-2-36-1,0-7-16-15,0-2-18 16,0-5-10-16,0-2 5 0,0 0 3 16,0 0 12-16,0 0 49 15,4-12-11-15,-4-10-40 16,5-9-25-16,8-8-7 16,-2-7-10-16,7 2-1 15,2 1-4-15,-2 7 21 16,-2 8 0-16,-1 8-19 15,-7 8 1-15,2 4-11 16,-2 3-18-16,2 5-80 16,1 5-65-16,4 13-156 15,-7 4-308-15</inkml:trace>
  <inkml:trace contextRef="#ctx0" brushRef="#br0" timeOffset="-179269.55">24908 6403 1315 0,'0'0'518'0,"0"0"-314"16,0 0 63-16,0 0-55 15,0 0-59-15,0 0-1 16,134-33-71-16,-114 17-44 16,-10 3-13-16,-5-4 3 15,-5 2 9-15,0 0 13 16,-15 3-34-16,-11 4 17 15,-2 6 1-15,0 2-17 0,-3 0-10 16,2 20-6-16,-1 8 1 16,9 8 5-16,1 5 0 15,7 1-6-15,8 0-1 16,5-6-5-16,0-5-16 16,12-4-7-16,9-10-31 15,10-8-68-15,29-9-78 16,-9-12-120-16,-3-10-426 0</inkml:trace>
  <inkml:trace contextRef="#ctx0" brushRef="#br0" timeOffset="-178252.27">25342 6248 1905 0,'0'0'478'15,"0"0"-396"-15,0 0 129 16,0 0-2-16,-63 102-73 15,54-67-60-15,4 1-25 16,5-4-15-16,0-1-19 16,0-6-7-16,0-6-4 15,0-6-6-15,0-7-30 16,8-5-42-16,7-1-28 16,3 0 10-16,8-14-10 15,5-13-34-15,4-5-21 16,1-2 48-16,-4 0 107 15,-9 5 62-15,-5 7 47 16,-3 10 10-16,-12 4 26 0,1 8 13 16,-4 0-32-16,0 0-63 15,0 8-33-15,0 8-23 16,0 9 14-16,-7 3-7 16,-1 0 2-16,5-2-7 15,-3-4-7-15,6-8-2 16,0-4-5-16,0-6-7 15,0-4-30-15,0 0-57 16,9 0-67-16,12-12 32 16,12-8 66-16,6-8 18 15,5-2-10-15,-3-3 20 16,-2 7 40-16,-13 8 47 16,-11 9 69-16,-8 4 14 0,-7 5-31 15,0 0-23-15,0 20-46 16,0 9 7-16,3 4 7 15,2 2-26-15,5-3-5 16,4-8-12-16,1-5-1 16,3-12-21-16,0-6 7 15,-1-1 5-15,4-1 3 16,0-15 6-16,-1-6 1 16,1-3 0-16,0 1 10 15,-3 3-11-15,-6 7-1 16,-4 4 1-16,-1 7-10 15,-7 3-5-15,3 0 6 16,-3 0-11-16,6 9 20 16,3 0 10-16,-1 2-3 15,5-1-6-15,-2-5-1 0,-1-1 6 16,-2-4 4-16,-1 0-8 16,1 0 5-16,-5 0 5 15,2-4 17-15,-1-8-5 16,-1-2 9-16,-3 0-15 15,0 2 1-15,0 2-9 16,0 2 1-16,0 4-11 16,0 2-11-16,-7 2 11 15,4 0 9-15,-2 0-9 16,-3 17-7-16,-2 2 7 16,5 6 0-16,2-1-9 15,3-2 8-15,0-6-6 0,0-4-5 16,18-6-6-16,11-6-1 15,4 0 9-15,11-15 10 16,4-12 0-16,-4-9-11 16,0-4 1-16,-11-4-19 15,-12 0-1-15,-18 1 3 16,-3 5 8-16,-21 8-4 16,-23 10 20-16,-10 14 3 15,-5 6 2-15,-3 12-2 16,3 20 0-16,8 6-36 15,12 5-123-15,9 8-121 16,12-8-199-16,10-10-496 0</inkml:trace>
  <inkml:trace contextRef="#ctx0" brushRef="#br0" timeOffset="-177635.92">26797 5985 766 0,'0'0'1174'0,"0"0"-882"16,0 0-83-16,0 0 17 0,0 0-89 16,-121 10-83-16,121 18-34 15,0 6-7-15,11 6-13 16,17-1 0-16,7-2-1 15,0-1 1-15,3-7 1 16,-5-3 7-16,-9-2-1 16,-9-2 14-16,-12-2 20 15,-3 0 35-15,-8 2 24 16,-26-2-7-16,-1 2-28 16,-7-1-30-16,4-3-15 15,5-4-20-15,6-4-3 16,10-6-54-16,17-4-150 0,0-2-376 15,0-14-868-15</inkml:trace>
  <inkml:trace contextRef="#ctx0" brushRef="#br0" timeOffset="-176968.7">28217 6153 1877 0,'0'0'368'16,"0"0"-142"-16,0 0 38 15,0 0-96-15,0 0-42 16,0 0-17-16,0 0-38 16,-112-51-41-16,87 51-5 15,2 7-8-15,2 7-7 16,-2 9-1-16,8-3-8 15,2 0-1-15,10-3-6 16,3-4-21-16,0-5-14 16,0-2-22-16,18-2 0 15,3-4-1-15,9 0 34 16,6-4 12-16,5-12 18 0,1-4 0 16,-4 2 1-1,-7 2 5-15,-8 6-6 0,-12 6 1 16,-4 4-1-16,-4 0-8 15,0 0-11-15,-1 13 2 16,-2 6 8-16,3 7-76 16,15 14-194-16,0-8-401 15,0-8-231-15</inkml:trace>
  <inkml:trace contextRef="#ctx0" brushRef="#br0" timeOffset="-176565.78">29177 6056 567 0,'0'0'1419'15,"0"0"-1073"-15,0 0-180 0,0 0 19 16,0 0-68-16,0 0-69 15,0 0 25-15,0 92 13 16,0-54-33-16,-9 4-30 16,0-4-11-16,0 0-12 15,3-8-27-15,3-4-54 16,3-9-109-16,0-8-155 16,0-4-428-16</inkml:trace>
  <inkml:trace contextRef="#ctx0" brushRef="#br0" timeOffset="-176151.84">29411 6102 1802 0,'0'0'521'0,"0"0"-328"16,0 0 96-16,0 0-93 15,0 0-89-15,0 124-39 16,0-97-22-16,0-6-20 15,0-3-13-15,0-4-11 16,0-4-2-16,0-6-41 16,0-4-19-16,0 0-58 15,0 0-93-15,18-16 11 16,6-8 53-16,9-3 18 16,0-9 128-16,-1 5 1 15,-5 1 120-15,-3 6 36 16,-12 8-7-16,-4 6-15 0,-5 6-39 15,0 4-34-15,-3 0-28 16,0 0-20-16,0 15 1 16,0 10 31-16,0 3 6 15,0 6-18-15,0-2-14 16,0 0-4-16,0-3-14 16,4-8-1-16,1-5-50 15,-2-8-79-15,15-8-132 16,-5-6-124-16,4-14-413 0</inkml:trace>
  <inkml:trace contextRef="#ctx0" brushRef="#br0" timeOffset="-175889.59">30169 5426 1582 0,'0'0'290'16,"0"0"-127"-16,-33 115 27 15,18-59 31-15,4 4-30 16,-1 1-18-16,3 5-44 16,3-3-41-16,-3 1-22 15,0 3-24-15,0-2-14 16,-3 2-4-16,-3-4-12 16,4-4 0-16,-2-5-12 15,5-10-29-15,1-7-62 16,2-12-75-16,2-14-137 0,3-11-267 15,0 0-400-15</inkml:trace>
  <inkml:trace contextRef="#ctx0" brushRef="#br0" timeOffset="-175730.01">29866 6057 2031 0,'0'0'575'15,"0"0"-490"-15,0 0-36 16,0 0-34-16,0 0 80 15,0 0-31-15,124 35-34 0,-88-18-30 16,3-3-42 0,2 3-150-16,-5-4-279 0,-6-7-419 0</inkml:trace>
  <inkml:trace contextRef="#ctx0" brushRef="#br0" timeOffset="-175397.9">30434 6217 697 0,'0'0'945'0,"0"0"-695"15,0 0 2-15,0 0-40 16,116 0-51-16,-87-1-24 16,-6-6-25-16,-1-4-37 15,-14-1-10-15,-2-2-2 0,-6 1 25 16,0-2 16-1,-14 1-41-15,-13 1-51 0,-2 5 13 16,-4 5-14-16,-3 3-11 16,0 0 0-16,3 8-2 15,7 12-8-15,2 5 8 16,9 0-5-16,7 5 1 16,4 0-11-16,4 2-83 15,9-4-84-15,24-2-61 16,50-8-27-16,-9-7-268 15,1-11-818-15</inkml:trace>
  <inkml:trace contextRef="#ctx0" brushRef="#br0" timeOffset="-174985.01">30948 6100 629 0,'0'0'1255'0,"0"0"-1081"16,0 0-28-16,0 0 139 15,0 0-102-15,-123-14-57 16,105 28-48-16,1 8-8 16,-4 6 5-16,6 6-21 15,4-2-21-15,1-1-20 16,10-6-13-16,0-6-9 16,10-7-37-16,16-5-17 15,10-7 29-15,5 0 29 16,5 0 5-16,-5-6 11 0,-9 0-5 15,-5 6-6-15,-12 0 1 16,-4 18 9-16,-4 14 43 16,-7 11 17-16,0 10 11 15,0 4-14-15,-9 1-10 16,-12-2-9-16,-12-5-11 16,-3-8-4-16,-5-7-6 15,-6-6-12-15,5-9-4 16,7-10-11-16,7-5-10 15,10-6-26-15,10 0-30 16,8-28-66-16,23-5-377 16,8-10-718-16</inkml:trace>
  <inkml:trace contextRef="#ctx0" brushRef="#br0" timeOffset="-174684.81">31375 6022 1202 0,'0'0'611'0,"0"0"-492"16,0 0 139-16,-23 108 33 15,16-71-32-15,-1 0-50 16,2-5-61-16,-4-2-70 16,2-4-38-16,1-7-11 15,2-2-2-15,-1-9-8 16,6-3-10-16,0-5 0 0,0 0-3 15,0 0-6 1,0-9-9-16,3-14-22 0,12-10-11 16,9-7-12-16,2-4-24 15,7 0-40-15,0 6-100 16,3 7-70-16,-10 16-283 16,-5 7-558-16</inkml:trace>
  <inkml:trace contextRef="#ctx0" brushRef="#br0" timeOffset="-174083.42">31771 6204 1803 0,'0'0'669'0,"0"0"-484"0,0 0 56 16,-75-107-58-16,52 82-53 15,-2 9-38-15,4 7-27 16,1 9-32-16,-4 3-33 15,-3 20 0-15,-2 10-1 16,5 3 1-16,4 0 0 16,10-4 0-16,10-2-11 15,0-9-14-15,30-2-2 16,12-11 0-16,11-8 11 16,4 0 10-16,-1-4 5 15,-11-12 1-15,-10 1 0 16,-8 0 1-16,-15 5 1 15,-4 4 7-15,-5 4 1 16,-3 2 2-16,0 0-12 16,0 0 0-16,4 0-10 0,4 2 9 15,2 2 1-15,4 0 0 16,6-4-7-16,1 0-19 16,7-4 4-16,-2-18-11 15,1-10-35-15,2-14 13 16,4-13-27-16,-6-13-35 15,3-10-14-15,-4-3 29 16,-8 4 23-16,-8 16 75 16,-8 24 4-16,-2 27 192 15,0 14-86-15,-15 23-72 16,-14 27 1-16,-4 15 40 16,-3 6 1-16,3 9 11 15,7-7-17-15,8-1-25 0,6-7-5 16,6-7 2-16,6-10-16 15,0-8-19-15,3-8-2 16,12-8-5-16,9-8-9 16,6-7-30-16,11-9-46 15,21-12-98-15,-5-19-335 16,-13-7-858-16</inkml:trace>
  <inkml:trace contextRef="#ctx0" brushRef="#br0" timeOffset="-173767.26">32704 5105 1699 0,'0'0'627'15,"0"0"-526"-15,0 0-9 16,0 0 122-16,0 0-35 16,-10 140-74-16,-2-78-30 15,-2 9-27-15,-4 4-18 16,-5-2 3-16,0 1-3 16,-3-6-15-16,3-5-8 0,-1-5-7 15,2-5-55-15,-4 18-135 16,8-14-302-16,3-10-264 15</inkml:trace>
  <inkml:trace contextRef="#ctx0" brushRef="#br0" timeOffset="-173598.72">32496 6210 2266 0,'0'0'532'0,"0"0"-371"15,0 0 68-15,0 0-81 16,0 0-44-16,0 0-38 15,0 0-23-15,5 0-43 16,-5 0-7-16,0 0-37 0,0-6-35 16,0-14-95-1,0 0-441-15,0-2-1127 0</inkml:trace>
  <inkml:trace contextRef="#ctx0" brushRef="#br0" timeOffset="-173308.49">33010 5173 1525 0,'0'0'318'16,"0"0"-96"-16,-16 112-14 0,1-51-37 15,3 3-26-15,-5 4-41 16,-5 2-5-16,4-1-5 16,-2-7-36-16,2-2-16 15,4-8-20-15,2-7-22 16,-1-2-44-16,10 3-156 16,3-10-283-16,0-5-439 0</inkml:trace>
  <inkml:trace contextRef="#ctx0" brushRef="#br0" timeOffset="-173146.92">32848 6180 939 0,'0'0'1528'0,"0"0"-1249"15,0 0-85-15,0 0 44 16,0 0-88-16,0 0-62 16,0 0-39-16,0 0-27 15,0 0-22-15,0-8-36 16,-2-11-51-16,-1 0-199 15,3-1-553-15</inkml:trace>
  <inkml:trace contextRef="#ctx0" brushRef="#br0" timeOffset="-172836.75">33327 5394 1512 0,'0'0'325'16,"0"0"-117"-16,-27 116 36 15,18-58 1-15,0 1-44 16,0 0-63-16,3 2-40 15,4-3-20-15,-7-2-30 16,0-6-18-16,0-4-12 16,0-8-18-16,0-4-42 15,-6-3-142-15,3-7-399 16,4-8-843-16</inkml:trace>
  <inkml:trace contextRef="#ctx0" brushRef="#br0" timeOffset="-172698.13">33169 6220 2198 0,'0'0'642'0,"0"0"-563"16,0 0 52-16,0 0 1 15,0 0-76-15,0 0-56 16,0 0-8-16,-41 6-240 16,18 0-737-16</inkml:trace>
  <inkml:trace contextRef="#ctx0" brushRef="#br0" timeOffset="-170671.54">2193 9082 1388 0,'0'0'549'0,"0"0"-434"0,0 0-56 15,0 0-13-15,0 0-30 16,0 0-5-16,7 18 0 16,1-14 1-16,7-1 6 15,-4-3-2-15,4 0 5 16,1 0-3-16,-4-1-1 16,-1-9-8-16,-4 0 7 15,-2-1-1-15,-5 2 0 16,0-1 6-16,0 4 62 15,0-1 76-15,-12 6-1 16,-2 1-49-16,2 0-37 16,-1 0-39-16,8 0-26 0,-5 4-7 15,10 3-11-15,0 2-4 16,0 0-83-16,13-1-56 16,23-8-95-16,-3 0-269 15,-4 0-841-15</inkml:trace>
  <inkml:trace contextRef="#ctx0" brushRef="#br0" timeOffset="-169060.85">3167 8678 1655 0,'0'0'474'15,"0"0"-379"-15,0 0 28 16,0 0 15-16,0 0-48 16,0 0-39-16,0 0-5 15,-14 87 14-15,10-45 2 16,2 6-5-16,2 6-6 15,-3 0-5-15,3-1 2 16,-3-1-1-16,0-8-15 16,-2-6-9-16,1-12-10 15,1-6-5-15,3-10-7 16,0-9-1-16,0-1 0 16,0 0-3-16,0 0-26 0,0-11 29 15,0-11 0-15,0-14 0 16,0-10-17-16,3-13 4 15,1-11-9-15,4-6-22 16,-5-2 11-16,2 4 3 16,2 11 23-16,-1 15 7 15,-3 17 10-15,-1 14-2 16,-2 11 2-16,0 6 1 16,4 0-5-16,-1 2-6 15,0 19-10-15,5 10 10 16,5 13 21-16,2 9-2 15,-1 5-2-15,-2 0-11 16,3-6-5-16,-2-4 7 16,-5-9-7-16,-3-3 7 0,2-13-8 15,-1-5 1-15,-4-5-1 16,8-10-29-16,-2-3-26 16,8 0-35-16,4-9 24 15,-2-18 16-15,8-9 20 16,-2-12-37-16,1-10 7 15,-2-9-16-15,0-6 32 16,1 3 42-16,-9 7 2 16,-3 13 3-16,-3 19 51 15,-2 10 34-15,-5 11 5 16,-2 8 0-16,0 2-32 0,0 0-19 16,6 8-18-1,-1 14-6-15,5 14 19 0,5 11 10 16,-4 7-13-16,4 1-12 15,-5 4-4-15,-2-7-12 16,-2-2 0-16,-4-5 0 16,5-1-6-16,-4-2 0 15,3-4-36-15,-4-2-43 16,5-6-66-16,14-12-105 16,0-8-129-16,-3-10-578 0</inkml:trace>
  <inkml:trace contextRef="#ctx0" brushRef="#br0" timeOffset="-168626.02">3987 8893 1587 0,'0'0'652'0,"0"0"-545"15,0 0-66-15,0 0 2 16,0 0 26-16,0 0 20 16,0 0-27-16,87 2-13 15,-61-2-8-15,-1-4-11 16,-11-5-11-16,-2 3-1 16,-6 1 1-16,-4 3-1 15,-2 1 12-15,0 1 25 0,0-3 29 16,-2 3-9-1,-9 0-44-15,-2 0-13 0,-5 0 24 16,0 4-24-16,-2 8-12 16,5 4-5-16,-3 2 10 15,9-1 7-15,0 2-6 16,3 1 1-16,4 2-7 16,2 1 0-16,0 0-6 15,0 0 0-15,8-3-8 16,10-5-17-16,9-5-34 15,-1-7-49-15,23-7-78 16,-5-19-311-16,-6-4-395 0</inkml:trace>
  <inkml:trace contextRef="#ctx0" brushRef="#br0" timeOffset="-168404.61">4244 8514 1664 0,'0'0'541'0,"0"0"-427"16,0 0 20-16,0 0-37 15,0 0-54-15,121-88-43 16,-85 72-1-16,-10 5-230 0,-8 6-515 0</inkml:trace>
  <inkml:trace contextRef="#ctx0" brushRef="#br0" timeOffset="-164997.72">4701 8606 217 0,'0'0'1300'16,"0"0"-951"-16,0 0-144 15,0 0-42-15,0 0-10 16,0 0-73-16,0 0-6 16,0 52 29-16,-3-25-20 15,-1-1-38-15,-1 4-8 16,-1-2 10-16,-1 2-17 16,-1 2 1-16,2 0-10 15,0 2-6-15,0 0-5 16,3-3 1-16,1-5-2 15,2-4-8-15,0-4 8 0,0-4-3 16,0-5-4-16,0 0 4 16,5-6 5-16,5 0-11 15,1-3-5-15,7 0 5 16,2 0 21-16,4 0 2 16,-2-9-14-16,1-1 0 15,-2 1-2-15,-3-1-7 16,0 1-23-16,-3 2-45 15,-7-2-127-15,-5 1-126 16,-3 1-219-16,0 0-686 0</inkml:trace>
  <inkml:trace contextRef="#ctx0" brushRef="#br0" timeOffset="-164742.41">4561 8887 189 0,'0'0'1695'15,"0"0"-1349"-15,0 0-118 16,0 0-19-16,0 0-77 16,0 0-81-16,0 0-51 15,0 0-27-15,17 0 21 16,11 0 6-16,4-2-6 15,6-1-2-15,5 0-84 16,16-1-152-16,-9 0-144 0,-12 2-566 0</inkml:trace>
  <inkml:trace contextRef="#ctx0" brushRef="#br0" timeOffset="-164061.25">5208 8957 1408 0,'0'0'298'0,"0"0"-81"16,0 0-8-16,0 0-67 15,0 0-7-15,0 0-22 16,0 0 3-16,-29 40-16 15,27-19-29-15,2-4-20 16,0 4-11-16,0-2-4 16,0-2-13-16,2-2-16 15,9-4 8-15,2-5-15 16,5-4-12-16,0-2 4 0,8 0 8 16,-1-19 26-1,-2-2-14-15,0-5 4 0,-7-2-7 16,-8-1-9-16,-8 1 15 15,0 0 0-15,-3 5 10 16,-20 4-17-16,-1 5-8 16,-3 10 0-16,0 4-1 15,0 0-53-15,6 20-64 16,3 5-91-16,13 22-109 16,2-7-252-16,3-6-589 0</inkml:trace>
  <inkml:trace contextRef="#ctx0" brushRef="#br0" timeOffset="-163146.68">5732 8974 1465 0,'0'0'335'0,"0"0"-98"16,0 0-19-16,0 0-27 16,0 0-8-16,0 0-44 15,0 0-56-15,-95 32-25 0,85-17-26 16,2 3-1-1,-2 3-11-15,7-2-14 0,-2-1 15 16,5 1-11-16,0-3-5 16,0-4-5-16,0-2 0 15,3-7-7-15,12 0-38 16,8-3-24-16,8-4 33 16,4-19 17-16,4-9-10 15,5-9 1-15,0-7-11 16,-5-9-10-16,-3-3 46 15,-6-3 3-15,-9 0 46 16,-10 1 18-16,-4 5 14 0,-7 13-5 16,0 14-22-1,0 14 21-15,0 12-18 0,0 4-41 16,-3 14-2-16,-4 22-10 16,-4 16-1-16,-2 8 6 15,1 9-6-15,4-5-6 16,2-3-24-16,6-7 0 15,0-13-20-15,0-5-14 16,9-10-17-16,11-9 1 16,4-7-11-16,3-10 40 15,2 0 32-15,1 0 19 16,-9-13 1-16,0 1 22 16,-9 4 27-16,-6 5 2 15,-3 3 15-15,-3 0 3 16,0 0-22-16,2 6-22 0,-2 7-13 15,10 4-11-15,1-3 7 16,1 0 1-16,6-5 14 16,3-4 12-16,0-3-17 15,6-2-5-15,-3 0-1 16,-4-14 11-16,-2-6-7 16,-7-3-7-16,-4-3 5 15,-4 1 6-15,-3-6-12 16,-3 5 2-16,-15 2 5 15,-5 8 1-15,-8 7 8 16,-2 9 9-16,4 0-16 16,-1 11-16-16,7 14-1 15,2 5-1-15,3 3 1 16,8 4-1-16,10 1 1 16,0-5-1-16,0-4 0 0,13-7-33 15,20-12-37-15,32-10-37 16,-3-10-96-16,-6-12-410 0</inkml:trace>
  <inkml:trace contextRef="#ctx0" brushRef="#br0" timeOffset="-162329.86">7193 8969 1352 0,'0'0'532'16,"0"0"-362"-16,0 0 29 15,48-118 23-15,-37 76-48 16,-1 0 28-16,-8 4-72 15,-2 3-32-15,0 12-17 0,0 9-16 16,0 7-4-16,0 7-26 16,-5 0-28-16,2 0 2 15,3 4-9-15,0 13-13 16,0 8 12-16,0 10 1 16,0 3 1-16,8 2 0 15,2 2-1-15,-5-4 0 16,-2-2 0-16,3-6-1 15,-2-6 1-15,-4-4-1 16,0-7 1-16,0-7 0 16,0-3 5-16,-10 0 5 15,-8-3 7-15,-5 0-1 16,-1 0-5-16,0 0 8 0,6 0 2 16,9 0 5-1,4 0-18-15,5 0-8 0,0 0-7 16,0 0-19-16,8 0 8 15,16 0 18-15,3 4 0 16,5 0 0-16,8-3-9 16,-2-1-18-16,7 0-25 15,11 0-116-15,-9-4-382 16,-8-4-667-16</inkml:trace>
  <inkml:trace contextRef="#ctx0" brushRef="#br0" timeOffset="-162172.28">7743 9086 2271 0,'0'0'576'16,"0"0"-430"-16,0 0-108 16,0 0-38-16,0 0-162 15,0 0-130-15,0 0-344 0</inkml:trace>
  <inkml:trace contextRef="#ctx0" brushRef="#br0" timeOffset="-160779.01">9079 8763 1445 0,'0'0'241'0,"0"0"-162"15,0 0 92-15,0 0-2 0,0 0-32 16,0 0-7-16,131-105-18 15,-113 100-20-15,-3 1-10 16,-4 4-26-16,-7 0 3 16,2 4 15-16,-6 18 4 15,3 7-9-15,-3 10-8 16,0 6-9-16,0 4-16 16,0 1-15-16,0 0-12 15,2-2-1-15,5-4 2 16,2-4-9-16,6-5-1 15,-4-9 0-15,4-5-1 16,3-6-6-16,5-7-14 16,5-8 7-16,4 0 4 15,3-12 10-15,8-18 0 16,-2-10 0-16,4-13-26 0,-1-7 14 16,-9-6-4-16,-1-9 10 15,-14 2-7-15,-10-5 13 16,-10 1 1-16,0 4 0 15,-7 6 3-15,-4 13-3 16,-1 14 4-16,3 11 16 16,2 14-3-16,2 7-3 15,2 3-13-15,3 5 7 16,0 0-9-16,0 6-2 16,0 16 2-16,0 14 2 15,0 13 23-15,0 9 8 16,0 8-10-16,0 2-13 0,0 2-4 15,0-3 0-15,0-2-4 16,0-2-1-16,0-3 5 16,0-3-5-16,0-7 0 15,8-5-1-15,8-6-5 16,-4-10-12-16,6-8-20 16,-2-7-16-16,9-11-44 15,1-3-99-15,16-11-89 16,-9-16-298-16,-3 0-489 0</inkml:trace>
  <inkml:trace contextRef="#ctx0" brushRef="#br0" timeOffset="-160363.12">10212 8832 1729 0,'0'0'366'16,"0"0"-136"-16,0 0-13 16,0 0-40-16,0 0-48 15,0 0-43-15,0 0-35 16,-90 11-25-16,81 3-7 16,9 4-4-16,0 0-15 15,0 1-1-15,0-2 1 16,12 1-6-16,6-2-3 15,3 0-3-15,-1 0-2 16,8-1 4-16,-7-1 8 0,-1 0 2 16,-4-5 0-16,-5 4 1 15,-6-2 18-15,-1 0 1 16,-4 3 20-16,0 2 14 16,-12 0 0-16,-9 0-23 15,-2 0-10-15,-2-2-12 16,1-4-9-16,1-4-9 15,2-2-36-15,3-4-54 16,13 0-111-16,5-10-311 16,0-5-273-16</inkml:trace>
  <inkml:trace contextRef="#ctx0" brushRef="#br0" timeOffset="-159427.62">10776 8932 1461 0,'0'0'496'0,"0"0"-299"16,0 0-7-16,0 0-3 16,0 0-8-16,-116-8-67 15,95 8-27-15,-9 8-19 16,4 11-14-16,0 4 11 15,-5 4-8-15,5 1 7 0,1 3-10 16,9-1-17-16,3-4-26 16,8-2-6-16,5-4-3 15,3-6-14-15,23-6-4 16,7-8-21-16,11 0 6 16,4-4 8-16,2-14-16 15,-2-4 1-15,-9 0 8 16,-10-2 23-16,-9 1-1 15,-5 5 10-15,-8 2 0 16,-7 5 49-16,0 3 12 16,0 4-5-16,0 4-11 15,0 0-27-15,0 0-6 16,0 0-11-16,-4 12 6 16,-1 6-7-16,-1 0 0 15,-1 4 0-15,4-3 0 0,1 2 1 16,2-1 0-1,0-2 5-15,0 0-5 0,5-6-1 16,10-3-20-16,6-7-14 16,7-2-19-16,1-1 7 15,4-21 16-15,2-7-17 16,-2-8 28-16,-1-1-14 16,1-1 0-16,-9 5 17 15,-4 4 16-15,-4 10 0 16,-7 8 13-16,-6 8-12 15,-3 4 15-15,0 0 5 16,0 0 3-16,0 6 10 16,0 12 20-16,0 6-1 0,-3 3-20 15,-1-2-14 1,-1 3-5-16,5-1 1 0,-3-4-10 16,3 0-4-16,0-3-2 15,5-7 1-15,16-2-11 16,9-5-11-16,3-6-2 15,6 0 12-15,8-6 6 16,-2-12-9-16,-1-4-6 16,-5-6-8-16,-6-2 2 15,-7-1 3-15,-11-1 24 16,-9 6 0-16,-6 4 21 16,0 6 24-16,-8 8 10 0,-8 4-8 15,1 4-14-15,-3 0-15 16,7 6-12-16,-4 13-5 15,3 2 0-15,-1 6 5 16,5 3-5-16,0 2 0 16,1 3 0-16,4 2 0 15,3-3-1-15,0-6-35 16,6-4-47-16,12-9-86 16,33-15-159-16,-7 0-254 15,-3 0-39-15</inkml:trace>
  <inkml:trace contextRef="#ctx0" brushRef="#br0" timeOffset="-158411.34">11789 8953 973 0,'0'0'664'0,"0"0"-426"16,0 0-53-16,0 0 45 15,0 0-11-15,0 0-12 16,0 0-31-16,0 80-26 15,0-53-44-15,-6-1-32 16,-6-5-32-16,3-4-29 16,7-5-7-16,-1-6-6 15,3-6-20-15,0 0-58 16,3 0-34-16,15-12 42 16,5-8-34-16,3-4-69 15,7-6 15-15,0-1 94 16,-1 3 64-16,-2 5 17 0,-9 4 71 15,-3 11 35-15,-10 6 10 16,-4 2-16-16,-1 4 13 16,-3 16-22-16,0 6-32 15,0 3-22-15,0-2-23 16,0 0-1-16,0-8-19 16,0-4-11-16,3-5 0 15,-3-8-21-15,5-2-16 16,2 0-15-16,4 0-29 15,4-14 7-15,9-4-2 16,6-6-68-16,-1-2-84 16,4 2 27-16,3-1 146 0,-7 7 55 15,-4 5 74 1,-5 6 23-16,-4 7 15 0,-5 0-2 16,-2 0-11-16,2 13 10 15,2 4 9-15,-1 4-46 16,-1 1-15-16,-1-4-24 15,-2-1-21-15,-2-5-6 16,0-1-6-16,-3-5 0 16,3-1-7-16,-4-2-27 15,3-3-22-15,0 1-17 16,1-1 2-16,-4 3 40 16,8-3 16-16,-2 2 5 15,2-1 10-15,8-1 0 0,0 0-1 16,2 0 1-1,-2-7 27-15,6-10-11 0,-6 2-1 16,-7-6-1-16,-2 2 4 16,-9-2-3-16,0-1 0 15,0-1 1-15,-15-2-5 16,-6 1-4-16,-5 2-1 16,2 5-5-16,0 4 5 15,1 9 21-15,5 4-12 16,3 0-13-16,4 2-2 15,4 14 0-15,1 4-8 16,6 4 7-16,0 0 0 16,8-4-8-16,13-2-9 15,9-7-12-15,6-8 2 16,6-3 2-16,6-3 13 0,4-15 5 16,2-5 7-16,-6 4 1 15,-7 8 0-15,-7 3 10 16,-14 7 22-16,-6 1 8 15,-7 0-2-15,-4 14 14 16,-3 9-1-16,0 4 1 16,-6 9-17-16,-9-5-8 15,-3 4-14-15,-3-3-4 16,3-2-9-16,-2-4-12 16,5-4-43-16,-3-3-59 15,9-4-265-15,3-9-784 0</inkml:trace>
  <inkml:trace contextRef="#ctx0" brushRef="#br0" timeOffset="-157809.95">13865 8969 1445 0,'0'0'544'62,"0"0"-341"-62,0 0 16 0,0 0-1 0,0 0-66 0,0 0-26 0,0 0-20 0,-8 19 2 0,8-1-17 16,0 4-38-16,3-3-29 0,15 0-8 16,8-6-4-16,10-2-6 15,2-9-6-15,6-2 0 16,5 0 6-16,-2-18-4 16,-5-5-2-16,-10-3 0 15,-5-4 0-15,-13 1 0 16,-14-2 0-16,0 3 7 15,-23 0 2-15,-16 2-3 16,-8 2-4-16,-6 10-1 16,-1 8 5-16,3 6-5 15,10 6-1-15,9 24-17 16,7 10-29-16,25 28-95 16,0-8-355-16,10-5-434 0</inkml:trace>
  <inkml:trace contextRef="#ctx0" brushRef="#br0" timeOffset="-157157.69">15687 8490 1594 0,'0'0'358'16,"0"0"-240"-16,0 0-3 15,0 0 64-15,3 138-17 16,-3-99 0-16,3 5 2 15,-3 2-31-15,0 2-34 16,0-2-30-16,0-2-35 16,-3-4-14-16,-4-7-13 0,4-8-6 15,0-8-1-15,3-8-11 16,0-4-35-16,0-5-58 16,0 0-59-16,0-5-8 15,0-17 13-15,6-26-93 16,-2 4-243-16,2-6-436 0</inkml:trace>
  <inkml:trace contextRef="#ctx0" brushRef="#br0" timeOffset="-156661.02">15654 8356 1542 0,'0'0'249'0,"0"0"-138"0,0 0 4 15,0 0 15-15,0 0-1 16,139-84 20-16,-85 81 0 15,0 3 4-15,-1 5 20 16,-8 21-27-16,-12 7-36 16,-10 10-18-16,-15 3-32 15,-4 4-19-15,-4 0-18 16,-4-2-7-16,-14-4-4 16,-8-4-1-16,-4-7-10 15,-5-7 4-15,-7-8-5 16,3-6-10-16,-2-6-1 15,2-4-10-15,3-2-10 16,7 0 1-16,12 0 0 16,7-2 14-16,7-3-7 15,3 4 4-15,0 1-31 0,15 0 33 16,9 0 17-16,3 4 24 16,2 12 15-16,2 6 4 15,0 2 1-15,5 2-9 16,-3 0-2-16,0 0 0 15,-4-1-3-15,-1-5-12 16,-5-1-3-16,-2-2 0 16,-3-6-6-16,-3-1-7 15,-4-4-1-15,1-4 6 16,-6-2-7-16,1 0-24 16,-7 0-14-16,0 0-19 15,0 0-25-15,0 0-119 16,0 4-417-16,0-2-394 0</inkml:trace>
  <inkml:trace contextRef="#ctx0" brushRef="#br0" timeOffset="-156002.78">16857 8981 1906 0,'0'0'599'0,"0"0"-459"15,0 0-39-15,0 0-101 16,0 0-170-16,0 0-562 0</inkml:trace>
  <inkml:trace contextRef="#ctx0" brushRef="#br0" timeOffset="33026.39">19543 8885 1283 0,'0'0'320'0,"0"0"-206"16,0 0 33-16,0 0 3 16,0 0-45-16,0 0-27 15,-25 131 4-15,25-100 24 16,0 5-17-16,0 3-20 15,0 2 20-15,0 6 0 16,0-1-8-16,0-1-17 16,0 4-16-16,0-5-9 15,0-3-15-15,0-5 0 16,0-4-6-16,0-4-8 16,0-8-8-16,0-2 5 15,4-8-1-15,-1-4-6 0,-3-4-10 16,3-2-30-1,-3 0-34-15,0-13-81 0,5-12-140 16,-2-25-64-16,4 4-270 16,-4 1-359-16</inkml:trace>
  <inkml:trace contextRef="#ctx0" brushRef="#br0" timeOffset="33441.28">19469 8909 971 0,'0'0'242'0,"0"0"-129"16,0 0 73-16,0 0-13 15,0 0-30-15,113-71-30 16,-78 59-24-16,-3 5-10 15,1 1-18-15,-7 6 16 16,2 0-9-16,-7 8 3 16,-3 12 0-16,-3 7 3 15,-7 4 4-15,-8 1-11 16,0 0-17-16,0 0 4 16,-3-2 6-16,-15 1-12 15,-2-5-16-15,-1-2-6 16,0-6-1-16,1-6-2 0,2-4-10 15,0-6-2-15,3-2-2 16,-1 0-2-16,5-4-7 16,2-14-14-16,9-5-29 15,0 1-60-15,0 0-77 16,3-3-147-16,14 3-247 16,-1 5-334-16</inkml:trace>
  <inkml:trace contextRef="#ctx0" brushRef="#br0" timeOffset="34558.3">20125 8807 1053 0,'0'0'346'0,"0"0"-211"15,0 0 15-15,0 0 38 16,0 0-30-16,0 0-46 16,45 108-14-16,-37-76-11 15,2 0-26-15,-5-4-12 16,-2-3-3-16,0-6-17 15,-3-2-6-15,0-6 0 16,0-2-11-16,0-4-3 16,0-2-7-16,0-3 8 15,0 0-10-15,0 0 0 16,0-13-27-16,0-8-36 16,0-8 20-16,5-3 15 15,5-3 9-15,3 0 0 0,3 1 9 16,-1 2 9-1,3 5-4-15,-3 6 5 0,0 5 6 16,3 3 3-16,-7 7 9 16,5 6 13-16,-4 0 18 15,2 3-1-15,-5 17-7 16,7 4 17-16,-5 6 18 16,-2 4 11-16,-3 2-18 15,-4 3-29-15,1-6-6 16,-3 1-17-16,0-6-2 0,4-3-14 15,-4-6 8 1,0-4-9-16,0-4 0 0,0-4-6 16,3-7-34-16,3 0-77 15,6 0-90-15,17-33-143 16,1 1-251-16,-1 0-858 0</inkml:trace>
  <inkml:trace contextRef="#ctx0" brushRef="#br0" timeOffset="34924.4">20723 8939 618 0,'0'0'840'15,"0"0"-568"-15,0 0-49 0,0 0-8 16,0 0-36 0,0 114-66-16,0-96-30 0,8-3-6 15,4-4-21-15,2-1-9 16,8-4-6-16,-1-6-6 15,-1 0-12-15,7 0-14 16,-4-12 6-16,2-7-6 16,-4-3 4-16,-4-3-1 15,-5 2-4-15,-10 0-6 16,-2 2 10-16,0 0 4 16,-8 5-8-16,-10 0-1 15,-8 2 8-15,-10 4 0 16,0 6-14-16,0 4 6 15,-2 0-7-15,5 8-13 16,4 15-16-16,8 4-17 0,3 7-26 16,9 5-63-16,9-1-87 15,5 2-52-15,20-10-112 16,4-12-374-16</inkml:trace>
  <inkml:trace contextRef="#ctx0" brushRef="#br0" timeOffset="35342.18">21183 8979 1106 0,'0'0'346'0,"0"0"-164"15,0 0 35-15,0 0-26 16,0 0-50-16,-10 117-40 16,10-101-19-16,0-6-33 15,10-2-6-15,-7-6 5 16,2-2-6-16,1 0 14 16,1 0 17-16,-2-10-9 15,5-8-28-15,-2-4-14 16,0-7-10-16,2 0-6 15,-2-6-6-15,2-1 0 16,-2 2-1-16,5 4-6 16,-5 9 1-16,4 6 6 0,3 7-18 15,-4 6 4-15,5 2-6 16,-1 0 8-16,3 0-21 16,-3 10-19-16,3 0-67 15,5 3-152-15,-5-4-219 16,-3-1-528-16</inkml:trace>
  <inkml:trace contextRef="#ctx0" brushRef="#br0" timeOffset="35791">22039 8399 1410 0,'0'0'483'0,"0"0"-327"15,0 0 30-15,0 0-17 16,0 0-43-16,-93 113-23 15,81-67-30-15,0 10-19 16,1 6 2-16,-2 5-2 16,5 1-14-16,-2-3-10 0,5-2-6 15,2-5 21 1,3-2-6-16,0-3 33 0,0-5-18 16,8-8-20-16,10-4 16 15,6-9-17-15,3-6-11 16,-1-6-10-16,5-9 4 15,-5-5-7-15,-3-1-1 16,-5 0-2-16,-3 0-6 16,-12 0-18-16,-3-4-28 15,0-2-48-15,-5 4-240 16,-13-2-617-16</inkml:trace>
  <inkml:trace contextRef="#ctx0" brushRef="#br0" timeOffset="36909.01">22478 8781 1307 0,'0'0'379'0,"0"0"-176"15,0 0-41-15,0 0 32 0,0 0-58 16,91-110-43-1,-58 99-14-15,0 11 0 0,-4 0-2 16,2 18 1-16,-5 15-12 16,-8 7 5-16,-9 4-20 15,-6-2-7-15,-3-3-3 16,0-2 1-16,-5-5-15 16,-16-3-13-16,-7-2-1 15,-1-3-1-15,-4-3-12 16,0-4-6-16,-2-5-21 15,3-4-13-15,2-5-45 16,-1-3-2-16,11 0 23 16,6-18 29-16,10-4 34 15,4-5-8-15,0 3-2 16,6 0 11-16,15 4 32 0,0 6-11 16,0 6 3-16,5 5 5 15,-2 3-14-15,-3 0-4 16,3 5-5-16,-4 7-5 15,4 0-1-15,-4 1 0 16,8-2-40-16,-2-2-60 16,4-5-112-16,17-4-99 15,-8 0-178-15,-3 0-237 0</inkml:trace>
  <inkml:trace contextRef="#ctx0" brushRef="#br0" timeOffset="37209.21">23006 8974 535 0,'0'0'667'0,"0"0"-403"15,0 0-21-15,0 0-24 0,0 0-47 16,0 0-9-16,0 0-4 16,113 19-39-16,-85-19-17 15,-2 0-23-15,-5-8-14 16,2-6-20-16,-2-6-4 16,-3-5-17-16,-3-2-11 15,-6-3 2-15,-9-2 5 16,0-2-10-16,-9 2 19 15,-17 4-11-15,-10 6 7 16,-3 8-9-16,-5 11-15 16,-1 3 4-16,9 7-6 15,0 14-8-15,10 8-39 16,13 1-39-16,8 3-91 16,5-2-81-16,18 3-87 0,15-5-219 15,-4-12-355-15</inkml:trace>
  <inkml:trace contextRef="#ctx0" brushRef="#br0" timeOffset="37427.61">23556 9057 1505 0,'0'0'389'0,"0"0"-175"15,0 0 11-15,0 0-68 16,-12 106-62-16,1-77-25 0,1 1-35 16,4-2-19-16,1-2-16 15,-2-6-6-15,7-2-116 16,0-6-192-16,0-8-439 0</inkml:trace>
  <inkml:trace contextRef="#ctx0" brushRef="#br0" timeOffset="38260.39">24037 8882 1385 0,'0'0'330'16,"0"0"-203"-16,0 0 30 16,0 0-34-16,21-119-37 15,-3 82 1-15,-1 5 17 16,1 6-23-16,-5 7-20 15,-5 5 3-15,-1 7-13 16,-4 7-29-16,-3 0-11 16,0 9-4-16,0 17 14 15,0 10 34-15,0 8 2 16,-3 4-18-16,-4-1-1 0,4 4-20 16,1-8-4-16,2 0-7 15,0-6-5-15,0-6 8 16,0-6-10-16,0-7-13 15,0-7-66-15,2-8-77 16,26-10-83-16,-2-15-62 16,4-7-513-16</inkml:trace>
  <inkml:trace contextRef="#ctx0" brushRef="#br0" timeOffset="38827.88">24782 8506 834 0,'0'0'975'0,"0"0"-747"15,0 0-62-15,0 0 74 16,0 0-76-16,0 0-50 16,0 0-18-16,-108 102-22 15,80-88-36-15,5-4-14 16,2-1-5-16,3-4-10 15,0-1-7-15,10 0 4 16,-2-1-6-16,2 0 0 16,4 4-1-16,-4-2-9 15,2 4 9-15,-1-3 1 0,2 0 0 16,-4 0 1-16,0-1 1 16,0 2-1-16,3-1 0 15,3-1-1-15,0 2-1 16,3-1-18-16,0 2-7 15,3 0-2-15,15-2 1 16,9 0 9-16,8-4 18 16,3-2-1-16,5 0-5 15,-4 0 0-15,-4 0 5 16,-8 4 1-16,-12 3 9 16,-7 5 3-16,-5 5 21 15,-3 3 25-15,-6 2 20 16,-12 2-5-16,-2-2-28 15,-6-3-10-15,1-5-14 16,4 1-6-16,-5-5 3 0,5-4-3 16,-2-1-5-16,5-5 1 15,0 0-10-15,3 0-2 16,5 0 0-16,5 0-33 16,2-3-44-16,3-1-84 15,3 0-211-15,12 0-516 0</inkml:trace>
  <inkml:trace contextRef="#ctx0" brushRef="#br0" timeOffset="39070.21">25088 9006 1788 0,'0'0'344'16,"0"0"-183"-16,0 0-4 16,0 0-97-16,0 0-33 15,0 0-20-15,-26 116-7 16,26-89-16-16,3-2-99 16,12 1-105-16,-7-6-179 15,2-8-416-15</inkml:trace>
  <inkml:trace contextRef="#ctx0" brushRef="#br0" timeOffset="39613.75">25736 8664 454 0,'0'0'1198'0,"0"0"-898"16,0 0-79-1,0 0 46-15,0 0-70 0,0 0-42 16,0 0-34-16,123 11-10 15,-123 22-12-15,0 6-24 16,-3 2-21-16,-22 2-21 16,-9-3-14-16,-2-2-2 15,-7-4-16-15,-4-2-1 16,-1-6 0-16,4-2-33 16,-3-7-18-16,11-6-34 15,6-11-38-15,12 0 32 16,13-7 53-16,5-15 22 15,0-3 13-15,23 2 3 16,5 6 27-16,0 5 18 16,6 8 7-16,-5 4-3 0,1 0-5 15,-4 0 2-15,-1 10-11 16,-5 3-16-16,4-3-10 16,-6 3 0-16,0-3-9 15,-3-3-18-15,-1-1-30 16,4-6-60-16,9 0-59 15,-3-9-296-15,-1-9-289 0</inkml:trace>
  <inkml:trace contextRef="#ctx0" brushRef="#br0" timeOffset="39912.97">26427 8329 1491 0,'0'0'306'15,"0"0"-48"-15,0 0 10 16,52 125-76-16,-40-67-2 16,-6 8-48-16,1 6-36 15,-7 3-3-15,0-3-41 16,0-6-34-16,-4-5-10 15,-14-10-6-15,1-5-6 16,-5-7 2-16,1-9-8 16,1-7-26-16,-4-6-44 15,1-11-59-15,2-4-168 0,6-2-385 0</inkml:trace>
  <inkml:trace contextRef="#ctx0" brushRef="#br0" timeOffset="40433.58">26877 8826 1532 0,'0'0'514'0,"0"0"-414"16,0 0 113-16,113-2-16 15,-62 2-27-15,-1 0-40 16,-2 0-60-16,-7 0-35 16,-2 0-19-16,-9 0-8 15,-6 0-8-15,-9 0-35 16,-4 0-96-16,-11 0-154 16,0 0-87-16,-11 0-505 0</inkml:trace>
  <inkml:trace contextRef="#ctx0" brushRef="#br0" timeOffset="40630.06">26887 9021 859 0,'0'0'849'16,"0"0"-615"-16,0 0 85 16,113 18-39-16,-69-14-74 15,-6-1-59-15,1-3-75 16,-6 0-45-16,-9 0-27 15,-1 0-44-15,-5 0-190 16,-6-8-352-16,-9-1-902 0</inkml:trace>
  <inkml:trace contextRef="#ctx0" brushRef="#br0" timeOffset="53918.51">28509 8390 1053 0,'0'0'492'16,"0"0"-356"-16,0 0-14 15,0 0 55-15,0 0-33 16,0 0-20-16,26-36-3 15,-26 28-11-15,0 2-19 16,0-2-2-16,0-2-16 16,0 1-12-16,-12 2 2 15,-2-2-21-15,-7 1-23 16,-4 2-4-16,-4 2 1 0,-1 4-15 16,-2 0-1-1,5 0 0-15,1 0 1 0,-2 13-1 16,10 1-2-16,7 4-5 15,1 1-2-15,8 6 3 16,2-1-5-16,0 2-1 16,12-2 2-16,9-4 0 15,5-4 10-15,10-6 0 16,-3-5 1-16,0-5-1 16,-1 0 7-16,-2-7-1 15,-9-9-6-15,-1-3 7 16,-7 2-7-16,-5-1 6 15,-3 2 0-15,0 6 9 0,-5 3-9 16,0 7 7 0,0 0 7-16,0 0-11 0,0 9 3 15,-7 12 4-15,-4 10 5 16,1 3 0-16,2 6-8 16,-2 0 2-16,5 2 3 15,2-1-6-15,3-1-1 16,0-6-11-16,0-6 1 15,0-2 0-15,0-8 0 16,0-4-1-16,0-6-18 16,5-4-41-16,-2-4-45 15,10-6-123-15,-2-14-250 16,-2-4-299-16</inkml:trace>
  <inkml:trace contextRef="#ctx0" brushRef="#br0" timeOffset="54615.65">29123 8396 1114 0,'0'0'612'0,"0"0"-390"0,0 0 10 16,0 0-11-16,0 0-51 16,0 0-28-16,0 0-17 15,-26-63-35-15,8 55-32 16,0 2-11-16,0 0-6 15,-2 5-15-15,-5-1-11 16,2 2-6-16,-4 0-2 16,-3 2-5-16,1 10-2 15,2 0 0-15,9-1 0 16,4 2 1-16,4-4 0 16,5 2-1-16,-2 1-2 15,4 2-5-15,3 2-4 16,0-4 4-16,0 3-7 0,18-8-2 15,3-1-14 1,6-5 12-16,9-1 8 0,-1 0 9 16,3-7 1-16,1-9 8 15,-6 0-2-15,-6-1-5 16,-13 6 15-16,-1 1-10 16,-11 6 13-16,1 2 22 15,-3 2-1-15,0 0-10 16,0 0-13-16,0 0-10 15,0 14-1-15,-5 8 2 16,-4 8 8-16,-9 4 1 16,3 6-1-16,0 0-7 0,-3 0-1 15,0 1-7-15,3-4 0 16,4-4 0-16,1-6 5 16,5-4-6-16,2-8-6 15,3-4-23-15,0-7-19 16,0-4-36-16,11 0-29 15,17-9-121-15,-2-8-253 16,-5-4-176-16</inkml:trace>
  <inkml:trace contextRef="#ctx0" brushRef="#br0" timeOffset="54859">29319 8691 1655 0,'0'0'476'0,"0"0"-371"15,0 0 78-15,0 0-49 16,0 0-64-16,0 0-28 16,0 0-17-16,0 110-18 15,0-90-7-15,0-4-20 16,3 0-113-16,7-1-134 15,-2-7-319-15,-1-3-842 0</inkml:trace>
  <inkml:trace contextRef="#ctx0" brushRef="#br0" timeOffset="55682.78">29774 8394 515 0,'0'0'841'0,"0"0"-579"15,0 0-58-15,0 0-10 0,0 0-61 16,0 0-49-16,0 0 1 16,89-28 15-16,-57 28-17 15,1 0 1-15,-2 0-14 16,-5 8-3-16,-6 10-15 15,-4 2-16-15,-11 2-9 16,-5 1 10-16,0 4 3 16,0-4-2-16,-18 2-4 15,-8-6-2-15,0 0-16 16,1-5-4-16,4-5-5 16,3-3-7-16,10-5-4 15,8-1-15-15,0 0-8 16,0 0-18-16,6-6-11 15,14-1 33-15,-2 0 14 16,6 7 1-16,-4 0 7 0,-2 0 1 16,0 19 1-16,-5 2 12 15,-1 8 15-15,-9 3 7 16,-1 2 5-16,-2 0-5 16,0-2 9-16,-15-2 0 15,-5-6 5-15,-11-6 17 16,0-2-22-16,-8-6-10 15,-6-4-14-15,0-4-3 16,7-2-8-16,2 0-3 16,10-2-6-16,8-12-9 15,6-4-12-15,6-4-34 16,6-6-79-16,23-17-92 16,13 9-332-16,0 5-269 0</inkml:trace>
  <inkml:trace contextRef="#ctx0" brushRef="#br0" timeOffset="56248.28">30335 8343 1365 0,'0'0'260'16,"0"0"-180"-16,0 0 81 16,0 0 12-16,0 0-42 15,0 0 0-15,0 0 7 16,38 3-32-16,-22 1-33 15,-1-3-8-15,5-1 8 16,8 0-7-16,1 0-27 16,-2 0-21-16,2 0 1 15,-5 0-9-15,-4 0-9 16,-4 0 0-16,-7 0 11 16,0 0-12-16,-9 0 0 15,2 0 0-15,-2 12 9 0,0 3 12 16,0 6 6-16,0 2 8 15,0 5 9-15,-5 8-5 16,-10 2-10-16,-3 2-5 16,0 4 0-16,-3 1 4 15,-2 1 4-15,2-2-10 16,0-5-5-16,6-4-7 16,3-11-8-16,3-6-1 15,7-8 0-15,-1-5-1 16,3-5-19-16,0 0-60 15,0-17-96-15,14-8-306 16,-7 0-199-16</inkml:trace>
  <inkml:trace contextRef="#ctx0" brushRef="#br0" timeOffset="56407.85">30335 8668 1713 0,'0'0'538'0,"0"0"-417"15,0 0 14-15,0 0-5 16,0 0 22-16,0 0-19 15,0 0-67-15,107 47-30 16,-71-37-15-16,5-4-21 16,4-5-17-16,21-1-186 15,-13 0-382-15,-3 0-547 0</inkml:trace>
  <inkml:trace contextRef="#ctx0" brushRef="#br0" timeOffset="56852.66">30987 8925 1694 0,'0'0'400'0,"0"0"-148"16,0 0 26-16,0 0-98 15,0 0-72-15,0 0-51 16,0 0-32-16,0 0-10 15,0 6-10-15,0 0-5 16,0-2-13-16,0-2 12 16,0-2-11-16,0 0 6 15,0 0 6-15,0 0 13 16,0 0 13-16,0 0 15 16,0-6 1-16,-5 1-7 0,-3 2-22 15,3-1-13 1,-2 4-42-16,7 0-157 0,0 0-519 15,0 6-1073-15</inkml:trace>
  <inkml:trace contextRef="#ctx0" brushRef="#br0" timeOffset="60407.16">2306 11444 1410 0,'0'0'336'0,"0"0"-181"16,0 0-37-16,0 0-44 16,0 0-44-16,0 0-8 15,0 0 1-15,18 22-9 0,-13-16-6 16,5-4-8-16,-2-2 6 16,2 0 2-1,-5 0-2-15,5-4 0 0,-7-8 19 16,0 0-6-16,-3 0 0 15,0 4 5-15,0 1 8 16,-6 4 10-16,2 3-42 16,1 0-24-16,3 16-94 15,0 3-125-15,0 0-444 0</inkml:trace>
  <inkml:trace contextRef="#ctx0" brushRef="#br0" timeOffset="61584.03">3072 11061 1446 0,'0'0'560'16,"0"0"-466"-16,0 0-58 16,0 0-18-16,0 0 6 15,0 0 13-15,0 0 32 16,15 126-17-16,-12-87-3 0,0 4-12 16,-3-5-11-1,0-2-14-15,0-3-1 0,0-8-10 16,0-4 7-16,0-7-2 15,0-6 0-15,0-5-6 16,0-3-6-16,0 0-6 16,0-3 4-16,0-19-23 15,0-8 13-15,7-11-16 16,4-7 15-16,1-8-3 16,3-2-15-16,-4 0 22 15,2 5 14-15,-1 9 1 16,-6 13 10-16,-1 6 29 15,-5 14 35-15,0 5 19 16,0 6-5-16,0 0-40 16,0 0-34-16,0 1-14 0,7 19 0 15,-4 9 6-15,5 7 8 16,2 6-2-16,-2 1-1 16,2 4-9-16,-2-4 9 15,4 0-10-15,-1-5-2 16,2-5 1-16,-1-10-27 15,-4-4-36-15,2-14-35 16,-2-5-1-16,5 0 25 16,5-21 29-16,5-18-125 15,3-11 40-15,2-9 59 16,-2-6 71-16,-8 7 15 16,3 8 15-16,-12 12 18 15,-3 13 45-15,-3 14 49 0,-3 5 22 16,0 6-61-16,0 0-44 15,0 15-19-15,0 16-4 16,0 13 19-16,2 10 4 16,4 5-22-16,3-2-15 15,0-3-21-15,0-4-1 16,0-7 0-16,0-8-40 16,0-8-44-16,11-10-131 15,-5-8-113-15,3-7-279 0</inkml:trace>
  <inkml:trace contextRef="#ctx0" brushRef="#br0" timeOffset="62017.85">3807 11264 1152 0,'0'0'525'0,"0"0"-393"16,0 0-7-16,0 0 9 15,0 0-33-15,0 0-18 16,0 0-6-16,85 4-30 16,-60-16-17-16,-4-3-9 15,-3 3-9-15,-10 1-12 16,1-2 11-16,-9 1 9 0,0 1-2 15,0 4 1-15,0 1 46 16,0 5 37-16,-9 1-7 16,-4 0-26-16,0 7-32 15,-5 17-18-15,-3 3 1 16,3 6 1-16,0 1-5 16,9 1-2-16,9-4-14 15,0-3 0-15,0-1-7 16,9-4-1-16,9-1 8 15,0-1-39-15,3-7-55 16,2-2-121-16,18-12-49 16,-5 0-134-16,0-6-550 0</inkml:trace>
  <inkml:trace contextRef="#ctx0" brushRef="#br0" timeOffset="62314.06">4300 10876 1448 0,'0'0'307'16,"0"0"-171"-16,0 0 53 15,0 0-40-15,0 0-41 16,80 132 8-16,-62-93-18 0,0 3-18 15,-10 4-10 1,4 0-20-16,-6-1-10 0,-3 2-22 16,0-5-6-16,-3-4-5 15,0-4-7-15,0-5-27 16,0-8-83-16,-6 0-75 16,-2-9-135-16,-7-6-501 0</inkml:trace>
  <inkml:trace contextRef="#ctx0" brushRef="#br0" timeOffset="62472.63">4350 11343 1395 0,'0'0'596'0,"0"0"-418"15,0 0-30-15,0 0-36 16,0 0-57-16,0 0-21 16,0 0-7-16,84-18-27 15,-48 14-89-15,20 2-142 16,-12 1-332-16,0-2-601 0</inkml:trace>
  <inkml:trace contextRef="#ctx0" brushRef="#br0" timeOffset="62754.88">4694 11339 780 0,'0'0'870'16,"0"0"-549"-16,0 0-63 16,0 0-56-16,0 0-60 15,0 0-54-15,0 0-24 16,10 79-20-16,5-79-13 15,-1 0-7-15,8 0 0 0,1-9-9 16,1-8-6 0,-1-7-3-16,-5-2 8 0,-6-1 1 15,-9 1 0-15,-3 5 5 16,0 2-5-16,-8 7 9 16,-14 6 22-16,-2 6-7 15,-2 0-29-15,-4 16-10 16,1 10-45-16,1 4-31 15,11-1-56-15,14 1-109 16,3-6-223-16,0-10-185 0</inkml:trace>
  <inkml:trace contextRef="#ctx0" brushRef="#br0" timeOffset="63671.43">5251 11218 1069 0,'0'0'380'0,"0"0"-168"16,0 0 38-16,0 0-37 0,0 0-48 15,0 0-45 1,0 0-43-16,-57 8-13 0,40 11 19 16,1 1-7-16,4 0-20 15,-3 2-7-15,4 0-10 16,1-1-8-16,5-2-15 16,2-1-15-16,3-2-1 15,0-5-6-15,8-7-25 16,10-4 0-16,10 0 22 15,3-12-3-15,8-12 1 16,-3-7-32-16,2-6-48 16,5-9 20-16,-4-4 53 15,-8-6 4-15,0-3 1 16,-8 3 13-16,-8 3 34 16,-9 3 38-16,-6 9 28 0,0 6-23 15,0 10 2-15,-15 10-4 16,4 13-30-16,1 2-30 15,-1 17-15-15,-2 18-2 16,1 15-6-16,4 9 7 16,2 7-8-16,2 0 8 15,4-4 1-15,0-2-9 16,0-9-12-16,0-10-21 16,7-9-48-16,8-11 15 15,9-11 8-15,2-10 2 16,1 0 29-16,0-9 0 15,-7-9-1-15,-2 2 30 16,-8 2 7-16,-2 7 25 16,-8 4 24-16,0 3 21 15,0 0-15-15,0 0-39 0,3 4-15 16,0 9 11-16,-1 3 16 16,-2 1-5-16,10 1-5 15,-5 1-6-15,8-1-12 16,2-5 17-16,-1-2-11 15,6-7-6-15,-2-4 0 16,0 0 5-16,0-15 11 16,-3-9-5-16,-5-3 4 15,-2-5-2-15,-8-4-4 16,0-3 8-16,-8 6-5 16,-14 2 1-16,-1 9-12 15,2 8 32-15,0 12 15 0,1 2-18 16,4 12-29-1,1 15 5-15,7 11-5 0,5 1-1 16,3 0-6-16,0-2 4 16,11-7-38-16,10-7-62 15,12-11-75-15,39-12 5 16,-10-12-141-16,0-14-526 0</inkml:trace>
  <inkml:trace contextRef="#ctx0" brushRef="#br0" timeOffset="64419.43">6632 10944 1622 0,'0'0'362'16,"0"0"-187"-16,0 0-1 15,0 0-25-15,0 0-17 16,146-90 4-16,-114 82-18 16,1 6-29-16,-7 2-26 0,-6 10 4 15,-7 18-2 1,-3 12 11-16,-10 6-13 0,-10 10-18 16,-16-2-18-16,-13 7-12 15,-6-3-3-15,-5-4-7 16,2-4-5-16,9-9-27 15,6-11-33-15,7-15-34 16,11-12-23-16,9-3 44 16,6-17-10-16,0-10 25 15,3-5 58-15,9 3 19 16,4 9 23-16,-3 8 15 16,0 8 6-16,2 4-42 15,3 2 4-15,5 16 10 16,6 5 2-16,4-1-10 15,0 1-9-15,3-4-8 0,0-3-10 16,-2-6-1-16,0-6-23 16,-4-4-49-16,-7 0-7 15,-8-22-121-15,-6-3-445 16,-9-2-934-16</inkml:trace>
  <inkml:trace contextRef="#ctx0" brushRef="#br0" timeOffset="64970.95">4169 10776 1440 0,'0'0'573'0,"0"0"-413"16,0 0 4-16,0 0 62 0,0 0-86 16,0 0-57-16,92-102-45 15,-71 84-38-15,5-2-8 16,-5 8-211-16,-9 3-747 0</inkml:trace>
  <inkml:trace contextRef="#ctx0" brushRef="#br0" timeOffset="65795.73">8028 11039 1620 0,'0'0'375'15,"0"0"-217"-15,0 0-59 16,0 0-15-16,0 0-46 16,0 0-38-16,15-8-2 15,-12 16-12-15,-1 14-84 16,-2-1-173-16,0 2-411 0</inkml:trace>
  <inkml:trace contextRef="#ctx0" brushRef="#br0" timeOffset="65958.31">8007 11394 1283 0,'0'0'502'0,"0"0"-295"16,0 0-39-16,0 0-48 16,0 0-67-16,0 0-53 15,0 0-66-15,3 0-312 16,-3 3-861-16</inkml:trace>
  <inkml:trace contextRef="#ctx0" brushRef="#br0" timeOffset="66902.78">9238 10899 1362 0,'0'0'328'0,"0"0"-174"16,0 0-90-16,0 0 33 16,0 0-21-16,0 0 18 15,0 0 14-15,34 62-10 16,-30-22-18-16,-1 10-18 16,-3 6 1-16,0 5 1 15,0-4-15-15,0-1-10 16,0-5-15-16,0-11-8 15,6-9-1-15,14-12-14 16,11-11-1-16,4-8 2 16,12-14 13-16,4-23 0 15,-1-13-14-15,1-10-1 16,-10-10-22-16,-8-8 4 0,-9-4-16 16,-15-3 8-16,-9 3 17 15,0 9 8-15,-22 8 0 16,2 15 1-16,-4 12 14 15,6 16 11-15,7 10 17 16,7 7-6-16,1 5-36 16,3 6-6-16,0 23 6 15,0 11 23-15,3 12 8 16,7 8-1-16,2 8-3 16,-1 2 6-16,-1-1-18 0,1-3-3 15,-4-5-3 1,1-8-2-16,-2-9-6 0,3-5-1 15,-1-11-12-15,2-6-66 16,5-8-106-16,14-14-151 16,-3 0-255-16,2 0-804 0</inkml:trace>
  <inkml:trace contextRef="#ctx0" brushRef="#br0" timeOffset="67319.67">10161 11017 1410 0,'0'0'408'0,"0"0"-213"16,0 0-10-16,0 0 10 16,0 0-48-16,-131-5-31 15,113 14-46-15,7 1-34 16,2 2-14-16,6-2-10 15,3 4-1-15,0 0-10 16,5 2-1-16,13 1-1 16,3-5 1-16,6 3 6 15,0-5-5-15,6-2 0 16,-4 1 0-16,-2-2 0 16,-9 5 0-16,0 2 0 15,-10 4 7-15,-8 2 13 16,0 6 32-16,-5 1 22 0,-16-1-12 15,-4-2-18-15,5-4-8 16,-4-3-10-16,4-6-13 16,2-5-7-16,5-6-7 15,8 0-9-15,2-9-66 16,3-16-109-16,23-23-276 16,10 5-147-16,1 7-1125 0</inkml:trace>
  <inkml:trace contextRef="#ctx0" brushRef="#br0" timeOffset="68203.3">10657 11137 1046 0,'0'0'720'15,"0"0"-528"-15,0 0-31 16,0 0 21-16,-116-12-22 15,96 9-16-15,2 3-23 16,0 0-36-16,0 0-42 16,-3 10-3-16,3 11-13 15,0 2-4-15,3 2 7 16,4 3-2-16,7-1-8 16,4-2-15-16,0-3-5 15,13-4-6-15,10-6-1 16,13-6-8-16,5-6-12 15,7 0-26-15,-1-14-6 0,-1-8-13 16,-5-3-16 0,-12-2-4-16,-7 2 39 0,-11 4 48 15,-8 3 5-15,-3 3 53 16,0 8 29-16,0 4-6 16,-3 3-15-16,-5 0-25 15,1 13-16-15,1 11-7 16,1 2 11-16,5 5-12 15,0-4-11-15,0-1 8 16,0-2-8-16,8-7-1 16,7-3 0-16,6-9-6 15,0-5 5-15,2 0-10 16,5-7-1-16,-5-13-10 16,1-10-3-16,0-4-29 15,0-5-3-15,-1-3 17 0,3 2 26 16,-8 4-30-16,3 8 5 15,-6 8 21-15,-5 6 8 16,-2 10 9-16,-5 4 1 16,-3 0 4-16,0 9 20 15,0 9 12-15,0 7-12 16,0 3-8-16,0 1 6 16,0 0-2-16,0-3-7 15,9 0 38-15,7-2-29 16,-3-4-16-16,12-3 5 15,-4-5-4-15,8-2-2 0,4-6-4 16,5-4 0 0,4 0 0-16,-1-13 0 0,-2-13-1 15,-3-3-23-15,-6-9 3 16,-9 1 1-16,-9 1 2 16,-9 4 17-16,-3 6 12 15,0 7 19-15,-15 8 13 16,-1 7-1-16,-2 4-18 15,1 3-14-15,6 15-11 16,-2 7 1-16,5 5-1 16,1 2 0-16,4 2-2 15,0 0-23-15,3 0-50 16,0-4-25-16,0-6-47 16,0-7-113-16,3-12-287 0,12-5-506 15</inkml:trace>
  <inkml:trace contextRef="#ctx0" brushRef="#br0" timeOffset="69153.75">11667 11041 1702 0,'0'0'375'16,"0"0"-192"-16,0 0 9 15,0 0-31-15,0 0-31 16,15 123-33-16,-9-84-32 15,2 1-26-15,2-4-12 16,-2-6-13-16,2-6-14 0,-2-7-6 16,2-11-66-1,-2-6-34-15,4 0 19 0,4-23-2 16,4-9-72-16,-2-5 19 16,3-5 44-16,-3 2 90 15,-5 5 8-15,-3 7 51 16,-7 10 87-16,0 10 12 15,-1 8-22-15,-2 0-53 16,0 8-34-16,7 16 25 16,-1 6 3-16,3 4-24 15,0-1 15-15,-4 1-35 16,5-7-10-16,-5-4-8 16,-2-8-7-16,4-7-14 15,-4-4-18-15,0-4-25 16,2 0-33-16,5-8-1 0,8-11 36 15,-2-8-103 1,12-3-118-16,-2 0 72 0,-1 6 141 16,-5 4 63-16,-6 10 42 15,-4 9 58-15,-5 1 1 16,-5 7 49-16,3 17 55 16,4 6-65-16,-2 1-59 15,8-6-20-15,5-5-40 16,2-6-12-16,1-6 0 15,0-3-9-15,-3-5 0 16,-3 0-14-16,-4 0 8 16,-1-7 4-16,-8 0-19 0,4 0 8 15,-3 3 12-15,3 1-1 16,-3 3-11-16,5-3 0 16,5 3 7-16,2-4 6 15,-4 0 0-15,4-2 1 16,0-2 1-16,-4-3 5 15,-1-6-5-15,-2 1 6 16,-5-1-2-16,-3-4 0 16,0 0 3-16,-8 4-3 15,-16-1 6-15,-9 3-11 16,-3 7 10-16,1 1-10 16,3 5 10-16,7 2-4 15,11 0 7-15,7 0-13 0,7 0-1 16,0 4-17-16,16 8 16 15,10-1-5-15,7 2 6 16,5-3-1-16,7-1 0 16,3-5-14-16,3-3 5 15,-2 1 9-15,-3 2 1 16,-12 2 0-16,-3 2 6 16,-13 4 12-16,-10 5 15 15,-8 2 27-15,0 3 7 16,0 2-6-16,-14 0-14 15,-4 1-19-15,0-6-16 16,-2 2-12-16,2-6-18 16,0-2-81-16,3-5-167 15,9-7-447-15</inkml:trace>
  <inkml:trace contextRef="#ctx0" brushRef="#br0" timeOffset="69804.02">13927 11197 1279 0,'0'0'538'16,"0"0"-330"-16,0 0-39 15,0 0 26-15,0 0-37 0,0 0 16 16,0 0-44-16,-44-58-45 16,39 56-10-16,-5 2-1 15,-1 0-24-15,-7 6-31 16,-9 13-11-16,0 6-2 15,-3 3 12-15,7 2-2 16,2-4-5-16,6 0-5 16,9-5-6-16,6-3-10 15,0-8 2-15,24-6-14 16,9-4 5-16,5 0-5 16,9-18 5-16,4-7 5 15,-7-1 0-15,-5 1 12 16,-6 2 0-16,-12 8 6 15,-3 4-5-15,-13 9 1 16,-1 2 7-16,-4 4-8 0,0 20 12 16,0 7-7-16,0 2-6 15,6 3-101-15,20 4-213 16,-1-10-147-16,1-10-696 0</inkml:trace>
  <inkml:trace contextRef="#ctx0" brushRef="#br0" timeOffset="70455.28">15898 10615 1679 0,'0'0'475'0,"0"0"-310"16,0 0 3-16,0 0-30 16,0 0 29-16,0 0-24 15,3 123-41-15,-16-65-36 16,2 2-26-16,-1 5-10 0,6-2-12 16,0 0-1-1,3-7-5-15,3-4 0 0,0-6 0 16,0-8-11-16,12-6 4 15,9-7-5-15,2-7-2 16,10-9-9-16,3-7 11 16,6-2 9-16,-1 0-9 15,0-16-5-15,-5-6-23 16,-3-3-28-16,-4-6-47 16,-8 1-38-16,-21-9-108 15,0 5-104-15,0 11-353 0</inkml:trace>
  <inkml:trace contextRef="#ctx0" brushRef="#br0" timeOffset="70611.86">15657 11073 1735 0,'0'0'383'0,"0"0"-263"16,0 0 47-16,0 0-4 15,167-29-64-15,-108 28-56 16,3 1-43-16,22 0-33 15,-22 0-193-15,-6 8-428 0</inkml:trace>
  <inkml:trace contextRef="#ctx0" brushRef="#br0" timeOffset="71021.75">16690 11059 1360 0,'0'0'407'16,"0"0"-183"-16,0 0-26 15,0 0 24-15,0 0-55 16,0 0-21-16,0 0-36 16,-85-34-35-16,64 46-29 15,-4 10 2-15,-1 8 9 16,6 0 3-16,-1 2-20 15,9-4-20-15,12-6-20 16,0-4 0-16,2-8-15 16,26-8-6-16,8-2 0 15,2 0-21-15,1-13 4 0,-7-4 11 16,-2 3 26-16,-12 6 1 16,-7 4-1-16,-2 4-1 15,-6 0 2-15,3 14 14 16,1 11 15-16,1 0-12 15,4 4-17-15,-1-8-1 16,7-3-25-16,7-6-82 16,7-12-156-16,-2 0 0 15,-7-13-442-15</inkml:trace>
  <inkml:trace contextRef="#ctx0" brushRef="#br0" timeOffset="71438.65">17133 10513 1536 0,'0'0'500'15,"0"0"-365"-15,0 0 87 16,0 0 7-16,-39 131-65 16,28-79-46-16,-1 1-48 15,6-1-10-15,1-2-27 16,1 2-15-16,1-9-8 15,3-5-4-15,0-5-6 16,0-11 0-16,12-6-23 16,-1-6-17-16,7-8-2 15,0-2-20-15,7 0 22 16,-2 0 15-16,3-8 17 16,-2 0-1-16,-6 5 9 0,-3 3 0 15,-8 0 17-15,-4 13 29 16,-3 10 29-16,0 8 13 15,-10 3-13-15,-11-2 0 16,3-1-30-16,0-10-21 16,3-5-14-16,2-8-2 15,3-3-8-15,7-5-32 16,-2 0-64-16,5-27-134 16,11 1-416-16,7-1-348 0</inkml:trace>
  <inkml:trace contextRef="#ctx0" brushRef="#br0" timeOffset="71773.75">17508 11162 1475 0,'0'0'554'0,"0"0"-281"16,0 0 26-16,0 0-71 16,0 0-67-16,0 0-49 15,121-23-55-15,-99 10-28 16,-1 1-4-16,-10-1-17 15,-2 1 11-15,-9 1-11 16,0 6 5-16,-15 1-7 16,-11 4-6-16,-7 0 0 15,0 4 0-15,-6 14-1 16,10 9 1-16,2 0 8 0,3 3 4 16,12 2-6-16,6-2-6 15,6-2 0-15,0-4-1 16,21-7 0-16,12-9-15 15,11-8-8-15,13 0-32 16,2-21-95-16,21-35-204 16,-11 6-347-16,-15-5-521 0</inkml:trace>
  <inkml:trace contextRef="#ctx0" brushRef="#br0" timeOffset="71960.25">17944 10713 1545 0,'0'0'328'0,"0"0"-156"0,0 0 78 16,0 0 4-16,-41 127-51 16,38-78-27-16,-1 5-40 15,1 4-39-15,1 0-37 16,-4 1-30-16,3-8-15 16,3-5-15-16,0-8-47 15,11-10-92-15,10-9-194 16,0-12-516-16</inkml:trace>
  <inkml:trace contextRef="#ctx0" brushRef="#br0" timeOffset="72359.19">18379 11132 1590 0,'0'0'506'15,"0"0"-294"-15,0 0 15 16,0 0-41-16,0 0-20 16,0 0-40-16,0 0-38 15,-64-43-25-15,41 43-20 16,-3 0 2-16,-2 0-30 16,-1 16 3-16,6 5-1 15,1 4-16-15,8 0 8 16,4 2-2-16,10-5-7 0,0-2-7 15,13-3-13 1,13-10-22-16,12-7-6 0,4 0-13 16,-4-7 34-16,2-14 21 15,-8 2 6-15,-9 4 0 16,-8 5 0-16,-8 6 6 16,-4 4 0-16,-3 0-4 15,0 16-1-15,0 10-1 16,0 4-65-16,0 19-244 15,8-10-219-15,2-5-659 0</inkml:trace>
  <inkml:trace contextRef="#ctx0" brushRef="#br0" timeOffset="73322.61">19896 11237 1207 0,'0'0'536'15,"0"0"-308"-15,0 0-22 16,0 0 8-16,0 0-16 16,0 0-40-16,0 0-52 15,-11-86-26-15,-2 72 1 16,1 2-18-16,-6 5-20 15,2 3-17-15,-2 4 4 16,-4 0-12-16,1 4-8 16,3 10-10-16,7 9 1 0,-1 1-1 15,6 0-8-15,6 2-5 16,0 1-17-16,0-5-20 16,15 0 11-16,3-7 7 15,3-2-13-15,2-8 0 16,1-5 15-16,6 0 9 15,2-8-4-15,1-16-26 16,0-8-15-16,-4-8 11 16,1-8 34-16,-9-1 12 15,-3-2 9-15,-9-2 6 16,-9 3 46-16,0 4 23 16,0 8 13-16,-9 10-1 15,-7 12-2-15,1 16-21 0,7 0-29 16,-4 31-25-1,1 10-2-15,4 12 2 0,7 3 7 16,0 2-11-16,0-2-5 16,9-4 5-16,4-8-6 15,3-6-1-15,2-8-26 16,0-6-29-16,7-10-53 16,22-11-73-16,-6-3-159 15,0 0-319-15</inkml:trace>
  <inkml:trace contextRef="#ctx0" brushRef="#br0" timeOffset="73669.68">20497 11292 656 0,'0'0'899'0,"0"0"-522"16,0 0-123-16,0 0-28 16,0 0-36-16,0 0-44 15,0 0-28-15,-21-49-22 16,6 41-20-16,-3-1-18 15,0 4-16-15,-3 3-7 16,-2 2-7-16,-2 0-13 16,-4 14-15-16,2 9 9 15,3 0-8-15,9 4 0 16,7-1-1-16,8-5 0 16,0 2-11-16,18-9-4 15,11-4-8-15,6-10 8 16,7 0-13-16,0-3 7 0,-3-15 7 15,-10 1 14-15,-6 1 0 16,-7 3 1-16,-7 8-1 16,-3 2 0-16,-6 3-36 15,0 7-127-15,0 11-165 16,0 4-350-16</inkml:trace>
  <inkml:trace contextRef="#ctx0" brushRef="#br0" timeOffset="74689.95">21934 11039 1255 0,'0'0'364'0,"0"0"-177"15,0 0 2-15,0 0 2 16,0 0-25-16,0 0 21 16,116 56-31-16,-98-20-46 0,-3 2-32 15,-4 5-18 1,-4-6-30-16,-2-3-15 0,-2-5-15 16,0-9 9-16,-3-6-9 15,0-9-6-15,4-3-30 16,-4-2-3-16,0-2-3 15,3-17-48-15,5-12-63 16,4-8 70-16,6-8 10 16,6-3-18-16,-1 4 56 15,7 3 26-15,-1 11 9 16,-4 14 37-16,-1 13 21 16,-7 5 25-16,-5 7 28 15,0 22 9-15,0 5-11 16,-6 6-41-16,2-2-26 15,2-4-22-15,-2-6-8 0,2-8-6 16,-2-6 0-16,4-8-6 16,3-6 0-16,3 0 0 15,6-6 0-15,-1-12-2 16,1 0-29-16,3 1-26 16,-9 2 15-16,0 5 30 15,-10 8 11-15,-2 2-7 16,-2 0 8-16,-4 22 29 15,0 4 39-15,0 6-20 16,0-4-15-16,0-3-11 16,18-7-10-16,5-7-6 15,9-5 11-15,11-6 37 16,4 0-21-16,-6 0-14 16,-2-14-5-16,-12-2-4 0,-6-1-1 15,-13-4-1-15,-8-2 4 16,-3-4-12-16,-23-1 11 15,-10 2-11-15,-2 7 0 16,-6 4 0-16,1 9-13 16,4 6-14-16,13 0-14 15,8 12-14-15,10 4-53 16,8 2-110-16,8 4-138 16,18-5-184-16,-1 0-347 0</inkml:trace>
  <inkml:trace contextRef="#ctx0" brushRef="#br0" timeOffset="74989.15">23090 11251 1445 0,'0'0'515'15,"0"0"-377"-15,0 0 36 16,0 0-14-16,0 0-66 15,-18 105-39-15,18-96-18 16,0-5-10-16,0-4-14 16,3 0 2-16,3-1 37 15,3-17 9-15,2-9-20 16,4-4-16-16,-2-5-7 16,-2-2-10-16,4-1-8 0,-5 5 0 15,-2 8-56 1,0 6-59-16,-8 12-93 0,4 4-124 15,-4 4-531-15</inkml:trace>
  <inkml:trace contextRef="#ctx0" brushRef="#br0" timeOffset="75541.68">23342 11122 1761 0,'0'0'350'16,"0"0"-230"-16,0 0 10 15,0 0 36-15,0 0-11 16,0 0-36-16,44 111-59 16,-41-82-34-16,4-8-15 15,-4-4-5-15,-3-10-6 16,5-5-7-16,-2-2-30 15,7 0-36-15,8-16-3 16,0-6-43-16,5-4-2 16,3 0 26-16,5-2 49 15,-5 6 46-15,-6 8 12 16,-2 10 85-16,-3 4 41 16,-9 4-6-16,1 22 33 15,-7 5 9-15,0 0-72 0,0-1-36 16,0-6-30-16,0-6-30 15,0-8-3-15,0-6-3 16,0-4-36-16,11 0-25 16,7-11 2-16,5-11-30 15,8-3-36-15,4-1-15 16,1 0 6-16,0 6 48 16,-4 3 86-16,-2 11 38 15,-12 6 71-15,0 6 27 16,-7 24 4-16,-4 3 10 15,-2 5-54-15,1-2-59 16,-2-4-22-16,4-7-15 16,5-7-32-16,5-12-76 0,2-6-112 15,19-8-317 1,-3-15-127-16,-5 0-739 0</inkml:trace>
  <inkml:trace contextRef="#ctx0" brushRef="#br0" timeOffset="76106.17">24248 11162 1704 0,'0'0'571'16,"0"0"-361"-16,0 0 21 16,0 0-67-16,0 0-31 15,-124-17-43-15,96 17-21 16,5 14-17-16,-1 6-17 16,6 8-11-16,3 4-8 15,7 2-14-15,5 0-2 16,3-5-1-16,9-8-24 15,24-10-29-15,5-10-20 0,4-1-25 16,2-10-19-16,-2-12-1 16,-7-6 98-16,-10 2 21 15,-12 2 7-15,-6 6 32 16,-4 3 46-16,-3 10 7 16,0 3-1-16,0 2-34 15,0 0-51-15,0 0-6 16,6 3 0-16,-4 10 0 15,5 1 0-15,1 2 0 16,8 2 10-16,7-4 1 0,5-2-10 16,10-6 0-1,6-6-1-15,7 0-2 0,6-15-7 16,-5-14-9-16,-1-3-15 16,-7-10-18-16,-2-4 30 15,-9-8-17-15,-10-6-24 16,-5-1 8-16,-6 2 32 15,-12 8 22-15,0 11 2 16,-2 14 59-16,-16 19 24 16,-3 7-10-16,-7 17-38 15,2 23-10-15,-7 14 3 16,2 9 8-16,-5 2-7 16,8 2 2-16,17-4-15 0,11-11-18 15,11-10-16 1,35-15-59-16,62-17-69 0,-8-7-339 15,-9-3-686-15</inkml:trace>
  <inkml:trace contextRef="#ctx0" brushRef="#br0" timeOffset="76611.81">26517 11012 191 0,'0'0'1736'15,"0"0"-1438"-15,0 0-169 16,-2 131 94-16,-1-75-25 0,3 7-32 15,0 3-27-15,0 0-55 16,3 2-32-16,4-4-25 16,-2-1-21-16,-5-4-4 15,3-3 10-15,0-7-11 16,-3-9-1-16,0-8-18 16,0-10-35-16,0-10-46 15,2-7-47-15,1-5-89 16,4-15-53-16,14-58 13 15,-3 4-73-15,0-7-25 0</inkml:trace>
  <inkml:trace contextRef="#ctx0" brushRef="#br0" timeOffset="76881.1">26581 10946 1156 0,'0'0'496'0,"0"0"-382"16,0 0 85-16,118-21 6 15,-71 17 4-15,7 4-9 16,-6 0-46-16,-4 5-60 16,-8 18-17-16,-10 4-2 15,-11 4 3-15,-12 3 1 16,-3 1-13-16,-3-2-12 16,-23-1-10-16,-1-5-19 15,-9-8-6-15,0-3-10 16,4-7-7-16,2-7-2 15,9-2-36-15,13 0-28 0,8-23-73 16,21-3-372 0,8 2-406-16</inkml:trace>
  <inkml:trace contextRef="#ctx0" brushRef="#br0" timeOffset="77306.95">27368 11001 1664 0,'0'0'474'16,"0"0"-360"-16,0 0 128 15,0 0-22-15,0 0-53 16,-131-61-37-16,110 61-40 0,-5 0-30 16,-2 9-26-1,-5 14-4-15,2 12 5 0,-2 1 4 16,9-1-15-16,9-2-13 15,7-5-11-15,8-8-1 16,0-8-12-16,26-8-2 16,10-4 14-16,8 0-23 15,7-20 14-15,-2-3-10 16,0-4-16-16,-8 0 5 16,-8 4 4-16,-12 5 16 15,-3 6 11-15,-13 6 9 16,-2 6 4-16,-3 0-2 15,0 20 1-15,0 6 27 16,0 4-8-16,3-3-20 0,4 0-10 16,4-7-1-1,-2-7-13-15,9-4-44 0,0-5-63 16,23-4-154-16,-2 0-252 16,-3-13-342-16</inkml:trace>
  <inkml:trace contextRef="#ctx0" brushRef="#br0" timeOffset="78259.39">27949 11008 1465 0,'0'0'544'16,"0"0"-357"-16,0 0 106 15,0 0-62-15,0 0-64 16,0 0-38-16,0 0-41 0,-124-37-36 16,101 37-11-16,-5 10-7 15,5 8-2-15,2 2-11 16,-2 4 0-16,2 2-3 16,6 0-5-16,5-2-13 15,8-2 0-15,2-1-9 16,0-7 8-16,17-3-11 15,7-3-8-15,6-8 8 16,6 0 3-16,0 0 3 16,2-10-18-16,-2-7-13 15,-1-8-7-15,1-4 13 16,-6-12-4-16,-4-4-2 16,2-7 9-16,-10-2 28 15,-7-2 0-15,-6 0 6 0,-5-3 17 16,0 7 4-16,0-1 5 15,-14 8 14-15,-1 12-5 16,0 8-10-16,7 11-8 16,-2 10-5-16,7 4-17 15,-5 0 7-15,-2 10-7 16,-8 23 4-16,1 14 6 16,-7 18-2-16,6 8 1 15,6 6-1-15,9-1-8 16,3-6-1-16,0-7 6 15,12-9-6-15,6-10 0 0,0-10-2 16,3-9-8 0,-3-13-11-16,3-3-1 0,2-9 5 15,0-2-1-15,8-6 8 16,7-20-11-16,6-9-14 16,2-5 5-16,-2-3 11 15,-5 2-4-15,-9 8 17 16,-9 7 6-16,-8 9 2 15,-6 9 16-15,-4 8 21 16,-3 0-12-16,0 4-21 16,0 18 13-16,0 7 17 15,0 5-6-15,0 0-12 16,0-2-3-16,0-4-9 16,0-6-5-16,0-6 0 15,3-4-1-15,6-6-11 0,8-4-31 16,5-2-38-16,10 0-86 15,31-14-94-15,-6-5-322 16,-2-2-464-16</inkml:trace>
  <inkml:trace contextRef="#ctx0" brushRef="#br0" timeOffset="78840.85">28856 11015 1625 0,'0'0'542'0,"0"0"-356"15,0 0 87-15,0 0-64 16,0 0-68-16,0 0-29 0,0 0-39 16,-105-43-14-16,85 43-20 15,-7 6-14-15,-6 13 2 16,7 1-5-16,-4 4-5 16,4 2-4-16,8-2-4 15,3-1-8-15,12-6-1 16,3-1-11-16,0-6-16 15,15-3-17-15,14-7 0 16,19 0 5-16,3 0-3 16,2-17-6-16,-2-2-19 15,-5 2 21-15,-7 1 29 16,-9 3 9-16,-12 7 8 16,-12 3 15-16,-3 3 30 15,-3 0 2-15,0 0-26 16,0 0-20-16,4 5 7 0,1 4-7 15,3 3 7-15,10 0-8 16,0-2 1-16,3 1 5 16,9-2-5-16,3-3 6 15,-1-2-5-15,7-2-1 16,-4-2 0-16,1 0 5 16,-5 0-5-16,-5 0-1 15,-8 0 0-15,-6 0 12 16,-1 0 6-16,-1 0 15 15,-5 0 11-15,1-10-1 16,-3-5 6-16,1-2-11 16,-4-3-4-16,0-4-5 15,-10-2-19-15,-11 0-10 0,-9 0-8 16,-4 1-25 0,-15 5-21-16,2 1-32 0,-27-10-96 15,15 5-389-15,0 2-715 0</inkml:trace>
  <inkml:trace contextRef="#ctx0" brushRef="#br0" timeOffset="78994.42">28767 10513 1942 0,'0'0'486'0,"0"0"-357"15,0 0 8-15,0 0 32 16,0 0-63-16,154 2-57 0,-111 12-49 15,12 14-72 1,-13-3-237-16,-6-4-657 0</inkml:trace>
  <inkml:trace contextRef="#ctx0" brushRef="#br0" timeOffset="88447.16">3028 12837 1698 0,'0'0'280'0,"0"0"-180"15,0 0-66-15,0 0 54 16,0 0 84-16,0 0-31 16,-77-48-30-16,71 48-36 15,4 0-17-15,-5 0 2 16,-2 0-3-16,-3 2-25 15,-3 16-24-15,-6 9-1 16,1 6-7-16,-4 12 12 0,6 5 2 16,3 8-13-16,7 3 8 15,1 0 3-15,7-1-10 16,0-2 3-16,12-5-4 16,9-4-1-16,2-8 0 15,8-5-1-15,2-8 0 16,5-10-11-16,7-8 0 15,5-10 10-15,0 0-5 16,1-22 1-16,-7-10-3 16,-5-2-8-16,-9-3 17 15,-9 4-1-15,-9 6 1 16,-6 9 9-16,-4 8 12 16,-2 6 28-16,0 4-4 0,0 0-21 15,0 4-3-15,0 13-9 16,-8 3-11-16,8 2-1 15,0 1 0-15,0 2-9 16,0-2-1-16,14-8-4 16,1-1 8-16,6-8-2 15,2-4 0-15,5-2 8 16,-2 0 0-16,-1-8 0 16,-2-8 6-16,-5-3 9 15,-7-2-15-15,-4-2 6 16,-7-2 0-16,0 2 4 15,0 1 2-15,-18 5-3 16,-7-2-7-16,-1 8-1 16,-7 0-1-16,-3 5-4 15,7 3 4-15,-4 3 0 0,10 0 6 16,5 0-6-16,10 0 2 16,1 0-2-16,7 1-1 15,0 5-22-15,0 3-2 16,18-1 3-16,5-2 7 15,7-2 9-15,1-4-2 16,7 0 8-16,1-3 0 16,5-8 1-16,0-2 5 15,2 4-6-15,-5 2 1 16,-5 7 0-16,-7 0 10 16,-6 0-10-16,-8 15 13 15,-2 3 12-15,-5 3 13 16,-1 1-4-16,-4-1-13 15,-3-5-7-15,0-4-9 0,0-6-6 16,0-3 0-16,0-3-21 16,8 0-26-16,1-7-33 15,9-16 2-15,9-5 12 16,3-5-15-16,6-1 10 16,-2 3 48-16,-4 7 22 15,-3 8 1-15,-7 10 35 16,-7 6 21-16,-4 0 29 15,-6 18 32-15,0 8-5 16,-3 5-29-16,3-2-28 16,-3 1-31-16,0-3-15 0,0-5-9 15,5-4 0 1,-2-5-49-16,7-8-67 0,2-5-113 16,11-4-128-16,-2-18-275 15,0-5-414-15</inkml:trace>
  <inkml:trace contextRef="#ctx0" brushRef="#br0" timeOffset="88993.69">4401 13030 1753 0,'0'0'337'0,"0"0"-100"15,0 0-24-15,0 0-64 0,0 0-20 16,0 0-32-1,-113 20-38-15,107-4-31 0,6 4-13 16,0 4-8-16,0 0-7 16,15-2-6-16,6 0-2 15,5-4 1-15,0 0 6 16,2-4 1-16,-5-2 1 16,-2 2-1-16,-6-2 8 15,-7 5 5-15,-3-2 27 16,-5 6 11-16,0 1-4 15,-13 3-22-15,-2-2-16 16,0-1-9-16,7-8-12 16,2-6-24-16,6-8-15 15,0 0-23-15,0-6-92 0,21-22 70 16,10-10 74-16,8-11 13 16,0-1-20-16,3 2 15 15,-3 5 14-15,-3 6 19 16,-10 9 2-16,-5 8-13 15,-12 8 5-15,-3 8 24 16,-3 4 56-16,-3 0-3 16,0 10-33-16,0 14-17 15,-3 6 6-15,-7 2-2 16,5 2-10-16,-1-4-16 16,6-2-12-16,0-3-6 15,0-7 0-15,0-4-22 16,15-8-82-16,2-6-97 15,34-2-81-15,-10-19-286 16,0 0-342-16</inkml:trace>
  <inkml:trace contextRef="#ctx0" brushRef="#br0" timeOffset="90062.84">5212 13116 396 0,'0'0'1458'15,"0"0"-1205"-15,0 0-59 16,0 0 18-16,0 0-45 16,0 0-27-16,0 0-33 15,-78-27-24-15,64 27-19 16,-4 13-25-16,-5 12-17 16,-5 4 8-16,5 4 12 0,-1 0-6 15,6-2-12-15,3-1-9 16,3-2-4-16,9-5-10 15,3 0-1-15,0-8-1 16,0-6-17-16,3-5-4 16,15-4-8-16,5 0 7 15,7-14 10-15,4-12-1 16,4-10-31-16,1-7-1 16,5-9-6-16,-6-6-8 15,-2-2 37-15,-5 3 22 16,-11 4 0-16,-9 8 1 15,-4 16 35-15,-7 8 33 0,0 12-3 16,-4 9-17-16,-7 0-21 16,-4 1-21-1,-3 19-5-15,-6 9 0 0,7 3 0 16,-7 6 0-16,6 6 5 16,0 6-5-16,3 0 0 15,7 4-1-15,1-1 0 16,7-8 0-16,0-2-13 15,18-12-11-15,9-10-39 16,15-15-7-16,2-6 7 16,7-16 18-16,-7-18 33 15,-3-8 11-15,-8 0 1 16,-9 5 2-16,-12 7 41 0,-6 10 45 16,-4 10-14-16,-2 6-11 15,0 4-29-15,0 0-11 16,0 0-22-16,0 16 0 15,-2 7 1-15,-4 2 5 16,3 4 2-16,1 1-8 16,-2-2 0-16,4-4 4 15,0-4-5-15,0-7-1 16,4-2-17-16,7-7-21 16,7-4-9-16,2 0-4 15,11-18 14-15,0-12 0 16,5-4 18-16,0 0 14 15,-3 2 6-15,-7 7 0 16,-5 9 1-16,-9 7 13 16,-3 6-4-16,-3 3 1 0,-3 0 8 15,-3 0 2-15,3 4 4 16,0 13 19-16,-1 4 2 16,8 5-10-16,-4 0-19 15,1 1-16-15,1-7 6 16,4-2-7-16,-1-8-2 15,2-4-8-15,2-6-14 16,3 0 4-16,2-2-2 16,1-18 7-16,0-7 15 15,-1-5 3-15,-2 0-2 16,-7 2-1-16,-1 5 9 16,-7 9 2-16,0 5 10 15,-3 9 7-15,0 2-1 16,0 0-9-16,0 4-7 15,0 14-1-15,-9 8 11 0,0 9 9 16,3 1 1-16,1 0-19 16,-2 0-1-16,7-6-11 15,0-6-5-15,9-8-33 16,12-8-50-16,20-10-116 16,1-18-460-16,-6-6-833 0</inkml:trace>
  <inkml:trace contextRef="#ctx0" brushRef="#br0" timeOffset="90811.83">7274 13168 1803 0,'0'0'331'0,"0"0"-142"15,0 0 30-15,0 0-14 0,0 0-39 16,0 0-43-16,0 0-22 16,-120-34-44-16,94 40-37 15,0 14-5-15,-7 6-5 16,5 2 5-16,5 2 8 15,5-2-7-15,7-3-9 16,7-6-7-16,4-2-11 16,0-7-2-16,22-6-23 15,9-4-9-15,8 0 10 16,2-8-4-16,5-12 21 16,-8-2 9-16,-12 2 8 15,-2 1 1-15,-12 8 9 0,-2 4 0 16,-7 6 15-16,-1 1 18 15,1 5-14-15,-3 20-2 16,10 8 17-16,-7 8-13 16,5-3-18-16,7-4-12 15,3-6-18-15,3-10-66 16,30-18-98-16,-7 0-408 16,-6-12-534-16</inkml:trace>
  <inkml:trace contextRef="#ctx0" brushRef="#br0" timeOffset="92080.43">8575 13146 1390 0,'0'0'504'16,"0"0"-377"-16,0 0 25 15,0 0 45-15,0 0-49 16,0 0-2-16,127 57-7 0,-115-26-38 16,-2 6-3-1,-8 1-18-15,-2-2-42 0,0-3-14 16,0-3-12-16,0-11-12 16,0-5 8-1,-2-10-8-15,2-4-38 0,0 0-28 16,11-18-34-16,12-14 36 15,13-8-57-15,0-3 29 16,9 3 62-16,-6 7 29 16,-7 10 1-16,-5 14 18 15,-9 9 25-15,-4 0 40 16,-7 14 23-16,-5 16-2 16,-2 3-16-16,0 5-36 15,0 1-20-15,0-5-11 16,0-4-12-16,0-6-8 0,0-8 0 15,0-4-1-15,0-8-29 16,0-4-17-16,0 0-19 16,0-2-23-16,6-16-37 15,6-10-23-15,4-6-124 16,4-6 116-16,6 0 113 16,5 1 36-16,-5 7 7 15,-3 11 26-15,1 6 25 16,-9 11 32-16,0 4 34 15,-5 0-8-15,-2 14 8 16,0 7-14-16,2 5-13 16,-2 2-32-16,-4 2-26 15,2 2-16-15,2 0-15 16,-5-2 14-16,4-2-9 16,-2-8-6-16,1-4-10 15,3-8-29-15,7-6-35 16,1-2-5-16,4-4 6 0,3-18-9 15,5-10-13-15,-2-6 47 16,-6 3 48-16,-1-1 9 16,-7 10 45-16,-5 11 39 15,-8 6 6-15,0 8 8 16,0 1-5-16,0 0-30 16,0 20-35-16,0 4-14 15,-3 7 1-15,1 2-8 16,2-3-5-16,0-2-10 15,0-7-1-15,5-6 0 16,13-7-11-16,8-8-4 16,5 0 14-16,7-18-37 15,3-10-8-15,1-10 2 0,-4-1-35 16,-7-6 54-16,-1 3 16 16,-9 5 4-16,-8 11 5 15,-3 10 21-15,-7 12 18 16,-3 4 21-16,0 14-17 15,0 17-7-15,-6 8 12 16,-3 4-9-16,0 0-27 16,9-4 3-16,0-3-15 15,0-6-5-15,6-8-6 16,15-8-55-16,6-10-22 0,26-4-97 16,0-14-307-1,-4-9-156-15</inkml:trace>
  <inkml:trace contextRef="#ctx0" brushRef="#br0" timeOffset="92578.11">10408 13171 1800 0,'0'0'468'0,"0"0"-262"16,0 0 41-16,0 0-90 15,0 0-33-15,0 0-11 16,0 0-53-16,-119 40-31 15,99-11-5-15,-8 6 7 16,7 1-4-16,1-2-9 16,4-1-4-16,8 0-13 0,-1-5 0 15,9-3-1-15,0-6-10 16,2-5 10-16,16-3-20 16,7-5-2-16,4-6-1 15,10 0-5-15,2-11-29 16,2-13 1-16,1-10-20 15,-3-8 7-15,-5-9 0 16,0-7 11-16,-10 0 22 16,-8-1 28-16,-6 2 8 15,-6 5 45-15,-6 6 29 16,0 10-15-16,-9 8 2 16,-6 11 17-16,3 13-9 15,4 4-36-15,1 4-23 0,4 19-10 16,3 4 1-16,0 6-1 15,0 5 7-15,0 4 4 16,0 7-2-16,0 5-2 16,0 1-1-16,3 4 1 15,4-5-7-15,8-10-16 16,5-10-31-16,15-15-104 16,8-14-46-16,31-16-154 15,-12-16-406-15,-8-7-763 0</inkml:trace>
  <inkml:trace contextRef="#ctx0" brushRef="#br0" timeOffset="93365">11007 13234 1134 0,'0'0'636'0,"0"0"-414"15,0 0-59-15,0 0-17 16,0 0-14-16,0 0-25 16,0 0-4-16,0-27-3 15,-5 24 0-15,-8 2 10 16,2 1-2-16,-9 0-44 15,-1 8-26-15,-7 9-10 16,-1 6-1-16,2 4-13 16,1 7 8-16,5 3-8 15,3 1 5-15,3 2-1 16,7-3-12-16,4-6-6 16,4-7 0-16,0-8-7 15,20-5-25-15,8-11 2 16,10 0 2-16,4-23-35 0,2-9 12 15,4-10 10-15,-9-4 28 16,-4 2 12-16,-8 4 0 16,-9 10 1-16,-6 12 20 15,-9 9 31-15,-3 9 26 16,0 0-23-16,-6 13-35 16,-6 10-11-16,-3 6-2 15,6 1 1-15,0 0-6 16,6-3 8-16,0-6-9 15,3-1 0-15,0-4 0 16,0-6-2-16,6-4-13 16,9-4-1-16,0-2-2 15,6 0 1-15,2-18 1 0,7-8-4 16,2-4-4 0,11-4-10-16,-5 2 12 0,1 4 22 15,-3 8 13-15,-10 6 23 16,-8 10 3-16,-6 4-4 15,-9 1 8-15,-3 20 11 16,0 5 7-16,0 4-19 16,0 0-16-16,-3-2-17 15,-1-8-9-15,4-8 0 16,0-5-9-16,0-7-35 16,10 0-11-16,8-9 25 15,5-15-9-15,8-2-27 16,-5-2-10-16,10-2-19 15,-10 5 9-15,1 6 74 16,-6 6 12-16,-6 13 60 0,-9 0 32 16,-4 18 9-16,-2 17 5 15,0 9-31-15,0 4-24 16,0-5-18-16,0-6-25 16,21-11-8-16,5-12-1 15,7-14-32-15,6 0-33 16,2-16-39-16,18-32-115 15,-10 6-346-15,-5 0-142 0</inkml:trace>
  <inkml:trace contextRef="#ctx0" brushRef="#br0" timeOffset="93597.38">12187 13203 1927 0,'0'0'556'0,"0"0"-377"15,0 0 21-15,0 0-36 16,0 0-38-16,-131 62-36 15,105-44-26-15,8 1-16 16,0 4-14-16,5 1-7 16,5 2-6-16,-1 0-13 15,3 2 5-15,6-4-13 16,0-5 1-16,0-4-2 16,10-7-21-16,16-6-45 15,10-2-15-15,15 0-55 16,31-26-130-16,-10 4-338 15,-4-2-374-15</inkml:trace>
  <inkml:trace contextRef="#ctx0" brushRef="#br0" timeOffset="93995.32">12538 13291 1758 0,'0'0'679'0,"0"0"-471"16,0 0-11-16,0 0-13 15,0 0-29-15,0 0-33 16,0 0-45-16,-84-38-32 15,58 38-12-15,-2 0-9 16,-7 12-7-16,0 10-4 16,2 3 5-16,3 6-7 15,4-2-2-15,8 2-8 16,9-7-2-16,5-2-7 0,4-7-3 16,10-10-20-16,16-5-23 15,13 0 24-15,6-18-2 16,5-12-2-16,1-4 3 15,0-1 24-15,-13 5 7 16,-6 6 7-16,-11 10 21 16,-9 10 4-16,-4 4 16 15,-1 0 0-15,2 13 28 16,0 5-11-16,2-1-16 16,4 0-32-16,0-3-4 15,1-4-12-15,2-4-1 16,-5-4-31-16,-3-2-39 0,-4 0-49 15,-6 0-1 1,0 0-134-16,-12-6-637 0</inkml:trace>
  <inkml:trace contextRef="#ctx0" brushRef="#br0" timeOffset="94232.68">12086 13668 1827 0,'0'0'744'15,"0"0"-565"-15,0 0-85 0,0 0 48 16,0 0-26 0,0 0-56-16,0 0-34 0,0 116-26 15,-5-82-3-15,1 2-81 16,-2 4-194-16,3-7-362 15,3-12-1101-15</inkml:trace>
  <inkml:trace contextRef="#ctx0" brushRef="#br0" timeOffset="96663.18">14385 12922 1190 0,'0'0'495'0,"0"0"-291"15,0 0-33-15,0 0 12 16,0 0-29-16,0 0-74 0,0 0-36 16,36-32-10-16,-3 21 2 15,-3 5 1-15,5 2-4 16,-2 4 15-16,-3 0 0 15,-4 0-10-15,0 9-12 16,-8 4-4-16,0 4 17 16,-8 1-2-16,-2 0-1 15,-1 2-1-15,-7 5 8 16,0 2 15-16,-7 4-4 16,-16 8-13-16,-4 2-17 15,-6 3-2-15,0-1-10 16,4 0 3-16,-1 1 3 15,7-4-16-15,5-4 10 0,3-4 0 16,12-6-5-16,3-2 1 16,0-6-8-16,15-4 0 15,11-2 5-15,10-1 6 16,3-9 4-16,2 3-6 16,0-3-1-16,2-2 2 15,-11 0-5-15,1 0-4 16,-13 0-1-16,-2 0 0 15,-3 0-8-15,-4 0-12 16,-1 0-11-16,-2 0-18 16,-3 0-28-16,0 0-56 15,-5 0-121-15,0-8-258 16,0 1-111-16</inkml:trace>
  <inkml:trace contextRef="#ctx0" brushRef="#br0" timeOffset="96953.4">14410 13230 1350 0,'0'0'638'16,"0"0"-440"-16,0 0-118 0,0 0 62 16,0 0 50-1,0 0-28-15,147-37-67 0,-83 28-47 16,-2 3-32-16,2 2-18 16,-3 2-39-16,16-2-117 15,-18 2-203-15,-15 0-494 0</inkml:trace>
  <inkml:trace contextRef="#ctx0" brushRef="#br0" timeOffset="97275.54">15413 13139 1445 0,'0'0'662'0,"0"0"-492"16,0 0-40-16,0 0 22 15,0 0 9-15,0 0-33 16,128 0-41-16,-81 0-45 15,4-6-23-15,0 0-10 0,-13-1-9 16,-9 3-26-16,-11 4-79 16,-18 0-119-16,-8 11-111 15,-22 3-436-15</inkml:trace>
  <inkml:trace contextRef="#ctx0" brushRef="#br0" timeOffset="97449.08">15369 13375 1694 0,'0'0'520'16,"0"0"-396"-16,0 0 100 15,0 0-30-15,0 0-70 16,160 3-74-16,-97-3-36 16,2 0-14-16,22 0-191 15,-17 0-373-15,-11 0 8 0</inkml:trace>
  <inkml:trace contextRef="#ctx0" brushRef="#br0" timeOffset="98132.25">16940 12779 1573 0,'0'0'398'0,"0"0"-278"16,0 0-5-16,0 0 116 15,0 0-11-15,0 0-47 16,120 123-37-16,-82-84-32 15,4 4-15-15,2 1-29 16,0 0-11-16,1 0-13 16,-1 2-2-16,-5-4-7 15,0 1-13-15,-4-3-5 0,-8-6-2 16,-7-8-6-16,-2-7 1 16,-5-4-1-16,-8-7 1 15,2-6-2-15,-7-2-1 16,3 0-24-16,0-14-30 15,-1-11-13-15,8-26-124 16,-2 3-280-16,2 2-224 0</inkml:trace>
  <inkml:trace contextRef="#ctx0" brushRef="#br0" timeOffset="98419.48">17549 12818 1627 0,'0'0'372'0,"0"0"-174"16,0 0 22-16,-113 47 3 15,84-26-74-15,1 1-56 16,-1 4-24-16,-4 6-6 16,-8 8-7-16,-3 4-12 15,-7 6-11-15,-6 3-6 16,1 2 0-16,-1 2 6 15,4-6-9-15,14-3-9 16,7-11-8-16,15-9-7 16,17-12-5-16,0-12-51 15,20-4-52-15,55-27-19 16,-8-6-177-16,2-5-409 0</inkml:trace>
  <inkml:trace contextRef="#ctx0" brushRef="#br0" timeOffset="98678.79">17775 13156 1674 0,'0'0'503'15,"0"0"-386"-15,0 0 145 0,0 0-19 16,0 0-74-16,0 0-55 16,131 30-53-16,-102-30-37 15,4 0-21-15,0 0-3 16,3 0-115-16,-5-2-230 16,-6-5-548-16</inkml:trace>
  <inkml:trace contextRef="#ctx0" brushRef="#br0" timeOffset="99631.24">18744 13516 1008 0,'0'0'502'0,"0"0"-288"15,0 0-15-15,0 0-4 16,0 0-18-16,0 0-22 16,59-105-22-16,-38 75-19 15,-3-4-23-15,2-6-32 16,4-6-6-16,0-8-20 16,0-7-16-16,-1-7-1 0,-2-4-4 15,0 3-6-15,-3 5-5 16,-3 10 0-16,-7 14 1 15,2 13-1-15,-8 10-1 16,1 11 15-16,-3 6 2 16,0 0 14-16,0 2-3 15,0 19-14-15,-5 5-8 16,-5 10 4-16,2 6-10 16,-2 2 0-16,5 2 0 15,2 2 1-15,-3-2-1 16,6-2 0-16,0-4-1 15,0-4 0-15,14-7-5 16,4-7-15-16,12-11-4 16,6-8 7-16,6-3 6 15,8-14 0-15,0-17-21 0,1-9-28 16,-4-6-17 0,-2-8-17-16,-9-2 10 0,-12-5 56 15,-9 3 28-15,-15 8 1 16,0 6 23-16,-3 14 44 15,-9 11 45-15,-1 13-3 16,5 6-43-16,-4 11-36 16,1 20-19-16,-2 10 31 15,1 10-6-15,9 2 0 16,3 3-3-16,0-3-4 16,0-5-7-16,21-4-11 15,2-7-4-15,10-6-1 16,3-9-6-16,8-5-6 0,7-12-35 15,3-5-49-15,23 0-53 16,-9-5-242-16,-12-6-453 0</inkml:trace>
  <inkml:trace contextRef="#ctx0" brushRef="#br0" timeOffset="100348.32">16887 13878 1272 0,'0'0'338'0,"0"0"-106"15,0 0-12-15,124-6-49 16,-67 6 20-16,8 0-37 16,12 0-55-16,10 0-20 0,28 0-24 15,32 0-3-15,36-6-6 16,19-6-10-16,-6-3-16 16,-11 0-2-16,-23 1-5 15,2 0 8-15,-9 1 13 16,-6-2 1-16,-10-1-7 15,-23 4 10-15,-27-1-4 16,-27 6-2-16,-11-1-10 16,-4-1-2-16,-2 3-14 15,-6 0 0-15,-18 2-5 16,-13 1 0-16,2 3 7 16,-10 0-8-16,0 0-9 15,0 0-18-15,2 0-48 16,4 0-72-16,-3-2-213 15,4 0-460-15</inkml:trace>
  <inkml:trace contextRef="#ctx0" brushRef="#br0" timeOffset="101200.05">18155 14453 1300 0,'0'0'509'16,"0"0"-356"-16,0 0 47 15,0 0 31-15,0 0-20 16,21 111-59-16,-16-69-55 16,2 4-20-16,-7-2-32 15,3-1 8-15,-3-3-15 0,0-4-20 16,0 0 5 0,-3-10 11-16,-9 2-11 0,-3-11-16 15,4 2 2-15,-4-9 6 16,2-6-9-16,-1-4 8 15,2 0-14-15,-3-6 0 16,0-16-8-16,1-8-2 16,-1-6 2-16,5-7 2 15,2-3-6-15,2 1-7 16,6-5 11-16,0 7-2 16,6 5-11-16,12 8 9 15,2 5 6-15,1 6 6 16,-3 5-1-16,3 2 0 15,-3 5 1-15,5 0 1 16,5 1 12-16,3 2 2 16,5 0-4-16,0 0-1 0,3-2 1 15,2 1-10-15,-8-2-1 16,0 2 0-16,-7 4-51 16,0-2-131-16,2 2-296 15,-10 1-320-15</inkml:trace>
  <inkml:trace contextRef="#ctx0" brushRef="#br0" timeOffset="101669.79">18806 14172 1333 0,'0'0'409'16,"0"0"-216"-16,0 0-29 15,0 0 10-15,0 0-33 16,121-23-48-16,-99 23-36 16,-14 16-20-16,-5 6 12 0,-3 5 26 15,-5 2-4-15,-19 3-14 16,-3 1 1-16,-2-4-17 16,1-1 8-16,10-6 8 15,7-1-8-15,8-7-22 16,3 0-26-16,9-7 0 15,11-1 11-15,8-2 3 16,1-2-3-16,1-2-1 16,-1 0-10-16,-1 0-1 15,-2 0-38-15,-6-2-104 0,-2-4-214 16,-9 5-657-16</inkml:trace>
  <inkml:trace contextRef="#ctx0" brushRef="#br0" timeOffset="102459.68">20535 13331 1679 0,'0'0'385'0,"0"0"-285"16,0 0-10-16,0 0 61 15,0 0-1-15,0 0-20 16,121 0-26-16,-85 2-28 16,0 2-24-16,3-2-26 15,-3-2-10-15,-1 0-16 16,4 0-6-16,-10 0-56 16,-2 0-81-16,-6 0-119 15,-15 0-47-15,-6-2-249 0,0-1-297 16</inkml:trace>
  <inkml:trace contextRef="#ctx0" brushRef="#br0" timeOffset="102632.21">20497 13549 1160 0,'0'0'497'0,"0"0"-279"15,0 0 19-15,0 0-42 16,154 15-64-16,-92-14-56 15,-3 3-52-15,18 0-23 16,-13 2-201-16,-12-3-345 0</inkml:trace>
  <inkml:trace contextRef="#ctx0" brushRef="#br0" timeOffset="103925.76">22407 12896 1490 0,'0'0'557'0,"0"0"-431"15,0 0-70-15,0 0 131 16,0 0-37-16,0 0-18 15,71 107-20-15,-36-71-18 16,3-1-16-16,8 1 1 16,3 2-14-16,2-2-13 15,0-2-7-15,-1-1-1 16,-2-1-17-16,-9 0-11 0,-3-4-4 16,-7-5-6-1,-5-2-5-15,-10-5 1 0,-4-5 4 16,-7-6-6-16,-1-2 0 15,-2 0-1-15,0-3 0 16,0 0-27-16,0 0-5 16,0 0-20-16,0 0-46 15,0-6-85-15,0-22-337 16,0 1-95-16,3-4-516 0</inkml:trace>
  <inkml:trace contextRef="#ctx0" brushRef="#br0" timeOffset="104232.93">22983 12879 1748 0,'0'0'336'16,"0"0"-193"-16,0 0 44 15,-113 111-43-15,84-68-31 16,-2 2-19-16,1 4-24 16,-4 1-4-16,-2 0-6 15,-3-2-2-15,1-7 2 16,5-5-26-16,6-7-25 16,5-9-7-16,11-6 3 15,2-7-5-15,9-4-44 16,0-3-63-16,0 0-122 15,9-6-229-15,6-8-99 0</inkml:trace>
  <inkml:trace contextRef="#ctx0" brushRef="#br0" timeOffset="105314.04">23625 13158 1538 0,'0'0'640'0,"0"0"-424"16,0 0-108-16,0 0 27 15,0 0-2-15,0 0-8 16,0 0-36-16,145 0-29 16,-100 0-11-16,-1 0-15 15,0 0-19-15,-5 0-15 16,-6 0-38-16,-3 0-86 16,-6 0-228-16,-13 0-533 0</inkml:trace>
  <inkml:trace contextRef="#ctx0" brushRef="#br0" timeOffset="105983.25">24828 12891 962 0,'0'0'259'16,"0"0"-103"-16,0 0-5 16,0 0 6-16,0 0-24 15,0 0-29-15,0 0-5 16,0-55-9-16,0 55 12 16,0 17 90-16,0 12-22 15,0 5-30-15,0 6-36 16,0 1-41-16,0 3-17 15,0-1-2-15,0-5-20 16,0-4-2-16,0-4-7 16,3-4-7-16,2-2-7 15,-5-2 9-15,0-5 0 16,0-3-9-16,3-2-2 16,-3-6-20-16,0-1-13 15,0-1-50-15,0 1-88 0,0-5-77 16,4 0-85-16,-1 0-37 15,0-16-576-15</inkml:trace>
  <inkml:trace contextRef="#ctx0" brushRef="#br0" timeOffset="106586.64">25398 12715 1252 0,'0'0'312'0,"0"0"-99"16,0 0 27-16,0 0-74 15,0 0 6-15,0 0 12 16,0 0-7-16,-2 99-41 16,-23-90-47-16,1 0-23 15,-2 0-24-15,-1-3-21 16,6 3-8-16,6-4-1 15,4-1-12-15,4 3-1 16,1 0-6-16,4 1 6 16,-4 2 0-16,-1 2 1 15,-1 2-1-15,-2 3 1 16,2 1 0-16,3-2 1 0,-2-4-1 16,7-2-3-1,0-4-18-15,0 0-16 0,7-4 4 16,13-2 23-16,1 0 10 15,2 0 1-15,4 0 0 16,0 0 8-16,2 0-9 16,1 2 0-16,-6 2 0 15,-1 2 9-15,-5 0-7 16,-3 6 17-16,0 0 8 16,-6 6 12-16,-2 1 10 15,-5 2 4-15,-2 2-4 16,0-2 4-16,-18 3-12 15,-5-4-5-15,-2-2-10 0,-4-1-7 16,2-7 1 0,1-5-10-16,2-2-4 0,-3-3-5 15,6 0-1-15,0 0-6 16,1 0-18-16,-1-7-20 16,0 2-35-16,1-1-99 15,-11 6-197-15,5 0-353 16,3 0-874-16</inkml:trace>
  <inkml:trace contextRef="#ctx0" brushRef="#br0" timeOffset="107383.51">22692 13696 1333 0,'0'0'559'0,"0"0"-437"16,0 0-72-16,0 0 31 0,0 0 13 15,0 0 29-15,0 0-25 16,163 0-2-16,-97 0-8 16,5 0-19-16,9 0-14 15,3 0-9-15,7 0-4 16,7 0-13-16,19 0-19 16,23 0 2-16,25-6 3 15,9-8-6-15,-1-3-8 16,-5-1 20-16,-16 4-6 15,-3 5 12-15,-26 5-1 16,-27 4-11-16,-24 0 0 16,-11 0-14-16,11 0-1 15,3 0 1-15,6 1 14 0,-6-1-2 16,-14 0 10-16,-7 0 4 16,-17 0-9-16,-15 0-11 15,-6 0-6-15,-12 0 10 16,-3-1-11-16,0 1-6 15,0-3-47-15,0 0-90 16,-11-3-316-16,-4 1-281 0</inkml:trace>
  <inkml:trace contextRef="#ctx0" brushRef="#br0" timeOffset="108050.72">24160 14080 182 0,'0'0'1237'0,"0"0"-987"16,0 0-69-16,0 0 5 15,0 0-60-15,115-43-7 16,-94 43 6-16,0 0 9 16,-6 14-6-16,3 4 11 15,-10 8-29-15,-5 0-29 16,-3 0-14-16,0 4-16 16,-6-2-19-16,-20 2-10 15,-10 0-7-15,-9-2-15 16,-8-2-12-16,2-4-28 15,0-8-22-15,7-4-2 16,3-10-20-16,13 0-22 16,15-4-12-16,6-14 13 0,7-6 63 15,9-2 42-15,20 2 68 16,4 2 35-16,6 4-1 16,2 5-4-16,1 6-23 15,0 7-18-15,-3 0-6 16,0 7 0-16,-4 10-9 15,-3 3-18-15,-4-2-12 16,-2 0-3-16,-3-4-9 16,-2-2-6-16,4-6-38 15,-2-2-50-15,13-4-80 16,0 0-166-16,-10-2-340 0</inkml:trace>
  <inkml:trace contextRef="#ctx0" brushRef="#br0" timeOffset="108349.92">26229 13505 1744 0,'0'0'641'0,"0"0"-531"16,0 0-23-16,0 0-27 15,0 0-36-15,0 0-24 16,0 0-27-16,0 20-217 15,-8-10-653-15</inkml:trace>
  <inkml:trace contextRef="#ctx0" brushRef="#br0" timeOffset="-206969.2">2843 15209 1393 0,'0'0'313'15,"0"0"-179"-15,0 0-40 16,0 0 41-16,0 0-46 16,-11 49-22-16,9-14-14 15,2 9-4-15,0 9 9 0,0 5 5 16,0 6-5-16,0 3-13 15,0-1-11-15,0-2-10 16,0-7-9-16,-4-2-6 16,1-7-2-16,3-4-7 15,0-8 0-15,0-5-7 16,9-7-4-16,9-2-5 16,0-8-2-16,0 0-15 15,3-2 10-15,-3-2 3 16,8-2-33-16,-3-5 28 15,8-3 1-15,2 0-16 16,-2-13-6-16,5-18 28 16,0 0-4-16,-3-5 13 15,-9 2 2-15,-9 5 7 16,-4 8 1-16,-4 6 5 0,-7 11 2 16,0 0 9-16,0 4 28 15,0 0-7-15,0 0-4 16,0 0-14-16,0 10-13 15,0 7-5-15,0 2 0 16,0 3 4-16,2 4-6 16,7-8 0-16,0-1-1 15,2-3 1-15,5-4 0 16,-4-2-1-16,3-4 0 16,-7-4 0-16,8 0 0 15,-5 0-6-15,-2-8-5 16,-3-6-6-16,-4-8 18 15,-2-5 3-15,0 0-1 16,0-4 4-16,0-1-6 16,-8 7 1-16,-10 2 8 0,-2 9-7 15,-4 1-1-15,-6 8-1 16,4 5-1-16,-2 0 1 16,5 0 5-16,5 11 11 15,9 0-5-15,9-7-11 16,0 2-22-16,9 2 4 15,24-8 8-15,11 0 4 16,10 0 6-16,5-4 14 16,3-10-4-16,1-3-4 15,-3-4-5-15,-11 5-1 16,-1 4-6-16,-9 4-1 16,-10 4 1-16,-1 4 4 15,-11 0-7-15,1 0 9 0,-7 0 0 16,2 0-1-1,-1 2 1-15,-6 0 0 0,-4-2 2 16,1 2-2-16,0-2 1 16,-3 0 0-16,0 0 11 15,0 0 12-15,0 0 21 16,-6 0-8-16,-9 0-14 16,-5 0 0-16,-4 0-5 15,-6 0-11-15,4 6-5 16,-7 11 4-16,1 2-6 0,2 2 6 15,6-2-4 1,6-5-1-16,9-1-1 0,3-9-1 16,6 1-21-16,0-1 4 15,6-4 6-15,21 4 6 16,2 0 6-16,12 2 2 16,-2 2 8-16,7 4 1 15,-8 2-11-15,-2 9 2 16,-7 4 4-16,-4 6 1 15,-12 7 5-15,0 8 9 16,-13-3 9-16,0 5 2 16,0 1-8-16,-18-5-1 15,-3-1-7-15,-2-5-5 16,-2-8-2-16,2-7-1 16,5-6-6-16,3-11 7 0,6-8 7 15,7 0-13-15,2-8-3 16,0-20-12-16,8-10 12 15,17-9-10-15,4-10 4 16,1-2-22-16,2-3-8 16,3 0 16-16,-4 8-9 15,-5 0-1-15,-3 14 12 16,-5 2 12-16,-5 9 6 16,-5 12 0-16,-4 4 1 15,-1 7 4-15,-3 6 1 16,0 0 8-16,0 0 8 15,0 0-2-15,0 10 2 16,0 12 8-16,0 0-6 16,0 4-4-16,3 1-14 15,-1-4 2-15,4-6-7 0,1-4 0 16,-2-2 0-16,1-3-1 16,3-8-1-16,-3 0-16 15,-1 0 17-15,5 0-1 16,-2-19-1-16,2-6-2 15,-2-7 3-15,-8-5 1 16,0 3-2-16,0 4-13 16,-5 6 14-16,-10 6 1 15,-3 6 9-15,2 10 7 16,3 2 10-16,-2 0 1 0,-1 19-9 16,5 4-3-16,7 8-8 15,4 0-7-15,0 1 1 16,0 2-1-16,13-7 0 15,5 1 0-15,-1-10-19 16,1 0-96-16,9-6-64 16,29-12-174-16,-5 0 7 15,-4 0-205-15</inkml:trace>
  <inkml:trace contextRef="#ctx0" brushRef="#br0" timeOffset="-206769.75">4534 16018 1763 0,'0'0'559'16,"0"0"-473"-16,0 0 2 16,0 0 25-16,0 0-61 15,-12 128-35-15,4-84-17 16,-10 18-93-16,0-8-174 15,3-4-209-15</inkml:trace>
  <inkml:trace contextRef="#ctx0" brushRef="#br0" timeOffset="-206003.79">5429 15534 1041 0,'0'0'333'0,"0"0"-174"15,0 0 47-15,0 0-15 16,146-50-79-16,-112 46 12 0,5 4-2 15,-6 0-16-15,-3 0-19 16,-4 6-20-16,-8 8-21 16,-5 7 5-16,-5-2 13 15,-5 6 9-15,-3 7-9 16,0 4-3-16,0 4-1 16,-15 3-6-16,-2 3-12 15,-5 3-6-15,5-1 1 16,0-2-5-16,1-5-16 15,7-1-15-15,9-10 10 16,0-3-10-16,7-4-1 16,16-2 0-16,10-2 1 15,11-1 2-15,3-8 6 0,4 2 19 16,-3-8-8-16,-1-4-11 16,-8 0-9-16,-9 0-17 15,-7-13-38-15,-10 5-37 16,-8-11-56-16,-5-4-80 15,-18 6-284-15,-9-1-326 0</inkml:trace>
  <inkml:trace contextRef="#ctx0" brushRef="#br0" timeOffset="-205825.26">5493 15940 1935 0,'0'0'488'0,"0"0"-396"0,0 0-19 15,0 0 35-15,0 0 36 16,123-27-26-16,-73 23-36 16,1 4-42-16,2 0-40 15,1 4-52-15,23 10-109 16,-9 1-430-16,-6-8-537 0</inkml:trace>
  <inkml:trace contextRef="#ctx0" brushRef="#br0" timeOffset="-205170.01">7146 15913 1111 0,'0'0'550'0,"0"0"-451"15,0 0 34-15,0 0 29 16,0 0-59-16,149-32-26 15,-111 16-19-15,-2-6-26 16,-4 4-15-16,-7 4-10 16,-12 1 1-16,-6 4 5 15,-7 1 12-15,-7 6 5 16,-13 2-17-16,-12 0-7 0,-4 19 24 16,-2 2 28-16,-1 12 12 15,9 2 28-15,3 1-13 16,12-4-9-16,10-1-18 15,5-4-8-15,5-3-1 16,21 1-1-16,13-11-18 16,7-3 0-16,3-6 0 15,2-5-14-15,0 0-8 16,-4-8-8-16,-6-6-58 16,-2-26-90-16,-6 3-117 15,-12-2-384-15</inkml:trace>
  <inkml:trace contextRef="#ctx0" brushRef="#br0" timeOffset="-204944.62">7550 15132 1694 0,'0'0'586'15,"0"0"-464"-15,0 0-57 16,0 0-4-16,0 0-23 16,0 0-20-16,0 0-10 15,121-85-8-15,-94 67-135 16,-6 4-244-16,-6 7-857 0</inkml:trace>
  <inkml:trace contextRef="#ctx0" brushRef="#br0" timeOffset="-203135.46">8979 16096 1685 0,'0'0'536'0,"0"0"-432"16,0 0-82-16,0 0 76 16,0 0-3-16,0 0-37 15,0 0-21-15,133-124-8 16,-106 88-8-16,-7 5-7 15,-7-1-2-15,-4 7-6 16,-9 2 9-16,0 9 14 16,0 5 11-16,0 5 14 15,0-1 4-15,-7 5-18 16,2 0-10-16,-1 0-10 0,-3 9-9 16,3 8-11-16,1 12 0 15,-2 0-2-15,1 7 2 16,6 0 0-16,0 1-7 15,0-7 6-15,9-3-5 16,8-4 0-16,4-5 6 16,7-15-6-16,-2-3-11 15,7-3 10-15,-7-23 6 16,2-6-1-16,-10-8-17 16,-5-4 11-16,-6 4 7 15,-4 7 1-15,-3 7 0 16,0 12 1-16,0 4 11 0,0 7 15 15,0 3-6 1,0 0-4-16,0 5-8 0,0 13-8 16,0 8 5-16,0 1-6 15,0 4 1-15,0 4-1 16,0 0 0-16,0-2 0 16,0-3 0-16,0 1-8 15,0-4-8-15,3-4-17 16,6-4-42-16,5-11-34 15,11-8 0-15,1 0 32 16,4-18 1-16,2-16 39 16,4 1 22-16,-3-3 15 15,-9 9 10-15,-7 9 28 0,-8 10 16 16,-2 4 16 0,-5 4 15-16,-2 0-6 0,0 13-4 15,0 14 22-15,0 1-26 16,0 2-20-16,0 2-24 15,0-6-21-15,0-4 3 16,0-12-9-16,0-3 0 16,0-7-47-16,0 0-36 15,18-8 27-15,3-19 13 16,5-5-6-16,7-8-19 16,0 0-3-16,-4 4 41 15,-1 6 30-15,-8 11 8 16,-9 10 30-16,-4 9 36 15,-7 0 28-15,0 23 21 16,0 7-31-16,0 11-39 16,0-5-31-16,0 0-21 0,11-11 4 15,10-10-5-15,7-11-24 16,1-4-28-16,6-8-7 16,4-14 12-16,-3-6-7 15,0-6-24-15,-6 2 12 16,-7 2 30-16,-5 6 36 15,-7 6 0-15,-4 10 57 16,-7 8 40-16,0 3 11 16,0 21-29-16,0 15-23 15,-3 3-23-15,-3 0-18 16,6-4 1-16,0-8-16 0,0-8 0 16,0-8-7-1,15-6-47-15,-3-4-71 0,9-4-11 16,5 0-140-16,18-8-283 15,-8-10-44-15,2 5-734 0</inkml:trace>
  <inkml:trace contextRef="#ctx0" brushRef="#br0" timeOffset="-202764.45">10624 15996 584 0,'0'0'1110'0,"0"0"-819"15,0 0-107-15,0 0 85 16,0 0-59-16,0 0-88 15,0 0-11-15,-41-37-19 0,26 33-11 16,1 3-21 0,-1 1-15-16,-3 0-9 0,0 0-2 15,-3 14-5-15,-2 11-17 16,5 8 0-16,-4 3-2 16,13 0-10-16,7-3 0 15,2-8-7-15,11-7-7 16,19-11-16-16,9-7-13 15,9-2-11-15,1-23 9 16,2-9 27-16,-6 1 18 16,-7-2 0-16,-14 9 7 15,-9 8 17-15,-8 8 33 16,-7 10-3-16,0 0-10 16,0 10-31-16,-7 12-13 15,-4 14-1-15,4 0-47 16,7 4-95-16,3 4-235 15,21-12-282-15,0-6-761 0</inkml:trace>
  <inkml:trace contextRef="#ctx0" brushRef="#br0" timeOffset="-201919.72">12591 15931 1497 0,'0'0'336'15,"0"0"-217"-15,0 0 44 16,0 0 11-16,0 0-33 16,-131-32-28-16,114 31-8 15,-5 1-21-15,1 0-38 16,1 7-10-16,-9 19-8 15,-2 2 13-15,-2 11 12 16,2 3-2-16,6 2-25 16,8-4-7-16,5-4-7 15,12-6-11-15,0-8 0 0,8-4-1 16,17-17-17 0,7-1 16-16,10 0 1 0,5-21 0 15,4-16 11-15,-4-12-10 16,4-9-1-16,-7-15 0 15,-5-2-10-15,-9-6 4 16,-9 0-10-16,-13 2 15 16,-5 8 1-16,-3 12 1 15,0 12 0-15,-11 13 6 16,-2 16 18-16,5 11 11 16,-1 7-9-16,0 5-14 15,0 26-7-15,3 8-5 16,3 10 11-16,3 9 2 15,0 2 1-15,0 2 0 16,0-1-6-16,0 2-8 0,9-5 4 16,0 1-4-16,-3-2-2 15,3-8 1-15,-3-4-13 16,2-1-47-16,-1-2-43 16,7-7-101-16,-5-5-280 15,0-16-287-15</inkml:trace>
  <inkml:trace contextRef="#ctx0" brushRef="#br0" timeOffset="-201723.23">12971 15923 1505 0,'0'0'550'0,"0"0"-432"16,0 0 47-16,0 0 64 15,0 0-92-15,0 0-67 16,0 0-33-16,-18 120-16 15,18-89-15-15,0-3-6 16,10-1-47-16,-2-6-81 16,13-11-112-16,-1-10-95 15,2 0-374-15</inkml:trace>
  <inkml:trace contextRef="#ctx0" brushRef="#br0" timeOffset="-201402.09">13387 15869 1498 0,'0'0'569'0,"0"0"-398"16,0 0 73-16,0 0-15 15,-146 40-87-15,125-18-36 16,10 1-53-16,9 0-35 16,2 4-17-16,18 3-1 15,10-6 0-15,14 2-6 16,3 0 6-16,-1-5 0 15,-2 4 1-15,-9-4-1 16,-10-4 0-16,-13 3 11 16,-10-3 17-16,0 10 35 15,-33-1-9-15,-6 1-29 16,-9-4-17-16,-6-1-8 16,5-4-5-16,5-9-29 15,8-9-52-15,18-32-108 0,8-13-322 16,10-11-278-16</inkml:trace>
  <inkml:trace contextRef="#ctx0" brushRef="#br0" timeOffset="-201155.75">13721 15165 1763 0,'0'0'491'0,"0"0"-325"16,0 0-76-16,0 0 91 0,-33 164-23 15,23-89-18 1,2 9-28-16,5 8-40 0,3 5-36 16,0 1-19-16,0 0-10 15,5-8 4-15,4-1-11 16,0-12-1-16,0-12 0 16,0-11-30-16,4-14-76 15,-8-16-95-15,1-24-267 16,-6 0-219-16,0-10-325 0</inkml:trace>
  <inkml:trace contextRef="#ctx0" brushRef="#br0" timeOffset="-201002.16">13497 16070 1820 0,'0'0'546'0,"0"0"-323"16,0 0 5 0,0 0-125-16,0 0-75 0,0 0-1 15,0 0 8-15,116-12-32 16,-62 28-3-16,-5-3-98 15,11 10-176-15,-9-4-294 16,-13-2-544-16</inkml:trace>
  <inkml:trace contextRef="#ctx0" brushRef="#br0" timeOffset="-200817.65">14005 16234 1724 0,'0'0'659'0,"0"0"-473"16,0 0-60-16,0 0-2 0,0 0-76 16,0 0-48-16,0 0-72 15,-39 28-130-15,49-19-336 16,-2-4-778-16</inkml:trace>
  <inkml:trace contextRef="#ctx0" brushRef="#br0" timeOffset="-199665.75">15163 15980 1222 0,'0'0'331'0,"0"0"-185"0,0 0 58 16,0 0-2-16,0 0-19 15,67 104-40-15,-56-68-41 16,1 0-39-16,-4-2-37 16,-1-1-14-16,-4-12-3 15,-3-3 0-15,0-4 2 16,0-6-10-16,0-4-1 16,-10-4-30-16,2-4-57 15,5-22-22-15,3-6 47 16,0-13 38-16,0-5 17 15,18-2 6-15,0-1 1 16,8 3 0-16,-5 11 9 16,0 11 22-16,-3 11 24 0,-3 12 0 15,-4 5-6 1,4 5 14-16,-3 21 32 0,1 10 6 16,-2 3-29-16,1 4-35 15,-1 1-19-15,-1 0-6 16,1-4-6-16,-4-8-6 15,1-5 0-15,2-10-61 16,1-9-85-16,7-8-64 16,2 0-38-16,13-22-46 15,0-12-79-15,6-4-10 16,-6 4 300-16,-4 1 83 16,-8 12 173-16,-6 7 84 15,-7 5 32-15,-4 9-6 16,-4 0 10-16,0 5-100 0,0 13-43 15,3 8-41-15,2 6-47 16,5-4-31-16,7 1-19 16,5-2-3-16,7-5-7 15,4-8 36-15,3-6-11 16,5-8-13-16,-2 0-7 16,-4-8-6-16,-6-13 7 15,-1-12-7-15,-10-7 1 16,-10 0 5-16,-8 0-1 15,0 4 3-15,-15 10 2 16,-17 4-4-16,-11 9 14 16,-3 13-1-16,-5 0-8 15,1 23-12-15,2 11 0 0,9 2-15 16,10 4-36-16,11-4-60 16,11-5-143-16,17-4-225 15,16-4-110-15,7-16-531 16</inkml:trace>
  <inkml:trace contextRef="#ctx0" brushRef="#br0" timeOffset="-199367.55">16281 16160 1699 0,'0'0'404'0,"0"0"-262"16,0 0 63-16,-36 116-39 0,36-90-64 15,0-7-35-15,0-10-29 16,0-1-23-16,0-3-15 16,0-5-6-16,6 0-13 15,-1-19 19-15,5-7 9 16,-2-14-9-16,5 0-22 16,-1-5 16-16,2 1 5 15,1-1 1-15,0 9 0 16,-7 14 0-16,5 8-95 15,-10 14-35-15,6 4-98 16,-1 20-28-16,-1-2-437 0</inkml:trace>
  <inkml:trace contextRef="#ctx0" brushRef="#br0" timeOffset="-198830.97">16675 16048 1639 0,'0'0'526'0,"0"0"-419"16,0 0 73-16,0 104 0 16,0-64-72-16,0-2-58 15,0-10-33-15,0-6-4 0,0-8-13 16,0-10-48-1,0-4-73-15,7-4-23 0,4-17 79 16,7-12-51-16,3 1-30 16,-3-12 57-16,6 9 79 15,-3-1 10-15,-10 13 57 16,2 9 53-16,-8 10 41 16,2 4-6-16,-7 10 11 15,0 15 3-15,0 8-50 16,0 1-40-16,0-2-23 15,0-10-34-15,0-7-12 16,11-12-14-16,7-3-53 16,3-3 13-16,6-20-27 15,-1-4-32-15,7-4 72 16,-4-1-11-16,-1 6 7 0,-5 8 45 16,-2 10 51-16,-6 8 25 15,-4 4 33-15,4 21 56 16,-2 12-44-16,-8 7-43 15,1-4-44-15,-2 0-10 16,-1-8-23-16,2-6-1 16,5-11-70-16,1-12-144 15,22-6-263-15,-4-20-104 16,1 1-303-16</inkml:trace>
  <inkml:trace contextRef="#ctx0" brushRef="#br0" timeOffset="-198247.54">17528 16070 1084 0,'0'0'788'16,"0"0"-438"-16,0 0-63 0,0 0-56 16,0 0-62-16,0 0-52 15,0 0-44-15,-44-16-33 16,26 16-13-16,-2 0-4 16,-4 0-5-16,-3 20-3 15,-2 4-5-15,1 9 1 16,2 9-2-16,8-3-8 15,3-1 0-15,12-4-1 16,3-7-8-16,8-9-19 16,20-9-18-16,4-9-1 15,3 0-23-15,1-17 42 16,-5-10 17-16,-5 4 10 16,-8-4 1-16,-6 6 20 15,-4 2 26-15,-1 7 1 16,-7 10-4-16,3-2-8 0,-3 4-18 15,0 0-18-15,8 0-8 16,-2 0 8-16,6 8 14 16,3 6-1-16,0 1-4 15,3-8-3-15,6 3-6 16,-3-2 0-16,7-8 0 16,6 0 0-16,1-12 0 15,7-12 0-15,-1-14-12 16,-2-7-10-16,-1-8 4 15,-7-7-5-15,-5-1 5 16,-8 2 5-16,-9 2 12 0,-9 11 1 16,0 14 12-1,-2 20 33-15,-16 12-3 0,-3 17-15 16,-4 33-15-16,2 21-3 16,-3 10 3-16,5-1-1 15,8 1-10-15,11-16-1 16,2-15 0-16,18-10-21 15,17-13-33-15,36-21-113 16,-5-6-361-16,-4 0-1209 0</inkml:trace>
  <inkml:trace contextRef="#ctx0" brushRef="#br0" timeOffset="-197631.18">19834 16066 1400 0,'0'0'651'0,"0"0"-437"16,0 0-92-16,0 0-1 15,0 0-55-15,0 0-24 0,0 0 87 16,38 84-6-16,-25-26-38 15,-5 7-10-15,4 9-25 16,-3 8-14-16,3-2-10 16,-1-4-19-16,4-6 1 15,3-7-7-15,0-9-1 16,0-10-6-16,0-17 6 16,-3-4-49-16,-4-15-51 15,-1-8-65-15,-2-8-79 16,-5-50-69-16,1 4-49 15,-4-8-336-15</inkml:trace>
  <inkml:trace contextRef="#ctx0" brushRef="#br0" timeOffset="-197373.87">19870 16004 1264 0,'0'0'264'0,"0"0"-148"16,0 0 17-16,0 0 112 15,154-91-41-15,-107 80-9 16,-9 8-36-16,-5 3-38 16,-5 14-14-16,-14 22 5 15,-10 5 2-15,-4 12-18 16,-4 2-29-16,-17 1-26 16,-5-6-19-16,3-10-14 15,-2-8 2-15,7-15-10 16,10-8 0-16,-1-9-45 0,2 0-79 15,7-40-169-15,3 4-414 16,10-4-566-16</inkml:trace>
  <inkml:trace contextRef="#ctx0" brushRef="#br0" timeOffset="-196967.95">20656 15986 1502 0,'0'0'504'16,"0"0"-422"-16,0 0 42 15,0 0 68-15,0 0-64 0,0 0-21 16,-124-59-15-16,107 59-28 16,-8 4-4-16,1 20-20 15,-2 11-1-15,8 1 26 16,0 4-12-16,6-4-33 15,9-7-14-15,3-10-6 16,6-5-14-16,21-14-15 16,6 0-3-16,9-18-10 15,2-8 2-15,-3-7-15 16,-5 4 2-16,-13 7 35 16,-5 8 17-16,-8 8 1 15,-7 6 1-15,-3 6 37 16,0 20 14-16,0 6-10 0,0 8-27 15,0-6-8-15,0-2-7 16,5-10-77-16,37-22-156 16,-4 0-260-16,1 0-339 0</inkml:trace>
  <inkml:trace contextRef="#ctx0" brushRef="#br0" timeOffset="-196299.75">21158 15848 1724 0,'0'0'400'0,"0"0"-252"15,0 0 3-15,-139-5 49 16,103 18-64-16,10 12-40 16,2 7-25-16,4 4-6 0,2 5-19 15,8 3-18-15,2 2-2 16,8-6-19-16,0-4 2 15,3-6-8-15,20-12-1 16,3-12-14-16,10-6 13 16,6-2-7-16,3-25-14 15,2-12-5-15,1-10-3 16,-4-8-9-16,-5-7 14 16,-3-10 10-16,-6-3 14 15,-9-3 1-15,-10 7 0 16,-11 2 6-16,0 14 1 15,0 15 16-15,0 12 14 0,-9 20 23 16,0 10 6 0,-2 0-30-16,-4 26-26 0,-3 17-8 15,0 10-2-15,3 8 8 16,1 7-7-16,4 2 5 16,2 3-5-16,8-2 0 15,0-1 1-15,0-9-2 16,18-9-1-16,5-12-26 15,6-7-51-15,4-12 20 16,6-17-38-16,-1-4 15 16,6-18-23-16,-5-22-32 15,1-8 41-15,-8 2 70 16,-2 6 25-16,-9 9 40 0,-10 13 67 16,-2 9 2-1,-6 4 15-15,-3 5-13 0,3 0-43 16,0 0-32-16,1 0-19 15,4 9 7-15,4 5 4 16,2 4-11-16,8 0-2 16,-1 0 4-16,0-1-10 15,-1 6-9-15,-2-5-29 16,0 4-23-16,-4-4-138 16,8 4-165-16,-8-4-251 15,-2-5-266-15</inkml:trace>
  <inkml:trace contextRef="#ctx0" brushRef="#br0" timeOffset="-195732.26">22193 15999 1234 0,'0'0'649'16,"0"0"-447"-16,0 0 22 15,0 0 54-15,0 0-93 16,0 0-66-16,0 0-22 15,-66-63-3-15,51 63-22 16,-9 0-24-16,-9 18-21 16,-1 8-3-16,-5 10 0 15,1 6-1-15,7 2-7 16,8 0-16-16,10-9 0 16,8-4 0-16,5-12-9 0,15-6-17 15,17-13-22-15,16 0-1 16,2-18-5-16,1-12 18 15,-3-2 16-15,-7 2 4 16,-12 6 14-16,-11 1 2 16,-6 12 11-16,-3 5 17 15,-2 2 1-15,-7 4 1 16,5 0-5-16,-2 0-13 16,7 4-4-16,1 6 5 15,4 2-4-15,5 6-1 16,-2-4-8-16,9-1 10 15,0 0-9-15,-1 1 5 16,2-10-4-16,6 1 8 16,-1-5-4-16,0 0 11 15,3 0 2-15,-10-13-1 0,2-1-9 16,-10-1 13 0,-10-2-5-16,-8-1 7 0,0-2 0 15,-8-4-9-15,-20 2-15 16,-5-9-6-16,-5 0-24 15,-9-1-24-15,3-8-50 16,-38-13-185-16,18 14-425 16,-2 6-686-16</inkml:trace>
  <inkml:trace contextRef="#ctx0" brushRef="#br0" timeOffset="-195607.59">21851 15677 1746 0,'0'0'476'0,"0"0"-404"0,0 0 71 15,0 0 47-15,166-12-81 16,-106 12-48-16,23 0-61 16,-21 0-151-16,-6 0-416 0</inkml:trace>
  <inkml:trace contextRef="#ctx0" brushRef="#br0" timeOffset="-193950.04">24991 16418 1096 0,'0'0'630'0,"0"0"-465"15,0 0-108 1,0 0 57-16,0 0 7 0,0 0 22 16,0 0 13-16,56-25-31 15,-38 6-39-15,0-3-30 16,0-6-6-16,2-6-6 16,1-8-20-16,4-2-8 15,-2-10-6-15,1-9 2 16,-1 6-6-16,-2-5-4 15,0 7 4-15,-9 7-5 16,0 8 1-16,-6 17 8 16,-3 10 1-16,-1 5 5 15,-2 6 19-15,0 2 7 0,0 0 2 16,0 0-18 0,0 6-19-16,0 15-5 0,0 6-2 15,0 5 1-15,0 2 0 16,0 3-1-16,0-1-6 15,0 0 6-15,10-1 0 16,1-2 0-16,4-3 0 16,-2-5-9-16,5-4 0 15,-1-9-18-15,10-8-6 16,-1-4 6-16,1-4 18 16,6-23-3-16,-4-4-12 15,2-5-9-15,-8-8 3 16,-2-6-4-16,-3 1 4 15,-10 5 22-15,2 9 7 0,-8 2 2 16,1 7-1-16,0 12 21 16,-3 5 7-16,0 5 17 15,0 4 0-15,0 0-17 16,0 0-11-16,0 9-7 16,0 9 14-16,0 8 9 15,0 2-9-15,0 8-9 16,0 4-5-16,0 0-8 15,0-1-2-15,0-3 0 16,4 0-2-16,4-13-41 16,5-2-51-16,7-11-107 15,33-10-101-15,-5-12-236 16,-4-13-430-16</inkml:trace>
  <inkml:trace contextRef="#ctx0" brushRef="#br0" timeOffset="-193741.58">26194 15811 1465 0,'0'0'586'0,"0"0"-504"16,0 0 20-16,0 0 119 16,0 0-29-16,120 0-51 15,-82 0-51-15,1 0-54 16,-8 0-36-16,-3 4-8 15,-5 2-127-15,-10 6-90 16,-8-3-403-16,-5 1-1082 0</inkml:trace>
  <inkml:trace contextRef="#ctx0" brushRef="#br0" timeOffset="-193564.07">26180 16022 1640 0,'0'0'537'0,"0"0"-444"15,0 0-19-15,0 0-16 16,0 0 22-16,0 0-40 16,124 8-40-16,-80-8-50 15,7 0-116-15,18 0-50 16,-10 0-333-16,-9-8-456 0</inkml:trace>
  <inkml:trace contextRef="#ctx0" brushRef="#br0" timeOffset="-193244.91">26890 15955 1258 0,'0'0'330'16,"0"0"-123"-16,0 0 65 16,0 0-114-16,0 0-37 15,128 18 13-15,-94-15-48 16,5-2 11-16,3-1-14 15,-10 0-19-15,-2-4-41 16,-9-10-7-16,-3-3-1 0,-10-7 0 16,-8-2 21-16,0-10-2 15,-13 5 16-15,-18-5 12 16,-13 3-14-16,-4 4-18 16,-6 3 6-16,2 10-12 15,4 10-18-15,3 6-6 16,10 2-14-16,4 22-53 15,8 10-95-15,15 20-127 16,-2-12-308-16,10-4-632 0</inkml:trace>
  <inkml:trace contextRef="#ctx0" brushRef="#br0" timeOffset="-192698.37">28224 15954 1684 0,'0'0'338'0,"0"0"-241"16,0 0-7-16,0 0 13 16,0 0 7-16,0 0 10 15,154 19-44-15,-105-34-43 16,-3-7-17-16,-5-1-16 0,-8-3-25 16,-12 4-24-1,-13 0 11-15,-8 8 38 0,0 6 28 16,-13 6 30-16,-15 2 41 15,2 2-13-15,-2 19 4 16,10 6-30-16,7 2-33 16,4 4-14-16,7-1-13 15,7 1-34-15,50-7-99 16,-3-8-182-16,1-10-531 0</inkml:trace>
  <inkml:trace contextRef="#ctx0" brushRef="#br0" timeOffset="-192044.12">30293 15588 1393 0,'0'0'670'16,"0"0"-549"-16,0 0 52 15,0 0 69-15,0 0-82 16,16 139-33-16,-7-95-17 16,-1 0-23-16,1-4-29 15,0 1-28-15,-6-6-7 16,-3 2-5-16,0-12-5 15,0 0 1-15,-12-6-5 16,-5-2-8-16,-10-5 8 16,0-8-8-16,-11-4-1 15,2 0 0-15,0-18-11 0,-2-8-5 16,5-10-7-16,6-12 1 16,7-2-1-16,10-9 7 15,10 3 15-15,0 6 1 16,10 4-6-16,10 8 6 15,4 6 12-15,-1 5-6 16,5 5 3-16,1 7-8 16,1 6 0-16,6 9 0 15,0 0 1-15,-2 2 4 16,-1 19-6-16,3-3-24 16,0 0-81-16,23-10-147 15,-8-2-134-15,-7-6-281 0</inkml:trace>
  <inkml:trace contextRef="#ctx0" brushRef="#br0" timeOffset="-191501.57">30820 14909 1407 0,'0'0'296'0,"0"0"-139"16,0 0 86-16,0 0-70 15,116-58-3-15,-93 58-27 16,-5 0-35-16,-3 21-6 16,-7 12 5-16,-8 7-8 15,0 4-26-15,-13 4-31 16,-15-2-24-16,-8-10 0 15,-2-6-3-15,-1-7-13 0,3-9-2 16,7-10-5-16,9-4-31 16,2 0-22-1,15-8-8-15,3-9 23 0,0 4 22 16,21 2 21-16,5 7 7 16,1 4 17-16,0 0-9 15,1 12-1-15,3 7-13 16,-1 0-1-16,-1 2-69 15,7 3-207-15,-10-7-330 16,-4-3-864-16</inkml:trace>
  <inkml:trace contextRef="#ctx0" brushRef="#br0" timeOffset="-191147.52">30948 15887 2085 0,'0'0'322'15,"0"0"-243"-15,0 0 25 16,0 0 69-16,130 0-27 16,-74 0-71-16,3 0-45 15,-5 0-30-15,-6 0-10 16,-22 0-119-16,-8 5-359 15,-18-1-317-15</inkml:trace>
  <inkml:trace contextRef="#ctx0" brushRef="#br0" timeOffset="-190980.97">30948 16004 1646 0,'0'0'251'16,"0"0"-43"-16,0 0 71 15,147 0-130-15,-83 0-133 16,-2 0-16-16,30 0-236 16,-22 0-290-16,-9 0-445 0</inkml:trace>
  <inkml:trace contextRef="#ctx0" brushRef="#br0" timeOffset="-190515.22">31797 15793 196 0,'0'0'1406'0,"0"0"-1203"16,15-116 38-16,-9 68 59 16,3 12-78-16,-3 4-83 15,-4 15-35-15,1 11-16 16,-3 6-5-16,0 0-47 15,0 27-17-15,0 10 18 16,-3 12-8-16,3 4-11 16,0-1-2-16,0-6-7 15,0-6-7-15,3-7-1 16,7-3 0-16,-5-12 0 16,-2-4 0-16,-3-2 0 15,0-7 27-15,-11 0 31 16,-16-1-5-16,-9-4-16 0,-3 0-11 15,1 0 6-15,6 0 2 16,4 0-11-16,10 0 3 16,13 0-15-16,5 0-12 15,0 0-11-15,18 0-11 16,11 0 22-16,13 0 3 16,3 5-3-16,1-5 0 15,8 0-15-15,0 0-51 16,0 0-42-16,17 0-96 15,-9-9-336-15,-15 5-562 0</inkml:trace>
  <inkml:trace contextRef="#ctx0" brushRef="#br0" timeOffset="-190389.56">32216 15973 2295 0,'0'0'352'0,"0"0"-216"15,0 0 36-15,0 0-102 16,0 0-70-16,0 0-114 15,0 0-252-15,-3 35-608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7-01T01:34:47.7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27890 9526 1260 0,'0'0'597'0,"0"0"-432"15,0 0-91-15,0 0 54 16,0 0 7-16,0 0 3 16,0 0-13-16,125-1-46 15,-89 1-28-15,-4 0-14 0,-2 0-27 16,-6 0 2 0,-4 0-12-16,-4 0-84 0,-16 7-138 15,0 4-131-15,0 1-370 0</inkml:trace>
  <inkml:trace contextRef="#ctx0" brushRef="#br0" timeOffset="171.53">27956 9655 1448 0,'0'0'246'0,"0"0"-138"16,0 0 30-16,0 0-72 0,119-8-66 15,-75 8-40 1,-14 0-255-16,-1 4-623 0</inkml:trace>
  <inkml:trace contextRef="#ctx0" brushRef="#br0" timeOffset="695.14">28669 9515 1340 0,'0'0'337'15,"0"0"-246"-15,0 0 14 16,0 0 33-16,0 0-22 16,0 0-29-16,-3 109-8 15,15-90-13-15,2 0 15 16,4-5-2-16,3-1-18 15,-1-5-25-15,2-6-5 16,2-2-9-16,2 0 15 16,2-10-5-16,-8-10-2 0,1-6-7 15,-10-2 9-15,-7-5 10 16,-4 0 8-16,-4-1-27 16,-19 0-4-16,-4 3-13 15,0 7-5-15,-2 8 19 16,-1 6-20-16,3 9-12 15,4 1-36-15,-2 0-33 16,4 14-47-16,10 8-43 16,-1 6-68-16,9 16-85 15,0-4-212-15,3-6-357 0</inkml:trace>
  <inkml:trace contextRef="#ctx0" brushRef="#br0" timeOffset="931.5">28954 9701 1341 0,'0'0'323'0,"0"0"-230"15,0 0-11-15,0 0-35 16,0 0-31-16,0 0-16 16,-8 124-127-16,8-98-219 0,2-5-706 0</inkml:trace>
  <inkml:trace contextRef="#ctx0" brushRef="#br0" timeOffset="1706.43">29646 9471 939 0,'0'0'606'16,"0"0"-456"-16,0 0 55 16,0 0 6-16,0 0-40 15,0 0-61-15,0 0-20 16,-86-84-7-16,71 79-19 15,-3 5 0-15,-2 0-34 16,-1 0-18-16,0 12-6 16,1 7 3-16,2-1-1 15,2 1-7-15,8 3 0 16,-1 0-1-16,9-1 0 16,0-1-7-16,0-4-9 15,17-2-13-15,4-4-3 16,7-6 3-16,-5-4 4 0,3 0-5 15,2-3 11-15,-5-8 5 16,-2-1 6-16,-9 3 3 16,-1 2 5-16,-5 5 7 15,-6 2 35-15,0 0 19 16,0 0-11-16,0 0-11 16,0 14-9-16,0 6 25 15,0 4 21-15,-6 7-31 16,4-2-22-16,-7 0-10 15,5 2-7-15,-1-7-5 16,5-1-1-16,0-4-24 16,0-5-63-16,0-4-95 15,18-10-129-15,2 0-213 16,6-3-384-16</inkml:trace>
  <inkml:trace contextRef="#ctx0" brushRef="#br0" timeOffset="2271.92">30100 9508 1106 0,'0'0'613'0,"0"0"-446"15,0 0 72-15,0 0 0 16,0 0-78-16,0 0-33 16,0 0-27-16,-46-59-16 15,30 54-24-15,4 1-14 16,-6 2-14-16,0 2 9 16,-2 0-21-16,-4 5-10 15,1 9-10-15,2 4 0 16,0 4 0-16,6-2-1 15,6 0-1-15,3-2-10 16,6-2-9-16,0-2-14 16,15-4-43-16,11-4-6 15,2-4 20-15,8-2 12 16,-7 0-4-16,1-6 24 0,-7-6 25 16,-5 3 6-16,-7 4 6 15,-4 3 14-15,-4 2 39 16,-3 0-2-16,0 0 1 15,0 10-7-15,0 10 9 16,-12 7 10-16,3 6-12 16,-6-1-22-16,3 2-18 15,1-6-10-15,4-3-7 16,4-3-1-16,0-9 0 16,3-1-13-16,0-5-27 15,0-2-71-15,0-2-89 16,6-3-44-16,9 0-110 15,-3 0-350-15</inkml:trace>
  <inkml:trace contextRef="#ctx0" brushRef="#br0" timeOffset="2856.35">30377 9471 601 0,'0'0'731'16,"0"0"-573"-16,0 0-29 15,0 0 86-15,0 0-42 16,0 0-41-16,0 0-13 16,119-10-19-16,-98 10-4 15,-3 0-16-15,-3 2-19 16,-10 10-18-16,-2 3 26 16,-3 3 22-16,-3 3 7 15,-15 1-14-15,-2-2-24 16,2-3-18-16,3-4-24 0,6-7-11 15,7-2-7 1,2-4-17-16,0 0-75 0,8 0 15 16,13 2 70-16,-1 3 7 15,1 1 9-15,-3-1-9 16,-6 3 6-16,-4 2 8 16,-8 2 35-16,0 3 18 15,0-2-2-15,-8 5-8 16,-13 2 1-16,-6-2-16 15,-2 2-18-15,1-4-10 16,2-2-8-16,0-1-5 16,8-6-1-16,0 1-23 15,0-1-28-15,9-2-15 16,9-2-72-16,4-3-223 16,19-4-428-16,6-10-202 0</inkml:trace>
  <inkml:trace contextRef="#ctx0" brushRef="#br0" timeOffset="3308.15">30864 9537 1356 0,'0'0'667'15,"0"0"-550"-15,0 0 1 16,0 0 76-16,0 0-31 15,-6 120-16-15,27-86-23 16,3-1-54-16,-1-6-26 0,-1 0-14 16,-8-8 22-16,-5-3-31 15,-3-8-14-15,-6-4 5 16,0-1 30-16,0-3 14 16,-8 0-16-16,-10 0-19 15,-3-10-19-15,6-7-2 16,0-3-3-16,9-4-9 15,6-2-6-15,0-4-12 16,15-2-3-16,12 0-5 16,2 2 14-16,1 4 5 15,-9 4 10-15,-4 6 9 16,-7 4 0-16,-7 0 18 16,-3 4 3-16,0-2 0 15,-3-1-3-15,-9 2-1 0,-6 0-11 16,0 2-6-16,0 0-1 15,-3 6-19-15,-2 1-29 16,-7 0-75-16,-15 18-169 16,10 4-272-16,4-2-497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7-01T01:52:55.9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19044 14297 757 0,'0'0'315'16,"0"0"-176"-16,0 0 43 0,0 0-45 16,0 0-46-16,0 0-32 15,0 0 16-15,-48 35-16 16,45-20-9-16,-2 3-15 16,1 0-10-16,4 2 0 15,0-1-8-15,0-1-4 16,0-5-5-16,0 0-8 15,0-3 6-15,6-9-6 16,-3-1-2-16,5 0-18 16,-3 0 20-16,3-5 4 0,-5-12 11 15,-1-2-1 1,1-2-5-16,-3 2-1 0,0 0 4 16,0 6 9-16,-5 1-3 15,-1 6 4-15,-4 1 14 16,2 5 35-16,3 0 0 15,-5 5-44-15,-1 10-18 16,1 3-8-16,5 5 0 16,-2-2 5-16,4-1-5 15,3-1 8-15,0-5-9 16,0-4 0-16,0-3 0 16,3-3-1-16,7-4-9 15,-2 0-13-15,4 0 6 16,-3-4 7-16,3-13 10 15,0-6 1-15,-6 0-1 0,-1-4 1 16,-2 1 1-16,-3 1-1 16,0 5 5-16,0 3 0 15,-11 7 11-15,-1 7 16 16,-3 3 10-16,3 0 0 16,-3 0-16-16,-3 14-11 15,6 7-1-15,1 1-3 16,-1 1 2-16,3 0-6 15,7-2-7-15,2-4 5 16,0-2-6-16,0-1 0 16,0-9 0-16,2 2 0 15,7-2-1-15,3-5-18 16,-1 0 4-16,1 0-12 0,1-9 27 16,-2-12 0-16,-2-2 6 15,-6-5-5-15,0-1-1 16,-3 2 1-16,0 2 5 15,0 3-5-15,-8 6 10 16,-5 6-10-16,1 6 13 16,-2 4 18-16,4 0-4 15,-1 0-11-15,-1 0-16 16,2 10 5-16,5 2-6 16,-1-4 0-16,6 2 0 15,0 0-1-15,0-2 0 16,0 0 1-16,0-2-6 15,0-4 4-15,0 1-13 16,9-3 7-16,0 0-12 16,6-3 1-16,-4-13 9 0,5-2 9 15,-4-8-1-15,-4 2 1 16,-8 2-1-16,0 0 2 16,0 6 2-16,0 2-2 15,-15 6 1-15,0 6 28 16,1 2 11-16,-4 4-25 15,6 16-3-15,-3 4-10 16,6 5 4-16,4-6-5 16,1-1 5-16,4-4-6 15,0-2 1-15,0-7-1 16,0-3 0-16,0-3-2 16,9-3-5-16,0 0-4 0,3 0 3 15,3-14 7-15,3-8 1 16,-7-6 0-16,4 1-11 15,-9-4-5-15,-2 6 9 16,-4 4 7-16,0 3 0 16,-7 8 0-16,-8 4 9 15,1 6 10-15,-4 0 2 16,0 19-14-16,3 12 4 16,3 5-11-16,4 4 1 15,2-4 1-15,3-2-2 16,3-6 0-16,0-9-5 15,0-6 4-15,6-4-4 16,2-8 5-16,4-1-9 0,-3 0 1 16,9-5 8-1,-3-19 0-15,3-2 0 0,0-5 0 16,-3 0-2-16,-7 0-5 16,-1 5 6-16,-7 2 0 15,0 4 1-15,0 4 1 16,-10 3 7-16,-2 7-7 15,-2 6 18-15,-4 0 9 16,3 0-13-16,-3 17-14 16,6 3 7-16,-2 4-8 15,2 2 0-15,6 0 0 16,-1-8 1-16,7-4 0 16,0-2-1-16,0-6-6 0,0-3-5 15,0-3-10 1,7 0-8-16,7 0 5 0,4-13 13 15,-3-4 1-15,0-6 9 16,0-4-6-16,-9 0 7 16,-4 3-1-16,-2 4 1 15,0 4 9-15,0 6-3 16,-11 6 14-16,-11 4 6 16,2 2 6-16,-4 22-12 15,4 2-13-15,4 10-6 16,8-6 1-16,1 3 7 15,7-6-8-15,0-1-1 16,10-4 0-16,11-8-7 16,-1-6 6-16,4-5-45 0,6-3-73 15,-7-19-216-15,-7-3-792 16</inkml:trace>
  <inkml:trace contextRef="#ctx0" brushRef="#br0" timeOffset="22308.33">6676 5819 894 0,'0'0'279'16,"0"0"-155"-16,0 0-42 15,0 0 25-15,21-80-14 16,-15 59-14-16,-3 1-3 16,0 1 29-16,-3 0-7 15,3 0-19-15,-3-4-16 16,2 0-13-16,5-6-18 15,-1-3-2-15,-1 1 1 16,2-5-2-16,2 3 4 16,-4 3-11-16,2-1 0 0,-4 10 8 15,2 5 6-15,-5 6 11 16,0 6-8-16,0 4-7 16,0 0-3-16,0 0-9 15,0 0-20-15,0 0-15 16,0 0-13-16,0 0-3 15,3 0 5-15,4 12 26 16,-4 2 3-16,2 5 29 16,1 2-1-16,-2 1-12 15,4 0-7-15,-5-1-5 16,2-2-5-16,-1-3-2 16,2-4 6-16,-1-2-5 15,-2-2-1-15,7-6-1 0,-7 0 0 16,2-2-5-1,5 0 6-15,1 0 0 0,4 0 14 16,-3 0-5-16,4-11 0 16,-5 3 1-16,4-3-8 15,-3-1 4-15,2-1-6 16,-2 2-7-16,1-3-3 16,-2-2 9-16,1 0 0 15,-4-4 1-15,5 0 1 16,-8-2 0-16,5 0-1 15,-5 2 1-15,-2 2 9 16,-3 2-10-16,0 4 0 16,3 4 2-16,-3 4 6 15,0 1 3-15,0 1-4 16,0 2-6-16,0 0-1 0,0 0 1 16,0 0-1-16,0 0-1 15,0 0 0-15,0 0-14 16,0 0-9-16,0 5 0 15,0 8 15-15,7 4 4 16,-4 5 5-16,2 0 8 16,1 4-7-16,1-2 7 15,-2 2-1-15,5-2 2 16,-5 0 2-16,3-3-10 16,2 0 8-16,-2-3-8 0,-1-4 6 15,2-2-7 1,0-2-7-16,-1 1-52 0,10 0-160 15,-2-1-114-15,-5-2-350 0</inkml:trace>
  <inkml:trace contextRef="#ctx0" brushRef="#br0" timeOffset="23875.14">8367 5582 1061 0,'0'0'378'0,"0"0"-237"16,0 0-77-16,0 0 37 16,0 0 10-16,0 0-7 0,0 0-8 15,18 24-13-15,-16-7 4 16,4-1-4-16,-3 4-11 16,-3 2-9-16,0 0-14 15,0 0-9-15,0-2-14 16,0-2-9-16,0-2 1 15,0-4 1-15,-6-2 6 16,1-2 8-16,-5-2 9 16,2 0-8-16,-7-2-4 15,2-1-3-15,-1-3-5 16,-1 0-5-16,0-3-6 16,-3-9-11-16,3-9 0 0,1 0-11 15,-1-8 11-15,5 0 1 16,-1-5-1-16,5 2 9 15,0-2-9-15,3 3 1 16,3 2-1-16,0 2-1 16,0 5-6-16,0 2-2 15,6 3 0-15,3 6 3 16,0 1-9-16,3 4-3 16,6 2 6-16,0 4 3 15,5 0 4-15,8 0 5 16,-5 0 1-16,4 0 5 15,2 0-5-15,-2 0 0 16,-4 0 1-16,5-2 6 16,-5-6-7-16,1-7 5 15,-3 0-6-15,-3-8-9 0,-6-6-94 16,-4 2-136-16,-4 6-459 16</inkml:trace>
  <inkml:trace contextRef="#ctx0" brushRef="#br0" timeOffset="32047.28">14554 14097 570 0,'0'0'977'0,"0"0"-717"16,0 0-152-16,0 0-16 16,0 0-14-16,0 0-25 15,0 4-25-15,3 14 40 16,4 4 26-16,-4 8 9 16,-3 8 19-16,0 5-35 15,0 2-21-15,0 5-17 0,0 0-4 16,0 2-9-16,0 2-2 15,0 1-3-15,0 1-10 16,0-6-4-16,0 0-8 16,0-3-2-16,0-6-6 15,0-2 0-15,0-9 1 16,-3-6-1-16,3-8-1 16,0-5-9-16,0-6-22 15,0-5-33-15,0 0-80 16,0-50-161-16,6 3-170 15,6-3-117-15</inkml:trace>
  <inkml:trace contextRef="#ctx0" brushRef="#br0" timeOffset="32983.75">14439 14191 709 0,'0'0'390'0,"0"0"-154"0,0 0-72 16,0 0-4-1,0 0-22-15,0 0-15 0,0 0-35 16,0-4-9-16,2-6 2 15,11-6 14-15,-1-4-27 16,2-2-24-16,1-8-8 16,3 3-11-16,-3-1-6 15,3 1-2-15,-7 4-4 16,-1 7 6-16,-5 6 2 16,-2 4 6-16,-3 4 15 15,0 2 5-15,0 0-12 16,0 0-15-16,0 0 1 0,0 7-9 15,0 8-10-15,0 6 5 16,0 7 5-16,0-1-3 16,4 2 3-16,-1 3 6 15,0 0-11-15,-1-4 1 16,1-6 1-16,3-4-9 16,-2-8 0-16,1-2 2 15,-5-6-2-15,3-2 1 16,-3 0 9-16,0 0 17 15,0 0 28-15,0-4-14 16,0-5-23-16,-8 1-12 16,-7-1 4-16,0 3 4 15,-3 4 4-15,-3 2 0 16,-2 0-12-16,-1 0 1 16,2 0 2-16,1 0-8 0,8 2 0 15,3 4 7-15,2-6-1 16,8 0 5-16,-4 0 2 15,4 0-14-15,0 0-14 16,9 0-19-16,12-8 31 16,5-5-5-16,10 0-24 15,20-1-85-15,-10 4-145 16,-5-3-379-16</inkml:trace>
  <inkml:trace contextRef="#ctx0" brushRef="#br0" timeOffset="36676.89">25478 16487 593 0,'0'0'513'15,"0"0"-429"-15,0 0-55 16,0 0 72-16,0 0 37 15,0 0-42-15,0 0-32 16,39-2-26-16,-31 2 16 16,2 0-9-16,-2 0 2 0,-1 0 14 15,1 0-14-15,-2 0-21 16,1 0-4-16,-2 0 9 16,1 0 11-16,1 0 5 15,1 0-7-15,2 0-6 16,-2-4-3-16,0 0 10 15,2 0 10-15,5-2 5 16,3-2-6-16,0 4-17 16,2-2-2-16,4 2-10 15,-3 0-9-15,9 0-5 16,-4 4 2-16,4-4 0 16,2 2-3-16,9 0 4 15,8-4 8-15,7 1 3 0,6-4-3 16,4 1-3-16,5-2 0 15,0-2-5-15,1 1 14 16,-5-1 3-16,-7 3 11 16,-7 0-5-16,-4 0 9 15,-14 4-8-15,-3 2-4 16,-4-1 9-16,-8 4-5 16,-2-5 11-16,0 4-1 15,0 1-1-15,-10-5 2 16,5 5 0-16,-5-4-8 15,-1 4-13-15,-4 0 2 16,-3-4-4-16,2 4-7 16,-2 0-4-16,3 0-4 0,-3 0-5 15,3 0-1 1,-3 0 0-16,3 0 0 0,4 0 1 16,-5-4-1-16,4 4 0 15,-1-1 1-15,5 1-1 16,1 0 0-16,-1 0-1 15,2 0 2-15,-1 0-2 16,2 0 0-16,-5 0 1 16,1 0 0-16,-6 0-1 15,3 0 1-15,-6 0-1 16,2 0 1-16,3 0 0 16,-5 0-1-16,2 0 0 15,1 0 1-15,3 0-1 16,-6 0 0-16,2 0 1 0,1 0-1 15,-3 0 0-15,4 0 0 16,-4 0 0-16,0 0 0 16,0 0 0-16,0 0-1 15,0 0-8-15,0 0-2 16,0 0-7-16,0 0-1 16,0 0-7-16,0 0-17 15,0 0-25-15,0 0-38 16,0 0-93-16,0 0-107 15,0 0-73-15,3 0-329 0</inkml:trace>
  <inkml:trace contextRef="#ctx0" brushRef="#br0" timeOffset="39262.98">30131 17129 1415 0,'0'0'505'0,"0"0"-411"16,0 0-58-16,0 0 55 15,0 0 60-15,3 106-33 16,9-60-12-16,-1 2-2 16,1 2-21-16,-1-2-9 15,-4-2-9-15,-4-6-17 16,0-5-12-16,-3-7-6 16,0-6 0-16,0-8 0 0,0-2 7 15,0-7-4 1,-8-5 13-16,-10 0-1 0,-7-9-19 15,-7-13-17-15,-1-10-9 16,-6-12 0-16,4-15-14 16,2-3 7-16,4 0 6 15,8 0-5-15,9 8 5 16,9 8-21-16,3 2 22 16,0 9 0-16,12 7 0 15,9 2-1-15,2 5-1 16,3 6 1-16,5 5 0 15,5 2 0-15,-1 8 0 16,0 0 1-16,1 0 2 16,-6 0-1-16,-4 4-1 15,-2 0-4-15,-6 2-67 0,-3-2-110 16,-3-4-197-16,-4 0-279 16,-1 0-918-16</inkml:trace>
  <inkml:trace contextRef="#ctx0" brushRef="#br0" timeOffset="39590.1">30686 17289 1868 0,'0'0'582'0,"0"0"-509"16,0 0-14-16,0 0 13 15,0 0 68-15,0 0-9 16,167-18-45-16,-111 14-36 15,-6-1-27-15,-9 2-23 16,-10 3-23-16,-16 0-83 16,-15 3-151-16,0 12-126 15,-15-3-263-15</inkml:trace>
  <inkml:trace contextRef="#ctx0" brushRef="#br0" timeOffset="39765.61">30663 17442 1545 0,'0'0'333'16,"0"0"-155"-16,0 0 81 15,142-5-46-15,-94-5-110 16,-1-2-76-16,-9 2-27 16,-2-8-165-16,-10 0-174 15,-13 0-437-15</inkml:trace>
  <inkml:trace contextRef="#ctx0" brushRef="#br0" timeOffset="43581.43">31581 17241 1781 0,'0'0'568'16,"0"0"-447"-16,0 0 4 16,0 0 32-16,0 0-19 15,2-117-42-15,7 90-12 16,-3-3-17-16,-3 1-11 16,0 8-16-16,0 2-1 0,-3 7-16 15,0 6-7 1,0 2-4-16,0 4 1 0,0 0-7 15,0 0-6-15,0 4-13 16,0 20-7-16,0 12 13 16,0 12 6-16,0 6 0 15,2 5 1-15,8-1 0 16,-2-6 0-16,5-8-6 16,-5-7 4-16,-1-10-5 15,-2-4 5-15,-2-10 1 16,-3-5 1-16,0-8 0 15,0 0 11-15,-12 0 17 16,-12 0-7-16,-11 0-14 16,-4 0-5-16,-2 0 14 15,12 0 7-15,4 0 8 0,14 0-2 16,8 4-14-16,3-4-15 16,3 0-26-16,26 5 20 15,9-5 6-15,8 0 10 16,3 0-9-16,0 0-1 15,-5-9-33-15,-8 0-30 16,-10-3-59-16,-8 3-196 16,-16 9-482-16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7-01T01:59:57.3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31782 9743 87 0,'0'0'1437'0,"0"0"-1240"16,0 0-137-16,0 0 77 15,164-22-15-15,-105 19-46 16,6 0 4-16,1 3-23 16,-4-2-15-16,0 1-13 15,1-2-8-15,-3 1-2 16,-1 0-8-16,0 0-5 16,3 0 10-16,-3 0-7 15,-5-2-9-15,-6 2-23 16,-16-4-45-16,-11 1-34 15,-9 2-69-15,-12 0-44 0,0 1 44 16,-12-1-234-16,-9 3-479 16</inkml:trace>
  <inkml:trace contextRef="#ctx0" brushRef="#br0" timeOffset="274.26">31797 9737 64 0,'0'0'1285'0,"0"0"-1106"16,131 0-50-16,-57-4 117 16,12 0-46-16,6 1-55 0,6 3-53 15,4 0-36-15,-2 0-26 16,-2 0-20-16,-3 3-10 15,-8-1-4-15,-7 0-7 16,-10 0 4-16,-13-2-33 16,-21 0-64-16,-21 0-85 15,-23 0-33-15,-25 2 4 16,-12-2-351-16</inkml:trace>
  <inkml:trace contextRef="#ctx0" brushRef="#br0" timeOffset="543.54">31892 9757 1322 0,'0'0'265'0,"0"0"-161"16,0 0-9-16,0 0-19 16,0 0 48-16,0 0 30 15,169 8-42-15,-91-5-33 16,4 0-5-16,11 1-22 15,-1 0-21-15,-2 0-18 16,-5 0-4-16,-11-2-9 16,-14 2-17-16,-15-1-67 15,-21-2-50-15,-22 2-17 16,-2-2-1-16,-56 1 1 16,-9-2-168-16,-7 3-319 0</inkml:trace>
  <inkml:trace contextRef="#ctx0" brushRef="#br0" timeOffset="762.95">31851 9812 1068 0,'0'0'677'15,"0"0"-496"-15,0 0-115 16,0 0-2-16,0 0 81 16,146 0 7-16,-79 0-35 15,13 0-28-15,1 0-14 16,8 0-30-16,0 0-5 15,1-2-22-15,-5-5-11 0,-13 4-7 16,-16 0-65-16,-11-1-112 16,-28 0-122-16,-8 0-292 15,-9-2-407-15</inkml:trace>
  <inkml:trace contextRef="#ctx0" brushRef="#br0" timeOffset="1667.53">32008 9569 1317 0,'0'0'311'15,"0"0"-171"-15,0 0 32 16,0 0-43-16,0 0-64 16,0 0-44-16,0 0-2 15,-6 38 26-15,3-4 44 16,3 4-6-16,-2 7-29 15,-2-4-10-15,1 1-16 16,-3-2-8-16,4-4-8 16,-1-6-11-16,-1-7 1 0,1-8 6 15,3-4-8-15,0-7-13 16,-3-4-2-16,3 0-9 16,-5 0-15-16,5-12-85 15,-7-10 7-15,4-6-1 16,3-7 44-16,-3-6 0 15,0-4 49-15,1-1 25 16,-4 0 0-16,2 2 12 16,-1 8 33-16,2 12 44 15,3 8 37-15,0 10-4 16,-3 6-34-16,3 0-18 16,-3 6-27-16,-1 16-25 0,-1 11 29 15,-1 10 29 1,1 3-25-16,-8 1-14 0,8 1-10 15,-2-7-12-15,1-5-5 16,1-7-8-16,2-7-1 16,3-9 6-16,0-7-7 15,0-1-19-15,0-5-35 16,0 0 27-16,0-8 0 16,0-14 10-16,8-11-13 15,7-10 13-15,1-10 9 16,-3-5 8-16,0 0 6 15,-8 0-5-15,-2 8 9 16,-3 9 20-16,0 14 30 0,0 10 25 16,0 11 9-1,0 6-22-15,-3 5-44 0,-5 26-27 16,-4 12 17-16,1 9 7 16,-5 5-5-16,1 2-5 15,7-7-5-15,-2-2-4 16,2-4-5-16,-2-5 0 15,8-3 0-15,-4-7-1 16,6-10-17-16,-4-3-39 16,4-7-69-16,0-5-36 15,0-5-21-15,0-1-63 16,0-6-5-16,0-12-94 16,0-4-434-16</inkml:trace>
  <inkml:trace contextRef="#ctx0" brushRef="#br0" timeOffset="2015.6">31902 9601 995 0,'0'0'384'15,"0"0"-161"-15,0 0 31 16,0 0 19-16,0 0-62 16,0 0-67-16,0 0-47 15,-13 17-15-15,-5 12 28 16,-5 9-22-16,-7 1-12 15,1-3-16-15,-4 1-13 16,2-5-13-16,5-2-9 16,3-6-7-16,10-3-10 15,5-6-4-15,8 0-4 16,0-3-24-16,14-1 24 0,16-2 11 16,9-5 2-16,5-4 14 15,1 0-1-15,-1 0 7 16,-5 0-8-16,-9-4-5 15,-9 0-11-15,-10-1 1 16,-1 2-9-16,-10 0-1 16,0 1-4-16,0-11-46 15,0 3-125-15,0-3-426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07-01T01:57:40.6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1676 15718 1280 0,'0'0'381'0,"0"0"-167"16,0 0-12-16,0 0 8 16,0 0-35-16,0 0-52 15,0 0-33-15,0-2-37 16,0 9-18-16,0 19-4 0,0 10 30 16,0 14 11-1,0 11-29-15,10-3 1 0,-7 4-23 16,2 1-8-16,1-6 0 15,-2 1-1-15,1-8-3 16,1-1-8-16,1-9 1 16,-5-8 3-16,4-9-5 15,-3-6-25-15,2-7-36 16,-5-10-75-16,4 0-125 16,2-41-93-16,-3-3-140 15,-1-2-498-15</inkml:trace>
  <inkml:trace contextRef="#ctx0" brushRef="#br0" timeOffset="414.88">1555 15695 1260 0,'0'0'212'15,"0"0"-152"-15,0 0 33 16,0 0 22-16,0 0 37 16,116-72-27-16,-80 64-26 15,2-1-46-15,3 5-17 0,4 4 17 16,0 0-3 0,-4 0 6-16,-2 9-8 0,-6 4-5 15,-7 6 3-15,-2 0-1 16,-6 10 2-16,-9-2 20 15,-9 11 21-15,0 4 21 16,-9-1-27-16,-15 1-43 16,-3-4-9-16,-2-8-3 15,2-6-11-15,-3-7-7 16,4-11-3-16,-2-4-6 16,8-2-12-16,-4 0-76 15,6-12-13-15,6-6-99 16,9-8-111-16,3 7-182 15,0 1-314-15</inkml:trace>
  <inkml:trace contextRef="#ctx0" brushRef="#br0" timeOffset="798.83">2609 15544 1785 0,'0'0'262'16,"0"0"-72"-16,0 0 4 0,0 0-47 16,0 0-22-1,0 0-30-15,-110 103-9 0,92-65-10 16,10 12-27-16,-5 0 5 15,8 8-14-15,2 4-11 16,3 5-1-16,0-2-7 16,0 0 0-16,11-3-4 15,1-3-5-15,4-9-3 16,2-2-8-16,-1-8 1 16,1-10-1-16,0-3-1 15,0-8 0-15,-1-9-39 16,1-6-40-16,4-4-107 15,7-33-94-15,-3-2-249 16,-1-5-644-16</inkml:trace>
  <inkml:trace contextRef="#ctx0" brushRef="#br0" timeOffset="1548.85">3007 15821 1302 0,'0'0'386'15,"0"0"-215"-15,0 0 61 16,0 0 22-16,0 0-78 15,0 0-75-15,0 0-65 16,-26-15-35-16,44 7 13 0,6-5 26 16,7-1 8-16,8-1 1 15,4 2-9-15,1 5-8 16,0 0-10-16,-1-1-15 16,-2 7 5-16,-9 2-6 15,-5 0-4-15,-6 0 5 16,-6 2-1-16,-7 15-5 15,2 2 29-15,-10 4 15 16,0 6 0-16,0 4-5 16,0 3-10-16,0 2-7 15,-10 4-7-15,-1 1 1 16,-4 2 8-16,-3-4 1 16,6-1-4-16,1-4-2 15,1-4-10-15,7-6 2 0,3-10-12 16,0 0 0-16,3-4 0 15,15-3 0-15,3-4 0 16,6-1-1-16,2 0 1 16,4-4 2-16,0 0-2 15,-1 0 1-15,-2-8 5 16,-6-1 0-16,-4 4-6 16,-2-3-16-16,-5 4-15 15,-2 2-29-15,-4-2-50 16,-5 4-54-16,-2-4-57 15,0-6-108-15,-15 6-309 16,-3-4-273-16</inkml:trace>
  <inkml:trace contextRef="#ctx0" brushRef="#br0" timeOffset="1764.27">3159 16129 1435 0,'0'0'527'15,"0"0"-372"-15,0 0-57 16,0 0 29-16,0 0 60 16,0 0-15-16,0 0-73 15,136-63-44-15,-97 59-23 16,0 0-18-16,-1 2-14 16,4 2-22-16,0-2-94 15,20 0-158-15,-15-2-240 16,-6-4-340-16</inkml:trace>
  <inkml:trace contextRef="#ctx0" brushRef="#br0" timeOffset="2264.94">4249 15662 1582 0,'0'0'488'0,"0"0"-321"16,0 0 71-16,0 0-28 15,-54 109-86-15,34-81-24 16,-1 6-18-16,0-2-18 15,1 1-25-15,-1 0-18 16,0 4-6-16,3-9 2 16,3 2-8-16,3-4-3 15,4-2 0-15,-2-2-1 16,10-4-5-16,0-3-1 16,0 0 1-16,0-1 1 15,18-6-1-15,0 3 0 0,7-4 7 16,1-3 7-1,7-4 4-15,-2 0 12 0,0 0-6 16,2 0-12-16,-4 0-5 16,-9 0-1-16,-2 0-4 15,-2 0-2-15,-8 0-24 16,-1 0-56-16,-2 2-56 16,8 14-100-16,-2-1-291 15,1-7-490-15</inkml:trace>
  <inkml:trace contextRef="#ctx0" brushRef="#br0" timeOffset="3049.84">4787 15799 823 0,'0'0'535'0,"0"0"-414"16,0 0 58-16,0 0 18 16,0 0-20-16,0 0 0 15,84-104-13-15,-64 92-44 0,4 6-14 16,-4 6-10 0,4 0-18-16,1 14-14 0,-2 22 29 15,-2 8-12-15,-3 1-7 16,-7 8-21-16,-2 1-32 15,-6-5 4-15,-3-5-7 16,0-2-4-16,-12-7-13 16,-12 1 9-16,1-13-10 15,-8-2-4-15,3-8-19 16,-8-13-16-16,0 0-34 16,3-5-3-16,4-16 23 15,8-5 14-15,6 2 18 16,9 1 10-16,6 10 6 0,0 1 5 15,3 2 9 1,18 10 16-16,2 0 7 0,10 0-2 16,3 2 12-16,0 14-7 15,-1 1 13-15,-2 2-12 16,-3-1-24-16,-7-5 3 16,1 6-14-16,-6-2-1 15,-3-4-5-15,3 5-65 16,-7-4-105-16,14-2-144 15,-7 2-278-15,-7-6-440 0</inkml:trace>
  <inkml:trace contextRef="#ctx0" brushRef="#br0" timeOffset="3213.4">5467 16168 538 0,'0'0'1328'16,"0"0"-1013"-16,0 0-114 15,0 0-37-15,0 0-83 16,0 0-76-16,0 0-5 16,6 0-83-16,-6 0-100 15,3 9-184-15,-3-5-469 0</inkml:trace>
  <inkml:trace contextRef="#ctx0" brushRef="#br0" timeOffset="3865.65">5981 15611 1644 0,'0'0'482'15,"0"0"-291"-15,0 0 43 16,0 0-63-16,0 0-53 16,0 0-27-16,0 0-23 15,-89 68-35-15,65-52 2 16,1 1-18-16,-5-2-10 16,5 1-1-16,-1 0-1 15,1 0-5-15,5-2 0 0,-3-1 4 16,6 0-3-16,3-3-1 15,4 2 0-15,-2 3-6 16,7-2-4-16,0 9-2 16,3-4 4-16,0 4 8 15,0-3 0-15,0-2 0 16,0-3-14-16,3-1-8 16,3-10-3-16,6-3-7 15,1 0-2-15,7 0 10 16,6-7 24-16,1-11 2 15,6 4 14-15,2-4-10 16,-1 5-4-16,-3 8-1 16,2 5 1-16,-5 0 5 0,-7 5 11 15,-4 14 15 1,-5 7 31-16,0 5 19 0,-7 6 14 16,-5 1-32-16,0-6-36 15,0-4 4-15,-2 2-4 16,-13-8-17-16,-1 0-2 15,3-7 4-15,-3-4-14 16,1-1 0-16,4-4-17 16,-1-4-19-16,-1-2-10 15,5 0-57-15,5-29-144 16,-1-8-392-16,4-3-307 0</inkml:trace>
  <inkml:trace contextRef="#ctx0" brushRef="#br0" timeOffset="4131.92">6246 15418 1625 0,'0'0'363'0,"0"0"-150"16,0 0 62-16,67 116-28 15,-46-71-62-15,0 9-14 16,-3 4-63-16,-3 0-18 15,-3 4-44-15,-6 0-21 16,-6 2-8-16,0 3 4 16,0-5-14-16,-13 1-5 15,0-11-2-15,-5-3 0 0,5-12-22 16,2-14-30-16,4-7-37 16,-1-16-111-16,5 0-306 15,-4-18-653-15</inkml:trace>
  <inkml:trace contextRef="#ctx0" brushRef="#br0" timeOffset="4618.64">7015 15843 958 0,'0'0'812'16,"0"0"-635"-16,0 0-89 0,0 0 84 16,0 0 43-16,0 0 8 15,0 0-43-15,131-4-24 16,-93 4-43-16,-2 0-32 15,0-2-36-15,-10-2-33 16,0 0 2-16,-8 0-8 16,0 0-6-16,-8-1-11 15,-5 4-44-15,-5 1-77 16,0 0-10-16,-8 0-28 16,-13 1-413-16,-6 12-507 0</inkml:trace>
  <inkml:trace contextRef="#ctx0" brushRef="#br0" timeOffset="4816.1">7002 16074 1292 0,'0'0'565'16,"0"0"-376"-16,0 0 87 16,0 0-27-16,129 0-65 15,-88 0-41-15,0 0-52 16,2-4-40-16,-7 0-49 15,-2 0-2-15,-1 4-102 16,6-10-168-16,-9 6-435 16,-6-1-717-16</inkml:trace>
  <inkml:trace contextRef="#ctx0" brushRef="#br0" timeOffset="6766.89">8115 15739 1343 0,'0'0'479'15,"0"0"-351"-15,0 0 24 16,0 0-10-16,0 0-27 16,-10 122-11-16,22-87-36 15,9 0 23-15,0 2 1 16,5-1 4-16,4-3-18 15,-4 4-8-15,10-9-13 16,-3-6-5-16,3-4-21 0,0-10-11 16,3-8-11-1,-1 0 3-15,-2-21 3 0,3-12 3 16,-8-7 1-16,0-8-1 16,-14-5-18-16,-8-4 17 15,-9-6-11-15,-9-1 6 16,-26-2-12-16,-9 6-3 15,-7 8 1-15,-6 11-22 16,1 19 23-16,-1 19-11 16,1 3 10-16,-1 25-11 15,7 20-8-15,-1 9-33 16,13 7-46-16,8 4-50 16,9 1-130-16,21 9-81 15,0-17-270-15,18-16-520 0</inkml:trace>
  <inkml:trace contextRef="#ctx0" brushRef="#br0" timeOffset="7524.87">8970 16054 1741 0,'0'0'602'16,"0"0"-394"-16,0 0-32 15,0 0-39-15,0 0-64 16,0 0-49-16,0 0-17 16,6 0-7-16,-1 0-34 15,1 0-90-15,4 8-180 16,-2-4-297-16,-1 0-699 0</inkml:trace>
  <inkml:trace contextRef="#ctx0" brushRef="#br0" timeOffset="8383.57">9626 15557 1197 0,'0'0'347'0,"0"0"-126"0,0 0-13 16,0 0-10-16,0 0 2 15,0 0-20-15,0 0-38 16,0-53-34-16,-2 39-23 16,-8 1-13-16,-1-2-30 15,-4 1-9-15,-3 6-8 16,0 1-10-16,-6 7-8 15,-3 0-7-15,-2 0 0 16,-1 17-1-16,3 10 1 16,0 0-1-16,10 9-5 15,8 3 6-15,6 0 0 16,3-2 0-16,0-5-7 16,21-7 6-16,9-6-13 15,4-15 4-15,5-4-3 0,4-4 5 16,1-22 7-16,-3-6-13 15,-5-3 4-15,-3 3-5 16,-12 5 4-16,-6 5 10 16,-7 9 0-16,-2 7 1 15,-6 2 0-15,4 4 11 16,-4 0 10-16,0 18 1 16,0 9 11-16,0 9 1 15,0 4 5-15,0 10 0 16,0 4 5-16,-10 2-7 15,7-6-16-15,1 0-20 0,-1-2 0 16,3-12-1 0,0-5 1-16,0-9-1 0,0-12-19 15,0-6-52-15,0-4-74 16,5-4-31-16,8-32-149 16,-5 3-326-16,-2-1-961 0</inkml:trace>
  <inkml:trace contextRef="#ctx0" brushRef="#br0" timeOffset="9535.49">10459 15448 1257 0,'0'0'565'15,"0"0"-334"-15,0 0-24 0,0 0 9 16,0 0-52-16,0 0-66 16,0 0-8-16,-49-58-23 15,32 52-15-15,-7 5-5 16,1-3-16-16,-2 4-1 15,-1 0 1-15,0 0-1 16,-2 0-10-16,-1 12-20 16,1 7 9-16,2 4-3 15,3 2-5-15,1 3 6 16,8 2 1-16,2 2-7 16,9 0-1-16,3-1 0 15,0-4-1-15,0 0-11 16,18-7 11-16,2-4-17 0,7-8-4 15,0-5-4 1,2-3 4-16,4-3 5 0,-7-11 10 16,-1-4 2-16,-4 0 4 15,-10 4 2-15,-1 6-1 16,-2 4 8-16,-8 4 8 16,7 0 0-16,-5 0 5 15,1 8 21-15,0 12 17 16,0 10 4-16,-3 6-12 15,0 8-25-15,0 4-2 16,0 6-7-16,0 0-2 16,0 0-2-16,0-1 11 15,0-8-4-15,0-12-10 0,0-9-9 16,0-10-1 0,0-8-1-16,0-2-29 0,0-4-13 15,0 0-24-15,0-10-10 16,15-24-83-16,-3 5-363 15,-1 4-561-15</inkml:trace>
  <inkml:trace contextRef="#ctx0" brushRef="#br0" timeOffset="12836.66">20610 11833 1187 0,'0'0'505'0,"0"0"-303"16,0 0-4-16,0 0 4 15,0 0-55-15,0 0-49 0,0 0-22 16,0-5-9-1,0 5-14-15,2 0-2 0,1 13 27 16,3 5-5-16,-6 4-18 16,2 2-16-16,3 4-14 15,-5 1-11-15,2 0-7 16,-2-1 5-16,0 0-1 16,0-4 1-16,0 1-6 15,3-6-5-15,0 2 8 16,0-5-3-16,-1 0-4 15,5-2-1-15,-4 0 0 16,-3-4 0-16,3-2 0 16,-3-2 0-16,2-2 1 15,-2-2-2-15,3 0 1 0,-3 0-1 16,3 0-1-16,4 2 0 16,-2-1-5-16,5-1 6 15,1 3 1-15,4-4-1 16,3 2 1-16,3-3-1 15,0 0 1-15,2 0-1 16,4 0 1-16,0 0-1 16,-1 0 1-16,4-4 0 15,-4 2 0-15,-1-1 0 16,-4 3-1-16,2 0 1 16,-2 0 5-16,-3 0-6 15,3 3 1-15,2 0 0 16,-2 2 0-16,6-4 0 0,-3 2 5 15,-1-1 0 1,2-2 0-16,1 0-4 0,-5 0-1 16,2 0 10-16,-2 0-10 15,1 0 5-15,-1 0-6 16,-4 0 1-16,4-2 1 16,-3 2-1-16,0 0-1 15,3 0 0-15,-3 0 6 16,2 0-5-16,-2 0 5 15,3-3-6-15,-1 2 6 16,1-1 0-16,0-1-5 16,-1 2-1-16,-2-1 1 15,-2 2 0-15,-5 0 0 16,-2 0 5-16,2 0-4 16,-4 0-1-16,4 0 10 0,-1 0-2 15,-2 0-2-15,2 0 16 16,-2 2-11-16,2-1-6 15,-2 4-6-15,2-4 1 16,-2 4 1-16,4-1-1 16,3-2 0-16,-4 2 9 15,7-2-2-15,0-2-7 16,0 0-1-16,3 0 0 16,-3 0 10-16,-3 0-4 15,-4 0-5-15,-1 0 0 0,-5 0 8 16,1 0-8-1,-6 0 5-15,0-2 0 0,0-4-5 16,0 0 5-16,0-4-6 16,0 0 1-1,0-2 0-15,0 0 0 0,0 0 0 16,-3-4 0-16,0-2 0 16,-2-2-1-16,2-3-1 15,0-3-5-15,-1 0 0 16,1-2-2-16,3 1 7 15,0 4-5-15,0 1 5 16,0 4 1-16,0 4-1 16,0 0 1-16,0 4 1 15,0 3-1-15,0 0 1 16,0-1 0-16,0 2 1 0,0-3-1 16,0 3-1-16,0 0 1 15,0 4 5-15,0-3-5 16,0 1 0-16,-3 2-1 15,-12 0 0-15,1 2-1 16,-3 0 1-16,-8 0-2 16,4 0 1-16,-2 4 1 15,-1 2-6-15,4-2 0 16,-8 0 5-16,7-1-7 16,-5 0 7-16,-1-2-6 15,0-1 5-15,1 2 2 16,-7 3-2-16,-3-3 1 15,0 2 0-15,1 0 0 0,-1 2 1 16,4-4 0-16,-4 0 0 16,6 3 1-16,1-4 6 15,4-1-7-15,-1 0 0 16,3 0 1-16,2 0 0 16,-7 0 0-16,5 0 0 15,-3-1 0-15,-2-2 0 16,2 1 0-16,-2 2-1 15,2-2 0-15,0 2 1 16,1 0 0-16,2-2-1 16,2 0 0-16,-2 0 6 15,-1 0-4-15,-3 2 4 16,-6 0-5-16,1 0 0 16,-7 0 0-16,4 6 0 15,4 0-1-15,8 3 0 0,5-7 0 16,6 3-1-16,6-4 0 15,0-1-11-15,6 0-8 16,-2 0-16-16,-1 0-35 16,-1 0-91-16,4-7-223 15,0-3-418-15</inkml:trace>
  <inkml:trace contextRef="#ctx0" brushRef="#br0" timeOffset="13686.39">18006 13026 1272 0,'0'0'341'16,"0"0"-140"-16,0 0 23 15,0 0-60-15,0 0-47 16,0 0-18-16,0 0 3 16,36-26 4-16,-12 15 6 15,9-2 1-15,3-4-28 16,10-1-28-16,8-5 9 16,8-4-6-16,10-3-21 15,8-3-5-15,4-4 2 0,8-1-10 16,-1-1-4-16,4-4-11 15,0 0 4-15,0 4-6 16,1 1 0-16,-1 2-9 16,-9 2 2-16,-3 3-1 15,-14 5 0-15,-10 6-1 16,-20 5 2-16,-13 7-2 16,-16 4 0-16,-10 4-6 15,0 0-6-15,-24 6-26 16,-12 9-97-16,-2 5-95 15,-10 5-107-15,12-7-200 16,10-7-350-16</inkml:trace>
  <inkml:trace contextRef="#ctx0" brushRef="#br0" timeOffset="14153.14">19281 12408 1330 0,'0'0'381'0,"0"0"-147"16,0 0-19-16,0 0-25 16,0 0-79-16,0 0-58 15,0 0 8-15,30-5 23 16,-12 5-5-16,-1 0-8 15,1 0-5-15,7 0 1 0,1 0-22 16,7 0-4-16,-1 0-7 16,1 0-4-16,0-3-3 15,-4-1-9-15,-4 2-6 16,-8-1-3-16,-6 3-3 16,-4 0 1-16,-4 0 8 15,-3 3 11-15,0 9 17 16,0 9 2-16,-10 0-14 15,-1 3-14-15,-4 5-1 16,3-2-4-16,1 2 0 0,-2-3-3 16,5 2-7-1,-1-4 7-15,3-4-2 0,-1-4-5 16,2-6-1-16,2-4-1 16,3-4-18-1,0-2-36-15,0 0-67 0,0-2-170 16,0-10-292-16,0 1-579 0</inkml:trace>
  <inkml:trace contextRef="#ctx0" brushRef="#br0" timeOffset="15520.48">10835 15534 1403 0,'0'0'306'0,"0"0"-188"16,0 0-27-16,0 0 54 15,0 0 2-15,0 0-8 16,131-61-23-16,-90 61-31 16,-2 0-1-16,-6 7-23 15,-10 17-23-15,-8 6 4 16,-5 7-8-16,-10-2 17 0,0 4-13 16,-12-1-11-1,-6-5-10-15,-3-4-8 0,0-8-8 16,9-10 5-16,1-5-6 15,4-4 5-15,7-2-5 16,0 0-42-16,3-2 3 16,19-6 23-16,1-1 10 15,13 9-3-15,-4 0 9 16,4 0 9-16,-6 17 1 16,-1 6 11-16,-8 4 4 15,-6-1 17-15,-8 7 21 16,-7-6 12-16,-7 3-6 15,-17-2-17-15,-9-1-13 16,-5-1-15-16,-4-8-13 0,-5-4 1 16,-1-2-12-16,7-10 0 15,2 1-1-15,9-3-18 16,9 0-17-16,13 0-45 16,8 0-87-16,8-17-162 15,20 7-232-15,-2-6-255 0</inkml:trace>
  <inkml:trace contextRef="#ctx0" brushRef="#br0" timeOffset="16054.05">11623 15534 1277 0,'0'0'409'0,"0"0"-142"15,0 0-77-15,0 0 11 16,101 125-35-16,-65-85-26 16,-1-2-6-16,-3 2-41 15,-4-2-9-15,-8-5-11 16,-9-4-34-16,-4-4-12 15,-7-4 4-15,0-4 14 16,-20-3-12-16,-8 0-13 16,-1-9-11-16,-4-1-2 15,0-4-6-15,7 0 0 0,-2 0-1 16,14-5 0-16,2-13-9 16,12-5-1-16,0-9 10 15,10-2 0-15,16-6-1 16,3-8-19-16,4 2-2 15,3-2-10-15,-10 2 5 16,-4 6-1-16,-8 4 2 16,-12 4 26-16,-2 7 6 15,0 5 18-15,-23 4 10 16,-6 6-2-16,-4 6-4 16,-6 0-8-16,1 4-13 15,-1 0-2-15,1 8-5 16,5 11-41-16,0 2-52 0,1 15-116 15,4 1-300 1,8-6-264-16</inkml:trace>
  <inkml:trace contextRef="#ctx0" brushRef="#br0" timeOffset="17351.58">7244 17325 221 0,'0'0'1795'16,"0"0"-1486"-16,0 0-203 15,0 0-10-15,0 0 13 16,0 0-20-16,0 0 11 16,56-19 5-16,-17 19-11 15,2-2-7-15,-2 2-29 16,-1 0-8-16,-5 0-25 15,3 0-16-15,-10 7 0 16,2-3-9-16,-7-2-30 16,-4-2-51-16,1 0-78 15,-12 0-69-15,-6 0-101 16,0 0 36-16,-15 0-285 0</inkml:trace>
  <inkml:trace contextRef="#ctx0" brushRef="#br0" timeOffset="17555.04">7308 17508 846 0,'0'0'768'15,"0"0"-596"-15,0 0 91 16,0 0-2-16,123-19-16 16,-76 11-50-16,1-6-38 15,-1 6-70-15,-2-2-54 16,-9 3-33-16,-10 2 0 15,3 5-144-15,-7 0-242 16,-10 0-402-16</inkml:trace>
  <inkml:trace contextRef="#ctx0" brushRef="#br0" timeOffset="18955.29">8491 17102 1467 0,'0'0'314'0,"0"0"-227"15,0 0 15-15,0 0 34 16,0 0-7-16,0 0 8 16,0 0 0-16,133-102-12 15,-99 102-6-15,-1 0-28 16,-4 8-21-16,1 18 4 15,0 7 32-15,-6 6-27 16,-6 10-28-16,-5 1-18 16,-6-1-10-16,-7 1-8 0,0-3 0 15,-9 3-9 1,-12-6 1-16,-8 4-5 0,-10-5 5 16,-3-7-7-16,0-2-8 15,-2-11-10-15,3-10-20 16,5-5-5-16,10-8-2 15,-2-8-3-15,10-10-6 16,10-8 21-16,8 0 9 16,0 2 8-16,3 2 16 15,18 0 1-15,2 4 28 16,7 5 8-16,-1 3 8 16,10 10-2-16,-3 0-8 15,-1 0-2-15,-1 18-8 0,-6 0-7 16,3 5-4-1,-8-2-13-15,-2-2-1 0,-9-1-19 16,3-5-51-16,6 0-101 16,-6-9-298-16,2-4-281 0</inkml:trace>
  <inkml:trace contextRef="#ctx0" brushRef="#br0" timeOffset="19122.84">9267 17477 1899 0,'0'0'772'0,"0"0"-579"15,0 0-75-15,0 0-38 16,0 0-80-16,0 0-40 0,0 0-127 16,12 4-302-16,-9 4-576 15</inkml:trace>
  <inkml:trace contextRef="#ctx0" brushRef="#br0" timeOffset="34910.61">10027 17124 1543 0,'0'0'576'0,"0"0"-471"16,0 0-68-16,0 0 108 0,0 107 18 16,16-67-43-16,1 0-22 15,4 0-8-15,3 7-10 16,-4-8-17-16,4 1 3 15,-4-4-18-15,5-6-18 16,4-1-6-16,-1-9-17 16,-2-10 8-16,4-6-6 15,-1-4 2-15,-1-13-10 16,-5-18 8-16,0-18 11 16,-7-5-2-16,-8-12-9 15,-8 2-2-15,0-3-1 16,-15 6-6-16,-11 7 0 15,-13 5 0-15,-5 13 3 16,-2 12-3-16,-3 9 1 16,3 15-1-16,5 0 0 0,2 29-6 15,10 11 0-15,5 10-1 16,10 9-20-16,4 2-47 16,10-2-38-16,0-1-38 15,18-10-66-15,15-2-111 16,0-11-199-16,-7-13-116 0</inkml:trace>
  <inkml:trace contextRef="#ctx0" brushRef="#br0" timeOffset="35147.98">10740 17620 654 0,'0'0'1554'16,"0"0"-1231"-16,0 0-214 16,0 0-5-16,0 0-104 15,0 0-49-15,0 0-137 16,-3-22-116-16,3 22-398 0</inkml:trace>
  <inkml:trace contextRef="#ctx0" brushRef="#br0" timeOffset="35828.15">11058 16837 1766 0,'0'0'613'0,"0"0"-463"0,0 0 5 15,0 0-27-15,0 0-28 16,0 0-1-16,0 0-27 15,-33 103-21-15,30-75-6 16,-2 2-9-16,2 2-5 16,-4-4-8-16,7 2-7 15,-3-3-2-15,3 0-8 16,0-1-6-16,0-3 1 16,0-2-1-16,3-6 1 15,7-1-1-15,5 1 0 16,-1-4-12-16,4-1 4 15,0-2-8-15,0 0-7 16,-3-2 4-16,3-1-11 16,-7-5-5-16,4 0-1 15,-3 0-6-15,3-15 2 0,-4-7 19 16,7-4 21-16,0-10 1 16,0-1 5-16,0 6-6 15,-3 0 1-15,0 9 0 16,-6 8 0-16,-7 2 12 15,1 10 15-15,1 2 19 16,-4 0 14-16,0 6-31 16,0 16-16-16,0 9 17 15,0 10-4-15,0 15-6 16,-4 7 4-16,1 1-5 16,3 6 40-16,0-6-39 15,0-1-20-15,3-6 0 0,7-13-1 16,1-11-23-16,4-11-28 15,6-22-11-15,6 0-151 16,23-55-289-16,-2-2-136 16,-4 3-314-16</inkml:trace>
  <inkml:trace contextRef="#ctx0" brushRef="#br0" timeOffset="36327.83">11875 17084 1490 0,'0'0'637'0,"0"0"-435"0,0 0-33 15,0 0 42 1,0 0-57-16,0 0-34 0,0 0-17 16,-53-98-19-16,40 88-27 15,-1 10-8-15,-3 0-11 16,-1 0-25-16,-7 0-1 15,-4 14-11-15,3 4 0 16,-7 0 5-16,5 4-5 16,5 0 0-16,2 5 0 15,6-4-1-15,7 4-1 16,8 3 1-16,0-6-2 16,0 2-11-16,11 1 3 15,13-14-14-15,3 1-18 0,3-14-35 16,6 0 16-1,-2 0-14-15,-4-19 14 0,-3 6 38 16,-7 1 14-16,-5 6 9 16,-2 6 9-16,-8 0 43 15,1 6 15-15,-2 19 22 16,-1 6-19-16,-3 15-17 16,0 2-20-16,0-2-7 15,0 7-20-15,0-9 5 16,0-8-10-16,0-4-1 15,0-10-11-15,0-5-16 16,0-12-35-16,0-1-87 16,8-8-139-16,4-18-288 15,-1 0-101-15</inkml:trace>
  <inkml:trace contextRef="#ctx0" brushRef="#br0" timeOffset="36811.53">12436 16754 1066 0,'0'0'952'0,"0"0"-594"16,0 0-72-16,0 0-115 16,0 0-41-16,0 0-10 15,-98 138-23-15,80-84-29 16,3 4-26-16,4 0-14 0,2 0 2 15,3-1-11 1,3 1-10-16,1 0-1 0,2 4-2 16,0-2-5-16,0-8 10 15,11-2-11-15,7-5 1 16,-1-14-1-16,7-8 0 16,-3-10 0-16,3-13-2 15,-3 0-7-15,0-17-9 16,-1-19 14-16,-2-9 4 15,-3-5 6-15,-6 0 0 16,-9 6 3-16,0 8-2 16,-9 6 4-16,-11 13-10 15,-8 6 11-15,2 7 3 16,-4 4-14-16,-2 15-1 16,2 20-1-16,-1 9-11 0,5 4-7 15,6 10-20-15,7-4-33 16,5-4-34-16,8-6-102 15,5-11-139-15,19-17-341 16,9-16 60-16</inkml:trace>
  <inkml:trace contextRef="#ctx0" brushRef="#br0" timeOffset="37628.35">13066 16820 568 0,'0'0'895'0,"0"0"-596"16,0 0-75-16,0 0-5 15,0 0-61-15,0 0-33 16,0 0-26-16,-23-44-12 16,17 31-14-16,-4 4-9 15,-1-2 12-15,-1-1 11 16,-3 3 5-16,-3 0-12 15,-3 5-25-15,-2 4-26 0,-1 4-28 16,0 14 17 0,-3 9-6-16,1 8-6 0,1 2 8 15,5 12 8-15,6-4-11 16,7-1-4-16,7 0 8 16,0-12-14-16,12-6 0 15,15-16-1-15,9-10-6 16,2-1-11-16,6-30-3 15,-1 0-2-15,-4-10 2 16,-8 5-10-16,-10 6 20 16,-6 7 10-16,-8 10 0 15,-4 5 10-15,-1 8 13 16,-2 0 29-16,0 21-31 16,0 10-15-16,0 11 18 15,0 10-2-15,0 10 7 0,-5 2 5 16,-5 7 4-16,5 5 8 15,-5-5 1-15,5-8-8 16,5-5-23-16,0-18-9 16,0-18-7-16,0-7-35 15,0-15-28-15,0 0-27 16,0-15-44-16,0-38-97 16,0 0-459-16,-16 3-1112 0</inkml:trace>
  <inkml:trace contextRef="#ctx0" brushRef="#br0" timeOffset="38662.58">9187 17249 1617 0,'0'0'528'15,"0"0"-349"-15,0 0-10 16,0 0-5-16,0 0-67 0,0 0 18 16,0 0 16-16,51 28-29 15,-35-6-18-15,2 4-17 16,0 4-19-16,-3 2-11 15,-2 0-11-15,-2-2-4 16,-2-2-7-16,0-1-9 16,0-1-6-16,-3-2 1 15,-1-6 0-15,-1-3-1 16,-4 0-8-16,0-5-13 16,0 2-9-16,0-7-14 15,0 0-25-15,0-5-77 16,0 0-51-16,6-18-125 15,5-11-361-15,-1-4-3 0</inkml:trace>
  <inkml:trace contextRef="#ctx0" brushRef="#br0" timeOffset="38881">9410 17339 895 0,'0'0'663'0,"0"0"-330"16,0 0-32-16,0 0-24 15,0 0-50-15,0 0-71 16,0 0-58-16,-92 76-9 15,85-49-4-15,4-2-27 16,0 3-17-16,-2 3-23 16,2-5-9-16,-4-2-8 15,2-2-1-15,2-8-3 0,3-2-48 16,0-7-74-16,0-5-73 16,-6 0-124-16,2-17-260 15,1 3-202-15</inkml:trace>
  <inkml:trace contextRef="#ctx0" brushRef="#br0" timeOffset="39062.51">9202 17481 1547 0,'0'0'694'16,"0"0"-514"-16,0 0 33 16,0 0-6-16,0 0-3 15,0 0-62-15,0 0-73 16,127-76-50-16,-107 72-19 0,-2 4-69 15,-5 0-167-15,-1 4-391 16,-6 6-540-16</inkml:trace>
  <inkml:trace contextRef="#ctx0" brushRef="#br0" timeOffset="74107.77">13140 9629 567 0,'0'0'633'16,"0"0"-447"-16,0 0-96 16,0 0 32-16,0 0 11 15,0 0-49-15,0 0-12 16,18-4 44-16,6 3-17 15,3-4-17-15,5 4 17 16,4-2-20-16,2 3-18 0,8 0-19 16,-2 0-21-16,10 0-4 15,8 0-16-15,3 0 5 16,13 0 5-16,8-4-11 16,3-4 7-16,12-2-7 15,6 2 0-15,2-2 0 16,4 2 1-16,0 0 15 15,13 0 0-15,18 1 11 16,17-2-6-16,6-1-12 16,-7 0 9-16,-14-4-2 15,-9 1-1-15,-1 0-13 16,6 1 5-16,-4 3-1 16,-20 5 0-16,-20 3 6 0,-23 1-2 15,-4 0-4 1,24 5-4-16,35 12 4 0,28 2 9 15,2-1-5-15,-26-5 7 16,-31-8 17-16,-34-2 3 16,0-3-7-16,8 0 0 15,9 0-17-15,11-5 13 16,-1-11 8-16,-4 1 20 16,-3-3-3-16,-9 1-29 15,-8 3 5-15,-10 2-3 16,-11 5-12-16,-10 0-12 15,-5 6 9-15,-7 1-8 16,-11 0-1-16,0 0 0 16,-8 0-16-16,-2 5-29 0,-8 4-57 15,0 3-41-15,-6 10-101 16,-12-2-132-16,-5-4-405 0</inkml:trace>
  <inkml:trace contextRef="#ctx0" brushRef="#br0" timeOffset="75525.98">15431 7006 742 0,'0'0'558'0,"0"0"-379"16,0 0-32-16,0 0 16 16,0 0 7-16,0 0-12 15,0 0-34-15,0-14-45 16,0 14-35-16,0 0-22 0,0 0-8 15,0 18-13-15,0 12 42 16,0 12 18-16,0 11-19 16,0 4-8-16,0 8 13 15,-3 2-11-15,3-2-13 16,0 3-9-16,0 0 0 16,0 3 2-16,0 5 4 15,0 5 1-15,0 2 5 16,0 6-6-16,0 1 2 15,0-2-5-15,-3 0 4 16,3-4-5-16,-2 3 0 16,2-3-5-16,-3 4-5 15,-1 0 0-15,1 3 7 16,0-1 11-16,-2-2 3 16,5-4 8-16,-7-2-9 0,4 1-11 15,0-3 14-15,-2-1-7 16,5-2-4-16,0 0-11 15,0-4-6-15,0 2 9 16,0-2-3-16,0-4 1 16,0 1 4-16,0 0-6 15,0 1 9-15,0-1-2 16,0-1-1-16,0-4 5 16,0-1-2-16,0-2-3 15,0-5-2-15,0-3 1 16,0-4-1-16,0-4 2 15,0-4-12-15,0-4 8 0,0-6-1 16,0-2-7-16,5-4 0 16,-2-3 1-16,0-2 5 15,1-2-6-15,-1-3 0 16,-3-5-23-16,0-9-18 16,0-2-25-16,0 0-48 15,0-50-200-15,0 2-261 16,0-8-342-16</inkml:trace>
  <inkml:trace contextRef="#ctx0" brushRef="#br0" timeOffset="76409.62">15405 7040 844 0,'0'0'566'0,"0"0"-349"16,0 0-63-16,0 0-4 15,0 0-35-15,0 0-30 16,0 0-6-16,26-90-10 15,-17 70-8-15,-3 0 7 16,-1 2-6-16,-2 2 5 0,1 1-12 16,2 6-24-1,-3-1-20-15,2 6-11 0,-1 2 1 16,-4 2-1-16,6 0-15 16,-1 10 15-16,5 11 10 15,1 10 44-15,-1 5-14 16,-5 0-14-16,1-2-14 15,-6-4 22-15,0-4-9 16,0-6-7-16,0-6 15 16,0-5 0-16,0-6-2 15,-9-3 14-15,0 0 3 16,-2 0-15-16,-4-7-17 16,-3-8-16-16,0 1 0 15,3 3-40-15,1 5-61 16,-8 6-206-16,8 0-159 0,-1 13-160 0</inkml:trace>
  <inkml:trace contextRef="#ctx0" brushRef="#br0" timeOffset="78259.67">15806 10132 1224 0,'0'0'537'15,"0"0"-299"-15,0 0-8 16,0 0-19-16,0 0-34 16,0 0-22-16,0 0-49 15,-13-20-57-15,13 28-34 16,0 15 3-16,0 6 36 0,10 3 11 16,-2 4-18-1,5-1-22-15,2-7-11 0,1-5-7 16,6-8-6-16,-1-9 0 15,0-6 0-15,-1 0 0 16,-2-21 14-16,-9-6-6 16,-9-7 0-16,0-5-9 15,-9 0-1-15,-18 1-19 16,-9 6-2-16,-5 5-25 16,-4 11-63-16,-11 10-188 15,9 6-264-15,8 0-169 0</inkml:trace>
  <inkml:trace contextRef="#ctx0" brushRef="#br0" timeOffset="82561.16">13405 9393 834 0,'0'0'302'16,"0"0"-171"0,0 0-21-16,0 0 35 0,0 0 2 15,0 0-49-15,0 0-22 16,101-30-9-16,-77 25-13 15,-3 1-23-15,0 1-13 16,-1 3 0-16,-2 0 0 16,3-1-2-16,0 1 6 15,2-4-10-15,1 1-11 16,0-2 9-16,3-1-9 16,-1 0 1-16,4 0-1 15,0 0 5-15,-1-2 3 16,-1 1-9-16,1-2 8 0,4 1 4 15,-4-2-4 1,4-2-8-16,0-2 6 0,0 2-5 16,2 0 5-16,-5 0-4 15,3 2-1-15,-4 0-1 16,-6 2 1-16,-1 0 1 16,2 0-1-16,-6-1 0 15,0 2 5-15,-1-5-5 16,1 2 7-16,-4-5-2 15,4 3 0-15,-3-1 0 16,3-1 1-16,0 0-6 16,0-3 1-16,3 2-1 15,-3-3 5-15,0 0-5 0,2 0-1 16,-2 1 1 0,-3 1-1-16,-4 0 1 0,4 0 0 15,-2-2 1-15,-2 2-1 16,1-2 5-16,-1-1-6 15,-1 0 1-15,-2-1 1 16,2 0-1-16,-2-1 1 16,2 0 5-16,-5 1-1 15,1-1 0-15,1 1 0 16,1 1 8-16,-1-3 7 16,1-3-6-16,5 2-14 15,-2-2 7-15,-2 0-7 16,2-2 5-16,2 3 2 15,-5 0 5-15,-1 2 5 16,-2 0 7-16,5 0 12 0,-5 0 2 16,-2-1-7-16,5 0-15 15,-3 1-10-15,0-1-1 16,1 0-5-16,-4-2 5 16,5 3-5-16,-1-2 0 15,-1 0 6-15,-2 2-7 16,4 1 1-16,1 0 0 15,-1 1 0-15,-1 0-1 16,-1 2 0-16,-2 0 0 16,4-2 1-16,-7 1 0 15,5 0 0-15,-2-1-1 16,0 4 0-16,0-2 0 16,3 2 0-16,-3 0 1 0,3-1-1 15,1 2-8-15,1-2 8 16,-3 3 0-16,2 2 5 15,2-1-5-15,0-2-4 16,-1 1 3-16,5-3 2 16,1-2-2-16,4-2 1 15,-3 0 0-15,0 1-2 16,0 0 1-16,-1 2 0 16,-2 1-9-16,-2 3 10 15,-2 5 0-15,-5 0-1 16,0 4 1-16,-1 3 1 15,3-4-1-15,-3 1 0 16,4 1-1-16,3-1-11 16,0-1 1-16,0-2 10 0,2-1-5 15,5 2 5-15,-1-2 0 16,-2 2-1-16,3 3 1 16,2-1-17-16,-6 1 0 15,-1 4 6-15,1-1 5 16,4 1 5-16,-1-3 0 15,3-1 1-15,-2 0 1 16,-1 2 0-16,3-2 0 16,-5 1 1-16,2 0-2 15,-4 1 1-15,4 1 0 16,-3 1-1-16,6 0 0 16,-1 0 0-16,8 0-6 15,1 0 7-15,1 0 0 0,5 0 1 16,-4 0-1-1,1 0 0-15,1 0 1 0,-7 0 0 16,-2 0 0-16,-3 0-1 16,-3 0 1-16,0 0-1 15,-4 0 0-15,7 0 0 16,0 0 2-16,3 0-1 16,2 0 14-16,5 0-6 15,-2 0-8-15,4 0 7 16,-6 0-7-16,-4 0 7 15,-2 0-8-15,-5 3 11 16,-5 3-4-16,2 0 2 0,-2 2 4 16,1 0 1-16,0 1-7 15,3-2-1-15,-1 4 1 16,-1-3 11-16,-2 2-12 16,2 0-5-16,-5 1 14 15,1 0-7-15,1 3 8 16,1 0-3-16,-3 0-7 15,2 2 5-15,2-2 4 16,0 1 23-16,0 0-15 16,-4-1-17-16,5 0-5 15,-2 0 5-15,2 2-5 16,-5-1 25-16,5 0-17 16,-2 1 1-16,-2-2-9 0,3 3 16 15,-1 2-4-15,2 0-5 16,-2-1-8-16,2 1 12 15,1-1-10-15,-1 0 4 16,1 1 1-16,-2-3-6 16,-3-1-1-16,4 1 9 15,-2 1-2-15,1-1-5 16,-3-1 4-16,-3 4 5 16,2 0 6-16,2 2 13 15,-1-1-29-15,-1 1 11 16,-2 0-1-16,7-2-1 15,-8 2-10-15,4-2 6 16,-2-2 3-16,1 3-3 16,4-1-5-16,-2 2-1 15,1-1 2-15,2 5-1 0,-2-1 0 16,-3 0 12-16,5 3-13 16,-5 2 6-16,5-1 4 15,-7 1-10-15,2-2 0 16,5-2 7-16,-4 0-6 15,-1-2-2-15,5-2 1 16,-5 0 0-16,8-2 2 16,-5 2-1-16,-3-2 0 15,2 2 5-15,-1-1 1 16,-1 0 2-16,-2-2-3 16,7 2-6-16,-8-2 6 15,4-3 2-15,1 2-7 0,-4-3 7 16,2 2-7-16,-2-2 7 15,7-2 2-15,-8 2-1 16,4-2-7-16,3 0-1 16,-3 2 1-16,-1-3 7 15,2 0-8-15,2 2 13 16,0-2-7-16,-3 2-6 16,-1-1 5-16,5-1 9 15,-5 0-15-15,4-1 2 16,-2-1 8-16,-2-3-8 15,1 2-2-15,1 1 6 16,-2-1 3-16,3-1-3 16,2 4-5-16,-2-1 0 0,5 0 0 15,-1 1 9 1,-1-4-8-16,-1 0-1 0,1 2 5 16,1-3-5-16,1 0 0 15,-5-2-1-15,7 2 1 16,-4-4 4-16,1 2-3 15,4-3-1-15,-5 2 0 16,4-3-1-16,0 2 6 16,0-1-4-16,3 2-2 15,-3-1 1-15,2-1 0 16,-2 2-1-16,0-1 6 16,0-2-6-16,-4 2 0 15,2-2 1-15,-1 2-2 0,-4-2 2 16,2 0 2-1,1 0-1-15,-1 0-2 0,3 0 1 16,2 0-1-16,3 0 1 16,0 0-1-16,0 0 0 15,0 0 0-15,6 0 0 16,-4 0 0-16,5-2 0 16,-4-2 0-16,-1 0 0 15,4-1 0-15,-6 4 0 16,0-1 6-16,-3-1-6 15,-1 3-1-15,4-1 1 16,-1 1 0-16,1-1 1 16,10-4-1-16,-2 1 0 15,4 0 4-15,-3-2-4 16,6 0 0-16,-4 1 0 0,-6-1 9 16,2 5-9-16,-4-4 10 15,-1 4-4-15,-5-1 2 16,3 2-1-16,0-3 1 15,3 2 5-15,-3-3-6 16,0 2-5-16,-5-2 7 16,0 2-2-16,-5 0 1 15,-1 2-7-15,-1-3 7 16,-6 3-8-16,0 0 1 16,0 0 0-16,0 0 0 15,0 0-1-15,0 0-10 16,0 0-17-16,0 0-14 0,0 0-13 15,-3 0-71 1,-12 9-159-16,6 0-315 0,-6 2-220 0</inkml:trace>
  <inkml:trace contextRef="#ctx0" brushRef="#br0" timeOffset="84778.23">16236 9364 880 0,'0'0'483'16,"0"0"-240"-16,0 0-32 15,0 0 6-15,0 0-52 0,0 0-66 16,0 0-41-1,0 0-12-15,4 0 7 0,-4 0-17 16,3 12 4-16,-1 8 58 16,-2 6-15-16,3 5-39 15,-3-2-18-15,0 4-17 16,3-5-9-16,-3-4-6 16,3-3-74-16,-3-2-81 15,6-2-109-15,-3-6-274 16,0-5-566-16</inkml:trace>
  <inkml:trace contextRef="#ctx0" brushRef="#br0" timeOffset="85504.29">16480 9869 1187 0,'0'0'509'0,"0"0"-331"16,0 0-13-16,0 0-19 16,0 0-16-16,0 0-22 15,0 0-25-15,0-37-31 16,0 37-4-16,0 4-14 16,0 10 36-16,0 5-8 0,0 2-27 15,0 1-11-15,0 0 3 16,-3 0-6-16,3-2-8 15,0-2 1-15,-3 0-2 16,3-6 4-16,-3 1-4 16,3-6-11-16,0-2 16 15,-2-3-1-15,-3-2 7 16,0 3 8-16,-1-3 17 16,-6 0-17-16,1 0-8 15,-1 0-16-15,2 0-1 16,2 0-6-16,5 0 0 15,3 0-1-15,0 0-23 16,0 0-6-16,0 0 12 0,8 0 18 16,7 0 13-16,3 0-2 15,0 0-11-15,0 0 3 16,-3 0-3-16,-7 0-71 16,-2 0-130-16,-2 0-310 15,-4 0-545-15</inkml:trace>
  <inkml:trace contextRef="#ctx0" brushRef="#br0" timeOffset="86352.03">14508 9579 827 0,'0'0'392'15,"0"0"-116"-15,0 0-59 0,0 0-2 16,0 0-56-16,0 0-60 16,0 0-19-16,0-5-5 15,0 5-26-15,0 0 2 16,0 0-4-16,0 7-4 15,0 7 3-15,0 2-11 16,0 5-18-16,0 2-17 16,0 1-14-16,0-2-67 15,0 1-94-15,8 0-89 16,-5-5-225-16,1-2-696 0</inkml:trace>
  <inkml:trace contextRef="#ctx0" brushRef="#br0" timeOffset="87145.9">14501 10128 1031 0,'0'0'394'16,"0"0"-139"-16,0 0-14 0,0 0-49 15,0 0-33-15,0 0-39 16,0 0-19-16,0-54-19 16,0 48-6-16,0 0-8 15,0 4-15-15,0-1-12 16,0 3 1-16,0 0-5 16,0 0-25-16,0 0-12 15,0 5-4-15,0 11 4 16,0 7 22-16,0 8-5 15,-3 1-10-15,0 0-5 16,0-2-2-16,1-3 7 16,2-5-6-16,-3-4 0 15,3-6 1-15,-3-6 10 0,3-2 9 16,-4-4 24-16,1 0 10 16,-2 0 0-16,-5 0-23 15,2 0-20-15,-5-4 3 16,5-2 3-16,3 2-2 15,-2 2-2-15,7 0-2 16,0 2-12-16,0 0-5 16,0 0-7-16,0 0 0 15,15 0 12-15,0 0-1 16,0 0-11-16,3 0-22 16,-1 0-40-16,1-3-77 15,6-4-138-15,-6-4-416 16,-7 4-970-16</inkml:trace>
  <inkml:trace contextRef="#ctx0" brushRef="#br0" timeOffset="91156.18">13672 9372 681 0,'0'0'359'0,"0"0"-155"0,0 0-63 16,0 0-15-16,0 0 2 15,0 0-20-15,0 0-10 16,0-2-4-16,0 2-19 16,-2 6-24-16,-8 11-37 15,-1 4-8-15,-1 5-6 16,-4 6-13-16,8-1 2 16,-4-2-28-16,6 0-39 15,3-8-64-15,3-4-27 16,0-9-77-16,3-8-82 15,10 0-428-15</inkml:trace>
  <inkml:trace contextRef="#ctx0" brushRef="#br0" timeOffset="91398.53">13875 9310 952 0,'0'0'292'0,"0"0"-118"16,0 0-32-16,0 0-15 16,0 0-45-16,0 0-15 15,0 0-10-15,-36 103-9 16,29-85-20-16,2-3-28 16,-1 0-17-16,-3 0-61 15,6-3-62-15,0-1-93 16,0-5-134-16,3-4-655 0</inkml:trace>
  <inkml:trace contextRef="#ctx0" brushRef="#br0" timeOffset="91643.87">14181 9207 1061 0,'0'0'306'0,"0"0"-137"16,0 0 18-16,0 0-26 16,-90 119-60-16,72-89-53 15,0 2-25-15,6-2-11 0,1-2-11 16,1 1-1-16,5-5-48 16,-1-4-55-16,4-4-58 15,2-8-65-15,0-7-106 16,0-1-427-16</inkml:trace>
  <inkml:trace contextRef="#ctx0" brushRef="#br0" timeOffset="91931.1">14543 8962 1033 0,'0'0'387'0,"0"0"-192"15,0 0-64-15,0 0 12 16,0 0-1-16,-38 113-36 16,13-66-35-16,4 5-27 15,-8 0-28-15,2 2-5 16,-2-2-4-16,1 1-7 16,2-7-20-16,5-6-14 15,3-8-31-15,9-9-47 16,9-8-78-16,0-15-99 15,7 0-119-15,11-16-80 0</inkml:trace>
  <inkml:trace contextRef="#ctx0" brushRef="#br0" timeOffset="92178.43">14849 8819 1033 0,'0'0'371'0,"0"0"-223"16,0 0 22-16,0 0 26 16,-63 106-45-16,39-62-49 15,-2 6-36-15,-4 6-17 16,-6 7-19-16,-2 0-16 16,-4 6-13-16,-2-5-1 15,3-2-17-15,2-5-15 0,9-11-31 16,6-10-24-1,12-14-78-15,12-22-118 0,3 0-391 16,12-19 97-16</inkml:trace>
  <inkml:trace contextRef="#ctx0" brushRef="#br0" timeOffset="92447.72">15125 8283 958 0,'0'0'343'0,"0"0"-186"15,0 0-26-15,0 0 45 16,-75 111-25-16,49-63-54 0,-1 4-42 16,1 3-3-16,-1-3 1 15,-3 4-13-15,4-2-24 16,-7 0-16-16,2-6-6 15,5-6-46-15,6-10-14 16,4-12-45-16,16-20-94 16,3 0-337-16,15-8-151 0</inkml:trace>
  <inkml:trace contextRef="#ctx0" brushRef="#br0" timeOffset="92757.89">15343 7903 980 0,'0'0'294'16,"0"0"-98"-16,0 0 7 16,0 0-51-16,-118 85-32 15,98-49-26-15,2 1-28 16,4 1-31-16,-1 4-21 15,-6 2-4-15,-2 4-1 16,-5 1 0-16,2 2-5 16,-4-1-4-16,6-1-7 15,1-5-26-15,8-10-7 16,9-10-80-16,6-9-79 16,3-15-126-16,47-17 128 0,-2-16-66 15,3-9-684-15</inkml:trace>
  <inkml:trace contextRef="#ctx0" brushRef="#br0" timeOffset="92998.25">15531 7834 907 0,'0'0'301'0,"0"0"-40"16,0 0-1-16,0 0 8 16,0 0-25-16,0 0-126 15,0 0-37-15,-67 73-33 16,-2 46 1-16,-26 34-25 15,-8 6-11-15,5-11-12 16,26-35-15-16,28-40-24 0,19-20-19 16,11-11-48-1,7-4-45-15,5-2-39 0,2-6 35 16,0-19-20-16,38-17-20 16,-2-19-78-16,3-13-371 0</inkml:trace>
  <inkml:trace contextRef="#ctx0" brushRef="#br0" timeOffset="93282.49">15909 7590 884 0,'0'0'382'0,"0"0"-117"15,0 0-13 1,-136 184-39-16,38-51-40 0,-24 34-65 15,-8 6-46-15,17-16-31 16,26-41-15-16,34-37-2 16,18-21-7-16,4-8-7 15,-5 8 0-15,1 2-36 16,6 2-4-16,5-12 31 16,6-11-71-16,14-9-59 15,4-15-48-15,0-8-83 16,30-10 21-16,1-19-71 15,3-6-668-15</inkml:trace>
  <inkml:trace contextRef="#ctx0" brushRef="#br0" timeOffset="93565.73">16040 7711 977 0,'0'0'292'0,"0"0"-28"15,-90 161-2-15,13-45-32 16,-14 32-36-16,-8 9-75 16,11-12-33-16,13-15-21 15,24-31-2-15,13-22-20 16,12-12-22-16,2-6-10 16,-3 5-3-16,0 5-7 15,4-1-1-15,5-11-11 0,8-15-42 16,8-11-45-16,2-17-25 15,0-11-81-15,38-25-116 16,1-18-78-16,2-13-96 0</inkml:trace>
  <inkml:trace contextRef="#ctx0" brushRef="#br0" timeOffset="93832.02">16076 7932 973 0,'0'0'374'0,"0"0"-49"16,0 0-28-16,0 0-112 16,-90 181-67-16,16-37-8 0,-9 17-29 15,3-3-29-15,21-34-12 16,18-39-20-16,13-21-11 16,2-12 6-16,5 4-14 15,0 0-1-15,-1-1-12 16,14-16-18-16,5-13-35 15,3-10-82-15,0-14-30 16,0-2-30-16,27-29-42 16,-7-7-69-16,1-7-240 0</inkml:trace>
  <inkml:trace contextRef="#ctx0" brushRef="#br0" timeOffset="93950.7">15737 8763 392 0,'0'0'0'0,"0"0"-264"0</inkml:trace>
  <inkml:trace contextRef="#ctx0" brushRef="#br0" timeOffset="94738.59">16245 9113 940 0,'0'0'527'16,"0"0"-313"-16,0 0-20 15,0 0-19-15,0 0-23 16,0 0-23-16,0 0-24 15,-9-42-20-15,9 34-27 16,-3 2-24-16,-3-4-19 0,4 2-15 16,-1-2 0-1,-1-1-42-15,-2-1-92 0,3-1-113 16,3-9-130-16,0 4-226 16,0 0-339-16</inkml:trace>
  <inkml:trace contextRef="#ctx0" brushRef="#br0" timeOffset="95199.36">16201 8765 360 0,'0'0'270'0,"0"0"-29"16,0 0-78-16,0 0-78 0,0 0-27 16,0 0 16-16,0 0 25 15,0-107-24-15,0 99-47 16,0 2-14-16,0 3-4 15,0-3-10-15,0-1-53 16,0-1-19-16,-7 1 21 16,5-6-22-16,-1 4-16 15,0-6-2-15,0 3 63 16,-1-2-44-16,1 1 7 16,1-2 65-16,-4 0 0 15,3 2 20-15,3-3-3 16,0 1-9-16,0 2-7 15,0-3-1-15,0 2-28 0,0-2-105 16,0 0-47 0,0 0-24-16,3 0 112 0,3 0 92 15,-6 1 315-15,0 3-25 16,0 0-46-16,0 0-19 16,0 1-74-16,0 1-45 15,0-1-23-15,0-1-38 16,0 0-23-16,0 1-22 15,0-6-68-15,0-3-229 16,0 0 18-16,0-6 198 16,0 5-120-16,0 0-156 0</inkml:trace>
  <inkml:trace contextRef="#ctx0" brushRef="#br0" timeOffset="95353.95">16168 7965 795 0,'0'0'280'0,"0"0"-53"16,0 0 24-16,0 0-35 15,0 0-71-15,-27-112-66 16,24 89 25-16,3 3-48 16,-3 4-35-16,3 6-21 15,0 4-14-15,-8 6-58 16,4 0-247-16,-2 0-746 0</inkml:trace>
  <inkml:trace contextRef="#ctx0" brushRef="#br0" timeOffset="95886.52">15930 8472 1043 0,'0'0'373'0,"0"0"-162"15,0 0-31-15,-80 134 4 16,62-86-52-16,3 2-43 15,1 4-26-15,-1 5-4 16,-6 0-25-16,-2 6-10 16,-5-3-6-16,2 1-11 15,2-3-5-15,2-8 4 0,9-10-6 16,3-11-37-16,10-10-93 16,0-13-90-16,10-8-154 15,8-10 33-15,5-10-213 0</inkml:trace>
  <inkml:trace contextRef="#ctx0" brushRef="#br0" timeOffset="96127.88">16102 8649 1390 0,'0'0'506'15,"0"0"-379"-15,0 0 2 0,-68 116 20 16,35-62-7-16,-2 3-28 15,-1 2-27-15,7-1-14 16,-2-1-27-16,8-10-19 16,2-2-20-16,9-11-7 15,4-9-7-15,8-8-60 16,0-11-90-16,0-6-135 16,38-18 39-16,-2-14-62 15,3-4-298-15</inkml:trace>
  <inkml:trace contextRef="#ctx0" brushRef="#br0" timeOffset="96345.3">16163 8849 1005 0,'0'0'647'15,"0"0"-405"-15,0 0-54 16,0 0 4-16,-67 127-3 16,41-79-52-16,1-3-27 15,-1-1-45-15,8-7-34 16,3-7-21-16,7-9-10 15,5-9-8-15,3-3-78 16,0-9-88-16,0 0-82 16,8-4 38-16,10-15-41 15,18-20-36-15,-10 7-47 16,2 1-213-16</inkml:trace>
  <inkml:trace contextRef="#ctx0" brushRef="#br0" timeOffset="96501.88">16138 9062 451 0,'0'0'560'0,"0"0"-29"16,0 0-199-1,0 0-65-15,-24 104-24 0,16-76-52 16,1-6-33-16,2-6-41 16,5-4-41-16,0-7-48 15,0-5-28-15,0 0-1 16,5 0-26-16,5-15-36 16,-7-1-155-16,-3 2-337 15,0 6-676-15</inkml:trace>
  <inkml:trace contextRef="#ctx0" brushRef="#br0" timeOffset="113486.45">13397 17652 1510 0,'0'0'573'16,"0"0"-475"-16,0 0-70 0,0 0 25 16,0 0 67-16,44 52-22 15,-21-30-25-15,1-4-33 16,3 5-9-16,-6-6-13 15,0 1-6-15,-6 0-5 16,-1 0 2-16,-10 0-9 16,-2 5-12-16,-2-5-74 15,0 3-89-15,0-6-128 16,0-11-68-16,0-4-199 16,0 0-534-16</inkml:trace>
  <inkml:trace contextRef="#ctx0" brushRef="#br0" timeOffset="113672.95">13592 17710 1008 0,'0'0'560'16,"0"0"-310"-16,0 0-13 15,0 0-87-15,0 0-20 16,0 0 7-16,-115 132-58 16,87-91-39-16,7-10-40 15,4 2-3-15,3-7-119 16,-1 0-97-16,2-8-263 15,5-8-96-15</inkml:trace>
  <inkml:trace contextRef="#ctx0" brushRef="#br0" timeOffset="113808.59">13325 17901 814 0,'0'0'919'16,"0"0"-610"-16,0 0-171 0,0 0-26 15,0 0 23-15,0 0-23 16,0 0-36-16,142-117-42 15,-103 101-34-15,2 2-27 16,-11 8-236-16,-4 2-427 0</inkml:trace>
  <inkml:trace contextRef="#ctx0" brushRef="#br0" timeOffset="114378.06">13518 17656 1149 0,'0'0'364'0,"0"0"-238"0,0 0-111 15,0 0-14-15,0 0 8 16,59 124-9-16,-41-87-59 16,6 2-99-16,-4-7-131 15,-5-9-253-15</inkml:trace>
  <inkml:trace contextRef="#ctx0" brushRef="#br0" timeOffset="114605.45">13449 17798 1431 0,'0'0'401'0,"0"0"-284"16,0 0-80-16,0 0-14 16,-11 116-23-16,11-89-11 15,11 0-132-15,-1-4-115 16,-2-9-385-16</inkml:trace>
  <inkml:trace contextRef="#ctx0" brushRef="#br0" timeOffset="114754.06">13459 17768 681 0,'0'0'758'16,"0"0"-572"-16,0 0-131 15,0 0-23 1,0 0-6-16,0 0-26 0,0 0-1 16,118-82-164-16,-85 75-208 15,-6-2-774-15</inkml:trace>
  <inkml:trace contextRef="#ctx0" brushRef="#br0" timeOffset="117423.92">17348 6920 728 0,'0'0'1000'16,"0"0"-724"-16,0 0-108 16,0 0 8-16,0 0-13 0,0 0-44 15,0 0-37-15,-10-53-31 16,40 26-4-16,14-11 22 16,10-11-15-16,18-5 4 15,8-10-4-15,12-6-2 16,9-9-10-16,2-4-12 15,2-2-7-15,-2 1 7 16,-8 9-15-16,-15 8 4 16,-16 10-18-16,-11 14 11 15,-14 3-12-15,-7 5 7 16,-5 3-6-16,-3 2-1 16,-1 3-9-16,-5 0-21 15,0 5-12-15,-6 6-9 16,-3 6-58-16,-9 5-96 0,-16 8-62 15,-15 17-332-15,-5 4-963 16</inkml:trace>
  <inkml:trace contextRef="#ctx0" brushRef="#br0" timeOffset="118141">17350 6565 1002 0,'0'0'356'0,"0"0"-135"15,0 0 55-15,0 0 7 16,0 0-38-16,0 0-62 16,0 0-37-16,6-14-19 15,-6 14-21-15,0 0-22 16,0 0-34-16,0 4-23 15,0 10-3-15,0 9-6 16,0 10-1-16,-8 9 7 16,-7 7-5-16,2 4-2 15,-5 1-2-15,4-1-8 0,-1-6 2 16,0-3-7-16,7-5 4 16,4-7-5-16,4-6-1 15,0-8 0-15,4-3 0 16,12-8 1-16,12-5 0 15,8-2 12-15,0 0-11 16,8-15 23-16,-3-4 3 16,0-3-4-16,-5 4-4 15,-5 2-8-15,-8 6-11 16,-8 3-1-16,-4 0 0 16,-4 3-23-16,-1 2-39 15,9 2-75-15,-4 0-323 16,-2 0-493-16</inkml:trace>
  <inkml:trace contextRef="#ctx0" brushRef="#br0" timeOffset="126393.92">13482 15643 1335 0,'0'0'270'16,"0"0"-155"-16,0 0-77 16,0 0 59-16,0 0 47 15,0 0-41-15,3-55-35 16,42 19 18-16,11-16-14 16,15-4-2-16,34-20 25 15,29-16-10-15,-8 6-21 0,-10 5-21 16,-14 9-15-16,-22 10-13 15,6-8-4 1,6-6-4-16,0-1-5 0,-12 9 4 16,-5 6-5-16,-7 10 1 15,-14 4-2-15,-7 10-9 16,-11 7-21-16,-6 5-5 16,-13 13-24-16,-2 1-76 15,-15 9-101-15,0 3-102 16,-6 0-358-16</inkml:trace>
  <inkml:trace contextRef="#ctx0" brushRef="#br0" timeOffset="127861">13539 15337 1077 0,'0'0'352'0,"0"0"-237"16,0 0-42-16,0 0 103 16,0 0 24-16,0 0-49 15,0 0-44-15,2-7-21 0,-2 7 3 16,0 0-3-16,0 0-4 15,0 3-15-15,0 12-25 16,0 7-11-16,0 4-2 16,-8 2-10-16,1 6-6 15,2 2-4-15,-1-1 2 16,-3-2 1-16,3 2-6 16,3-9-5-16,1-2 0 15,2-6 7-15,0-4-8 16,0-6 0-16,0 0 0 15,0-8-1-15,0 4 1 16,8-4 0-16,4 0 2 16,6 0-1-16,3 0 7 15,5 0 1-15,7 0 10 16,3 0 2-16,5 0-9 0,3-8-11 16,5 2 14-16,-3-2 0 15,0 4 1-15,-7-1-4 16,-8 2 0-16,-6 3-4 15,-11 0-2-15,-5 0-5 16,-3 0 5-16,-6 0 0 16,0 0 4-16,0 0 10 15,-8 0 0-15,-13 0-20 16,-4 0-1-16,-4 0-5 16,-4 0-7-16,4 3-8 15,-4-3-8-15,0 0 2 16,4 0 0-16,-1 0 6 15,4 0-6-15,-2 0 1 16,7 0 0-16,4-6 7 16,1-5-10-16,5-3 4 0,4-8 7 15,-1-6 6-15,8-2-3 16,0-4 6-16,0-5 3 16,0 1 0-16,0 0 6 15,0 4 0-15,-5 1-1 16,1 4 1-16,-2 4 1 15,3 10-1-15,-2 5 0 16,2 2 8-16,3 6 2 16,0 2 7-16,0 0-9 15,0 6-8-15,0 16 0 16,0 0 2-16,-4 10 7 16,1 2-2-16,0 2 1 15,-2 1-1-15,2 5 5 0,-1-2 0 16,-2-2 0-1,4-2-2-15,-4-6-1 0,3-6 2 16,-1-2-2-16,2-10-2 16,2-2-5-16,0-6-1 15,0-4 1-15,0 0-1 16,12 0 0-16,3 0 16 16,9 0 11-16,2-12 12 15,1 2 1-15,2-2-16 16,-1 2-10-16,1-2-6 0,-2 6-8 15,-6-2 0 1,0 3 0-16,-6 4-1 0,-4 1-6 16,-2 0-39-16,0 0-36 15,-4 0-68-15,10 0-109 16,-5 0-95-16,1 0-291 16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17/07/2026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17/07/2026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17/07/2026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17/07/2026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17/07/2026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17/07/2026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17/07/2026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0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2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.png"/><Relationship Id="rId4" Type="http://schemas.openxmlformats.org/officeDocument/2006/relationships/customXml" Target="../ink/ink1.xml"/><Relationship Id="rId5" Type="http://schemas.openxmlformats.org/officeDocument/2006/relationships/image" Target="../media/image19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customXml" Target="../ink/ink2.xml"/><Relationship Id="rId4" Type="http://schemas.openxmlformats.org/officeDocument/2006/relationships/image" Target="../media/image110.png"/><Relationship Id="rId5" Type="http://schemas.openxmlformats.org/officeDocument/2006/relationships/customXml" Target="../ink/ink3.xml"/><Relationship Id="rId6" Type="http://schemas.openxmlformats.org/officeDocument/2006/relationships/image" Target="../media/image120.png"/><Relationship Id="rId7" Type="http://schemas.openxmlformats.org/officeDocument/2006/relationships/customXml" Target="../ink/ink4.xml"/><Relationship Id="rId8" Type="http://schemas.openxmlformats.org/officeDocument/2006/relationships/image" Target="../media/image130.png"/><Relationship Id="rId9" Type="http://schemas.openxmlformats.org/officeDocument/2006/relationships/customXml" Target="../ink/ink5.xml"/><Relationship Id="rId10" Type="http://schemas.openxmlformats.org/officeDocument/2006/relationships/image" Target="../media/image1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customXml" Target="../ink/ink6.xml"/><Relationship Id="rId5" Type="http://schemas.openxmlformats.org/officeDocument/2006/relationships/image" Target="../media/image17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Contínuos II: Distribuição Normal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normal e a distribuição normal padrão.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Padronizar variáveis normais e utilizar a tabela da normal padrão.</a:t>
            </a:r>
          </a:p>
          <a:p>
            <a:r>
              <a:rPr lang="pt-BR" sz="2400" b="1" dirty="0"/>
              <a:t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7 (7.4.2)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4 (4.5)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6 (6.2)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> — Cap. 5 (5.2)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571759" cy="44687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>
                    <a:cs typeface="Calibri" panose="020F0502020204030204" pitchFamily="34" charset="0"/>
                  </a:rPr>
                  <a:t>Modelo</a:t>
                </a:r>
                <a:r>
                  <a:rPr lang="pt-BR" sz="2800" b="1" dirty="0"/>
                  <a:t> Normal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>Definição</a:t>
                </a:r>
                <a:r>
                  <a:rPr lang="pt-BR" sz="2800" dirty="0"/>
                  <a:t>: Dizemos que a v.a.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tem distribuição normal com parâmetros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> se a sua densidade é dada por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–</m:t>
                          </m:r>
                          <m:f>
                            <m:f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pt-BR" sz="2800" i="1" dirty="0">
                                          <a:latin typeface="Cambria Math" panose="02040503050406030204" pitchFamily="18" charset="0"/>
                                        </a:rPr>
                                        <m:t> – </m:t>
                                      </m:r>
                                      <m:r>
                                        <a:rPr lang="pt-BR" sz="2800" i="1" dirty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, –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∞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&lt;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&lt;∞.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Os parâmetros devem satisfazer </a:t>
                </a:r>
                <a14:m>
                  <m:oMath xmlns:m="http://schemas.openxmlformats.org/officeDocument/2006/math"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−∞&lt;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&lt;+∞</m:t>
                    </m:r>
                  </m:oMath>
                </a14:m>
                <a:r>
                  <a:rPr lang="pt-BR" sz="2800" i="1" dirty="0">
                    <a:latin typeface="Cambria Math" panose="02040503050406030204" pitchFamily="18" charset="0"/>
                  </a:rPr>
                  <a:t> </a:t>
                </a:r>
                <a:r>
                  <a:rPr lang="pt-BR" sz="2800" dirty="0"/>
                  <a:t>e</a:t>
                </a:r>
                <a:r>
                  <a:rPr lang="pt-BR" sz="28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0&lt; </m:t>
                    </m:r>
                    <m:sSup>
                      <m:sSup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∞.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571759" cy="4468787"/>
              </a:xfrm>
              <a:prstGeom prst="rect">
                <a:avLst/>
              </a:prstGeom>
              <a:blipFill>
                <a:blip r:embed="rId2"/>
                <a:stretch>
                  <a:fillRect l="-1211" t="-1228" b="-36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14996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5717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cs typeface="Calibri" panose="020F0502020204030204" pitchFamily="34" charset="0"/>
              </a:rPr>
              <a:t>Gráfico</a:t>
            </a:r>
            <a:endParaRPr lang="pt-BR" sz="2800" dirty="0"/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0A8CDA-9092-4FF7-B1C7-5F578CCA0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875" y="1978314"/>
            <a:ext cx="7073094" cy="444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67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Notação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blipFill>
                <a:blip r:embed="rId2"/>
                <a:stretch>
                  <a:fillRect l="-1090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049804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1454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37" indent="-285737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F.d.a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1454244"/>
              </a:xfrm>
              <a:prstGeom prst="rect">
                <a:avLst/>
              </a:prstGeom>
              <a:blipFill>
                <a:blip r:embed="rId2"/>
                <a:stretch>
                  <a:fillRect l="-1090" t="-37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D5F3CB6-4F9B-41C0-A131-AF3B59C10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1416" y="2947919"/>
            <a:ext cx="5089167" cy="347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61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571759" cy="3606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>
                    <a:cs typeface="Calibri" panose="020F0502020204030204" pitchFamily="34" charset="0"/>
                  </a:rPr>
                  <a:t>Modelo</a:t>
                </a:r>
                <a:r>
                  <a:rPr lang="pt-BR" sz="2800" b="1" dirty="0"/>
                  <a:t> Normal padrão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>Definição</a:t>
                </a:r>
                <a:r>
                  <a:rPr lang="pt-BR" sz="2800" dirty="0"/>
                  <a:t>: Dizemos que a v.a.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tem distribuição normal padrão se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tem </a:t>
                </a:r>
                <a:r>
                  <a:rPr lang="pt-BR" sz="2800" u="sng" dirty="0"/>
                  <a:t>distribuição normal </a:t>
                </a:r>
                <a:r>
                  <a:rPr lang="pt-BR" sz="2800" dirty="0"/>
                  <a:t>com com parâmetros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sz="2800" dirty="0"/>
                  <a:t>. Logo,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–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, –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∞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&lt;∞.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571759" cy="3606628"/>
              </a:xfrm>
              <a:prstGeom prst="rect">
                <a:avLst/>
              </a:prstGeom>
              <a:blipFill>
                <a:blip r:embed="rId2"/>
                <a:stretch>
                  <a:fillRect l="-1211" t="-15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256664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5717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cs typeface="Calibri" panose="020F0502020204030204" pitchFamily="34" charset="0"/>
              </a:rPr>
              <a:t>Gráfico</a:t>
            </a:r>
            <a:endParaRPr lang="pt-BR" sz="2800" dirty="0"/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FC30F28-F79A-4DC6-83A2-07440152A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730" y="1779391"/>
            <a:ext cx="5273577" cy="457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204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Notação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1)</m:t>
                      </m:r>
                    </m:oMath>
                  </m:oMathPara>
                </a14:m>
                <a:endParaRPr lang="pt-BR" sz="2800" dirty="0"/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blipFill>
                <a:blip r:embed="rId2"/>
                <a:stretch>
                  <a:fillRect l="-1090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87759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1454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37" indent="-285737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F.d.a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  <m:e>
                          <m:f>
                            <m:f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– </m:t>
                              </m:r>
                              <m:f>
                                <m:fPr>
                                  <m:ctrlP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i="1" dirty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pt-BR" sz="2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pt-BR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𝑑𝑧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1454244"/>
              </a:xfrm>
              <a:prstGeom prst="rect">
                <a:avLst/>
              </a:prstGeom>
              <a:blipFill>
                <a:blip r:embed="rId2"/>
                <a:stretch>
                  <a:fillRect l="-1090" t="-37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5A5088-5CCA-4AEC-A23A-4ED9177E6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691" y="2960478"/>
            <a:ext cx="4382617" cy="308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15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Para calcularmos probabilidades envolvendo a normal padrão, usaremos uma tabela. </a:t>
            </a:r>
          </a:p>
          <a:p>
            <a:endParaRPr lang="pt-BR" sz="2800" dirty="0"/>
          </a:p>
          <a:p>
            <a:r>
              <a:rPr lang="pt-BR" sz="2800" dirty="0"/>
              <a:t>A tabela apresenta os valores da área sob o gráfico da curva da normal. Temos vários tipos de tabela. </a:t>
            </a:r>
          </a:p>
          <a:p>
            <a:endParaRPr lang="pt-BR" sz="2800" dirty="0"/>
          </a:p>
          <a:p>
            <a:r>
              <a:rPr lang="pt-BR" sz="2800" dirty="0"/>
              <a:t>A seguir, apresentaremos alguns exemplos.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968029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1026" name="Picture 2" descr="Tabela da distribuição Normal Padrão">
            <a:extLst>
              <a:ext uri="{FF2B5EF4-FFF2-40B4-BE49-F238E27FC236}">
                <a16:creationId xmlns:a16="http://schemas.microsoft.com/office/drawing/2014/main" id="{272C8788-33BD-4B8D-2364-2AECD301C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2" y="69122"/>
            <a:ext cx="5082344" cy="640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CEE5A2B-E100-573A-C83E-C060ADC0F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051" y="2715697"/>
            <a:ext cx="5445758" cy="114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6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A3658E0-6145-244A-01D3-735BB26B5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1" y="0"/>
            <a:ext cx="4941668" cy="650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3716218-65EC-83A7-36B2-0BC04E12F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034" y="2488989"/>
            <a:ext cx="5648669" cy="142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31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C485857-3E91-3DE5-DAD6-9DAD161A1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" y="12806"/>
            <a:ext cx="5000283" cy="649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5A7587A-3D59-BE94-1FF0-F0A2E3FDE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99205"/>
            <a:ext cx="5445760" cy="137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31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Exemplo: </a:t>
                </a: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2800" dirty="0"/>
                  <a:t>. Calcule:</a:t>
                </a:r>
              </a:p>
              <a:p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r>
                  <a:rPr lang="pt-BR" sz="2800" b="0" dirty="0"/>
                  <a:t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≤0)</m:t>
                    </m:r>
                  </m:oMath>
                </a14:m>
                <a:r>
                  <a:rPr lang="pt-BR" sz="2800" b="0" dirty="0"/>
                  <a:t>.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b="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≥1)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(0≤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≤1)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(−0,5≤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≤0,5)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&lt;−2)</m:t>
                    </m:r>
                  </m:oMath>
                </a14:m>
                <a:endParaRPr lang="pt-BR" sz="2800" dirty="0"/>
              </a:p>
              <a:p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5262979"/>
              </a:xfrm>
              <a:prstGeom prst="rect">
                <a:avLst/>
              </a:prstGeom>
              <a:blipFill>
                <a:blip r:embed="rId2"/>
                <a:stretch>
                  <a:fillRect l="-1272" t="-1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075243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Exemplo: </a:t>
                </a: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2800" dirty="0"/>
                  <a:t>. Encontre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&gt;0,</m:t>
                    </m:r>
                  </m:oMath>
                </a14:m>
                <a:r>
                  <a:rPr lang="pt-BR" sz="2800" dirty="0"/>
                  <a:t> tal que:</a:t>
                </a:r>
              </a:p>
              <a:p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=0,3</m:t>
                    </m:r>
                  </m:oMath>
                </a14:m>
                <a:r>
                  <a:rPr lang="pt-BR" sz="2800" b="0" dirty="0"/>
                  <a:t>.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b="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=0,8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=0,25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≤−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401205"/>
              </a:xfrm>
              <a:prstGeom prst="rect">
                <a:avLst/>
              </a:prstGeom>
              <a:blipFill>
                <a:blip r:embed="rId2"/>
                <a:stretch>
                  <a:fillRect l="-1272" t="-12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2478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346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Mudança da variável normal para normal padrão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Dada uma variável normal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~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defina a variável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pt-BR" sz="2800" b="0" dirty="0"/>
              </a:p>
              <a:p>
                <a:endParaRPr lang="pt-BR" sz="2800" dirty="0"/>
              </a:p>
              <a:p>
                <a:r>
                  <a:rPr lang="pt-BR" sz="2800" dirty="0"/>
                  <a:t>Então</a:t>
                </a:r>
                <a14:m>
                  <m:oMath xmlns:m="http://schemas.openxmlformats.org/officeDocument/2006/math"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A variável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pt-BR" sz="2800" dirty="0"/>
                  <a:t> é chamada de </a:t>
                </a:r>
                <a:r>
                  <a:rPr lang="pt-BR" sz="2800" b="1" dirty="0"/>
                  <a:t>normal padrão</a:t>
                </a:r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346062"/>
              </a:xfrm>
              <a:prstGeom prst="rect">
                <a:avLst/>
              </a:prstGeom>
              <a:blipFill>
                <a:blip r:embed="rId2"/>
                <a:stretch>
                  <a:fillRect l="-1272" t="-1262" b="-30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894215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Exemplo: </a:t>
                </a: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d>
                  </m:oMath>
                </a14:m>
                <a:r>
                  <a:rPr lang="pt-BR" sz="2800" dirty="0"/>
                  <a:t>. Calcule:</a:t>
                </a:r>
              </a:p>
              <a:p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100≤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≤106</m:t>
                        </m:r>
                      </m:e>
                    </m:d>
                  </m:oMath>
                </a14:m>
                <a:endParaRPr lang="pt-BR" sz="2800" b="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89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≤107</m:t>
                        </m:r>
                      </m:e>
                    </m:d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≤90</m:t>
                        </m:r>
                      </m:e>
                    </m:d>
                  </m:oMath>
                </a14:m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≥108</m:t>
                        </m:r>
                      </m:e>
                    </m:d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970318"/>
              </a:xfrm>
              <a:prstGeom prst="rect">
                <a:avLst/>
              </a:prstGeom>
              <a:blipFill>
                <a:blip r:embed="rId2"/>
                <a:stretch>
                  <a:fillRect l="-1272" t="-13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23287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59714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 </a:t>
                </a: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100, </m:t>
                        </m:r>
                        <m:sSup>
                          <m:sSup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=4</m:t>
                        </m:r>
                      </m:e>
                    </m:d>
                  </m:oMath>
                </a14:m>
                <a:r>
                  <a:rPr lang="pt-BR" sz="2800" dirty="0"/>
                  <a:t> calcule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(2≤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≤4)</m:t>
                    </m:r>
                  </m:oMath>
                </a14:m>
                <a:r>
                  <a:rPr lang="pt-BR" sz="2800" dirty="0"/>
                  <a:t>, sabendo que. </a:t>
                </a:r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597140" cy="1384995"/>
              </a:xfrm>
              <a:prstGeom prst="rect">
                <a:avLst/>
              </a:prstGeom>
              <a:blipFill>
                <a:blip r:embed="rId2"/>
                <a:stretch>
                  <a:fillRect l="-1208" t="-3965" r="-10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64101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Exemplo: </a:t>
                </a: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3,</m:t>
                        </m:r>
                        <m:sSup>
                          <m:sSup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=4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/>
                  <a:t> Calcule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(2≤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≤4)</m:t>
                    </m:r>
                  </m:oMath>
                </a14:m>
                <a:r>
                  <a:rPr lang="pt-BR" sz="2800" dirty="0"/>
                  <a:t>, sabendo que</a:t>
                </a:r>
              </a:p>
              <a:p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1384995"/>
              </a:xfrm>
              <a:prstGeom prst="rect">
                <a:avLst/>
              </a:prstGeom>
              <a:blipFill>
                <a:blip r:embed="rId2"/>
                <a:stretch>
                  <a:fillRect l="-1272" t="-39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CD48BBF-97CF-4875-B075-45B5BF44F395}"/>
                  </a:ext>
                </a:extLst>
              </p14:cNvPr>
              <p14:cNvContentPartPr/>
              <p14:nvPr/>
            </p14:nvContentPartPr>
            <p14:xfrm>
              <a:off x="767160" y="2521440"/>
              <a:ext cx="11013840" cy="39218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CD48BBF-97CF-4875-B075-45B5BF44F3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7800" y="2512080"/>
                <a:ext cx="11032560" cy="394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5591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5971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Exemplo:</a:t>
            </a:r>
            <a:r>
              <a:rPr lang="pt-BR" sz="2800" dirty="0"/>
              <a:t> Doentes, sofrendo de certa moléstia, são submetidos a um tratamento intensivo cujo tempo de cura foi modelado por uma função densidade Normal, de média 15 e desvio-padrão 2 (em dias). Seja X o tempo de cura. Quantos pacientes estarão curados em 20 dias.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81803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256D8FCB-4467-46DC-921E-5022701D045B}"/>
                  </a:ext>
                </a:extLst>
              </p14:cNvPr>
              <p14:cNvContentPartPr/>
              <p14:nvPr/>
            </p14:nvContentPartPr>
            <p14:xfrm>
              <a:off x="789480" y="1497960"/>
              <a:ext cx="11208600" cy="45770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256D8FCB-4467-46DC-921E-5022701D04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0120" y="1488600"/>
                <a:ext cx="11227320" cy="45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AEA5992E-178E-4311-B222-ADD08B0750DB}"/>
                  </a:ext>
                </a:extLst>
              </p14:cNvPr>
              <p14:cNvContentPartPr/>
              <p14:nvPr/>
            </p14:nvContentPartPr>
            <p14:xfrm>
              <a:off x="10040400" y="3377520"/>
              <a:ext cx="1136520" cy="1767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AEA5992E-178E-4311-B222-ADD08B0750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31040" y="3368160"/>
                <a:ext cx="11552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8DF811AF-862E-4B8F-A133-6E540CF3D8A5}"/>
                  </a:ext>
                </a:extLst>
              </p14:cNvPr>
              <p14:cNvContentPartPr/>
              <p14:nvPr/>
            </p14:nvContentPartPr>
            <p14:xfrm>
              <a:off x="2403360" y="1887480"/>
              <a:ext cx="9039240" cy="445932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8DF811AF-862E-4B8F-A133-6E540CF3D8A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94000" y="1878120"/>
                <a:ext cx="9057960" cy="447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E43DE043-A209-43C6-9E8E-FEAD553D84B8}"/>
                  </a:ext>
                </a:extLst>
              </p14:cNvPr>
              <p14:cNvContentPartPr/>
              <p14:nvPr/>
            </p14:nvContentPartPr>
            <p14:xfrm>
              <a:off x="11395800" y="3415680"/>
              <a:ext cx="491040" cy="20268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E43DE043-A209-43C6-9E8E-FEAD553D84B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386440" y="3406320"/>
                <a:ext cx="509760" cy="22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2653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5971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E666B19-7048-48CD-AF2D-A1E270D58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063" y="0"/>
            <a:ext cx="5063712" cy="668165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D293AF1-B839-4EC2-9BD5-D4271E58A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91" y="189343"/>
            <a:ext cx="5849166" cy="53252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541E5489-5370-45EF-9880-3E424B61897D}"/>
                  </a:ext>
                </a:extLst>
              </p14:cNvPr>
              <p14:cNvContentPartPr/>
              <p14:nvPr/>
            </p14:nvContentPartPr>
            <p14:xfrm>
              <a:off x="559800" y="2069280"/>
              <a:ext cx="7332480" cy="442080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541E5489-5370-45EF-9880-3E424B6189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0440" y="2059920"/>
                <a:ext cx="7351200" cy="443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7081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7: 7.4.2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4: 4.5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6: 6.2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5: 5.2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7: exercícios sobre distribuição normal e normal padrão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4809</TotalTime>
  <Words>894</Words>
  <Application>Microsoft Office PowerPoint</Application>
  <PresentationFormat>Widescreen</PresentationFormat>
  <Paragraphs>141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Modelos Contínuos II: Distribuição Normal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Apresentação do PowerPoint</vt:lpstr>
      <vt:lpstr>Apresentação do PowerPoint</vt:lpstr>
      <vt:lpstr>Apresentação do PowerPoint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Apresentação do PowerPoint</vt:lpstr>
      <vt:lpstr>CEA055 – Estatística e Probabilidade Distribuição Normal — Atividades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187</cp:revision>
  <dcterms:created xsi:type="dcterms:W3CDTF">2020-07-20T19:35:15Z</dcterms:created>
  <dcterms:modified xsi:type="dcterms:W3CDTF">2026-07-17T14:41:33Z</dcterms:modified>
</cp:coreProperties>
</file>