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900" r:id="rId22"/>
    <p:sldId id="901" r:id="rId23"/>
    <p:sldId id="287" r:id="rId5"/>
    <p:sldId id="288" r:id="rId6"/>
    <p:sldId id="289" r:id="rId7"/>
    <p:sldId id="290" r:id="rId8"/>
    <p:sldId id="291" r:id="rId9"/>
    <p:sldId id="292" r:id="rId10"/>
    <p:sldId id="295" r:id="rId11"/>
    <p:sldId id="296" r:id="rId12"/>
    <p:sldId id="293" r:id="rId13"/>
    <p:sldId id="294" r:id="rId14"/>
    <p:sldId id="902" r:id="rId24"/>
    <p:sldId id="903" r:id="rId25"/>
    <p:sldId id="904" r:id="rId26"/>
    <p:sldId id="905" r:id="rId27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8-07T18:49:30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24139 12316 990 0,'0'0'182'0,"0"0"-131"0,0 0-9 15,0 0 79-15,154 17 17 16,-94-13 6-16,11-2-2 16,12 0-26-16,6 3-13 15,12 1-16-15,20 2-7 16,34 4-31-16,35 3-5 16,18-2-7-16,12-5-13 15,2-4-8-15,-7-4 2 16,4 0 0-16,-1 0-7 15,-4 0 0-15,-13 4-4 0,-1 4 1 16,-10 2-2 0,-3 2 2-16,-9-4-6 0,-3-1-1 15,-5-4-1-15,-4-3 2 16,-9 0-2-16,-2 0-1 16,-6-10 1-16,-13 0 33 15,-2 2 50-15,-13 0-7 16,-22 2-9-16,-19 2-16 15,-18 0 12-15,-8 2-35 16,2-2-14-16,6 2 8 16,3 0 15-16,-11 2-23 15,-9 0-4-15,-10 0-2 16,-2 0 2-16,-10 0-10 0,-5 0 0 16,-5 0-27-1,-8 0-36-15,-2 0-55 0,-3 0-113 16,-14 0-237-16,-11 0-382 15</inkml:trace>
  <inkml:trace contextRef="#ctx0" brushRef="#br0" timeOffset="1896.92">24150 11893 1200 0,'0'0'362'0,"0"0"-268"15,0 0-30-15,0 0 42 16,0 0-1-16,0 0-18 0,0 0-10 15,66 0 6-15,-40 0 5 16,7 0-3-16,3 0-7 16,11 0-26-16,10 0-19 15,5-4-14-15,9-7-1 16,4-2-11-16,2-5 4 16,-6-3-11-16,-6 2 0 15,-8-1 6-15,-4 2-6 16,-8 0-6-16,-10 1 6 15,1 4 0-15,-10-1 1 16,2 0-1-16,1-1 1 16,1 1 0-16,3 0 0 15,3-2-1-15,5-4 0 0,1 0-7 16,2-2-8-16,1 0 5 16,-3-2 9-16,-4 1-1 15,-5 0 2-15,-4-6 1 16,-2 0 5-16,0-7-5 15,-6-7 5-15,5-3-5 16,-1-4 6-16,-5-2-7 16,7-2-1-16,-7 4 1 15,1 2-1-15,0 2 0 16,-3 3 1-16,-1 1 0 16,1 2 1-16,0-4-1 15,0 0 1-15,3-4-1 16,-6 0 0-16,3 2 0 15,-3 1 1-15,3 7 5 0,-7 3 2 16,4 4-7-16,3 1 5 16,3 2-4-16,2 0-1 15,5-4 0-15,3 0-1 16,8-4 0-16,7 3 0 16,0-3-1-16,3 5 1 15,-3 2-1-15,5 1 0 16,-6 2 0-16,6 1 1 15,-5-2 0-15,0 1 1 16,1 4 0-16,-6 2 0 16,5 2-1-16,-2 2 0 15,0 2 1-15,4 2-1 16,-1 0 8-16,1 2-7 0,2 0 6 16,-2 4-5-16,3 1-1 15,-4 4 1-15,1 1-1 16,2 0-1-16,-5 0 0 15,-1 7 0-15,-2 10 0 16,2 1-1-16,1 3 1 16,-1 4 0-16,0 1 0 15,2 4 0-15,3 0 0 16,2 2 1-16,3 5-1 16,0-2 1-16,-2 4-1 15,2 1 2-15,-6 0 8 16,-1 1 2-16,-1 2 4 15,-5 0 1-15,-5-2-1 0,-5 1 5 16,0 4-2 0,-8 1-7-16,5 2 14 0,-5 1-7 15,-2 1 9-15,5 3-2 16,-1 4 4-16,-5 2-5 16,7 0 0-16,-7 5 1 15,6-3-11-15,2 0-5 16,5-2-8-16,-1-2 11 15,4 0-1-15,2-4-4 16,1-2 2-16,-3-4 5 16,-1 1-3-16,-1-3-1 15,-3 1-4-15,2-1 9 0,-2-2-7 16,-2-1-3-16,-2 2 6 16,9-5-10-16,-2-2 5 15,12-8 7-15,8 0-2 16,1-6 9-16,8-4-6 15,2-4 7-15,7-6-2 16,-1-2-4-16,0-2 7 16,0-2-7-16,-5-2-1 15,-1 1-4-15,-8-2-10 16,-6 2 5-16,-7-3-4 16,-11 0 5-16,-10 0-7 15,-8 0-5-15,-12 0-28 16,-3 0-28-16,0 0-5 15,-30-17-72-15,-9-1-381 16,-10-4-619-16</inkml:trace>
  <inkml:trace contextRef="#ctx0" brushRef="#br0" timeOffset="3430.82">25398 11687 738 0,'0'0'266'16,"0"0"-191"-16,0 0 43 16,0 0 41-16,0 0-47 15,0 0-11-15,0 0-10 16,27 82 12-16,-18-57-8 16,-6 7-30-16,0 6-24 15,-3-1-9-15,0 7-14 16,0 0-17-16,0 2 0 0,3 1 5 15,-3-3-5-15,5-1 3 16,-2 0-3-16,4-5-1 16,-5 1 1-16,-2-6 0 15,0 1 0-15,0-6 8 16,0 0 10-16,0-6 6 16,0-2 14-16,0-6 15 15,0-1-7-15,0-4-7 16,0-1-4-16,0 1-20 15,0-4 0-15,0 2-10 16,0-1-4-16,0-4-2 16,0-2-17-16,0 0-81 15,9 0-143-15,-9-12-278 0</inkml:trace>
  <inkml:trace contextRef="#ctx0" brushRef="#br0" timeOffset="5748.62">28805 11687 1111 0,'0'0'491'0,"0"0"-334"0,0 0 72 16,0 0-18-16,0 0-76 16,0 0-68-16,0 0-26 15,0 24 13-15,0 2 27 16,3 8-24-16,4 6-17 15,-7 6 17-15,2 5-11 16,1 3-10-16,-3 0-3 16,0 3-17-16,0-4 4 15,0-3-7-15,0-8-7 16,3-4 3-16,4-8-8 16,-2-8 0-16,1-10-1 15,-3-6-27-15,-3-6-88 16,0 0-153-16,0-2-333 0</inkml:trace>
  <inkml:trace contextRef="#ctx0" brushRef="#br0" timeOffset="7016.23">24381 11929 778 0,'0'0'495'16,"0"0"-279"-16,0 0-18 15,0 0 1-15,0 0-44 16,0 0-28-16,0 0-42 15,5-13-2-15,-5 13-20 16,0 0-1-16,0 15-18 0,-7 7-11 16,-11 6-5-16,-3 7-5 15,-5 2-22-15,-2 1 10 16,5-3-10-16,0-2 4 16,2-2-5-16,0-5-18 15,9-3-19-15,-3-6-33 16,9-7-49-16,6-8-56 15,3-2-52-15,15-18-166 16,9-4-127-16</inkml:trace>
  <inkml:trace contextRef="#ctx0" brushRef="#br0" timeOffset="7257.59">24540 11958 1015 0,'0'0'395'0,"0"0"-175"16,0 0-44-16,0 0-7 16,0 0-27-16,0 0-58 15,0 0-40-15,-108 107-20 16,88-75-11-16,-6 7-6 16,-5-2-7-16,1 2-26 15,7-4-45-15,2-6-29 16,6-5-33-16,15-12-164 15,0-8-218-15,0-4-170 0</inkml:trace>
  <inkml:trace contextRef="#ctx0" brushRef="#br0" timeOffset="7505.92">24800 11851 3 0,'0'0'1255'0,"0"0"-1031"15,0 0-31-15,0 0 40 16,-136 104-71-16,100-64-56 16,-5 0-39-16,2 3-32 15,-2 2-13-15,-3 1-14 16,1 1-8-16,9-5-6 0,6-9-25 16,13-6-58-1,7-11-58-15,8-10-70 0,0-6-137 16,23-18 53-16,5-10-35 15,3-6-473-15</inkml:trace>
  <inkml:trace contextRef="#ctx0" brushRef="#br0" timeOffset="7716.36">24985 11783 889 0,'0'0'291'15,"0"0"28"-15,0 0-37 16,0 0-96-16,-98 120-33 15,57-65-55-15,-10 2-34 16,4 3-36-16,-9-2-10 16,10-1-11-16,2-3-6 0,11-9-1 15,12-8-46-15,13-9-74 16,8-14-76-16,29-14-151 16,12-14 48-16,5-16-208 0</inkml:trace>
  <inkml:trace contextRef="#ctx0" brushRef="#br0" timeOffset="7910.84">25170 11833 78 0,'0'0'1085'16,"0"0"-816"-16,-116 98-80 16,68-46 10-16,-3 0-67 15,7 0-49-15,5 1-54 16,0-6-16-16,6-2-13 15,10-7-16-15,8-8-33 0,9-10-64 16,6-20-149-16,24 0-89 16,6-18-58-16</inkml:trace>
  <inkml:trace contextRef="#ctx0" brushRef="#br0" timeOffset="8114.29">25330 11772 901 0,'0'0'529'15,"0"0"-253"-15,0 0-65 16,0 0-75-16,-163 127-23 16,109-73-21-16,3 5-21 15,4-2-34-15,5-3-27 16,7-5-8-16,5-5-2 0,9-10-76 16,9-8-67-16,6-12-55 15,6-14-148-15,9 0-26 16,8-14-26-16</inkml:trace>
  <inkml:trace contextRef="#ctx0" brushRef="#br0" timeOffset="8324.73">25237 11925 935 0,'0'0'392'0,"0"0"-161"16,0 0 67-16,0 0-74 15,0 0-53-15,0 0-99 16,0 0-36-16,-82 118 1 0,43-70-16 15,0 1-20-15,-2 1 1 16,5 0-2-16,0-4-21 16,10-8-31-16,11-8-121 15,8-10-87-15,14-20-132 16,19 0-115-16,7-20-90 0</inkml:trace>
  <inkml:trace contextRef="#ctx0" brushRef="#br0" timeOffset="8632.91">25283 12100 886 0,'0'0'514'0,"0"0"-360"16,0 0 139-16,0 0 3 16,0 0-93-16,0 0-105 15,0 0-33-15,-82 106-12 0,62-72-21 16,2-6-19-16,10-5-6 16,5-6-7-16,3-9-85 15,5-8-71-15,21 0 26 16,13-22 49-16,7-10-49 15,0-4-66-15,-4 0 77 16,-9 5 119-16,-6 8 7 16,-13 9 104-16,-10 10 63 15,-4 4 90-15,0 5-61 16,-27 24-92-16,-2 9-38 16,-7 4-24-16,0 2-19 15,6-2-18-15,6-8-12 16,19-8-87-16,5-10-268 15,0-12-433-15</inkml:trace>
  <inkml:trace contextRef="#ctx0" brushRef="#br0" timeOffset="9509.56">29106 11971 1197 0,'0'0'492'0,"0"0"-367"0,0 0 48 16,0 0 0-16,0 0-43 15,0 0-67-15,-39 111-32 16,33-87-9-16,4-2-12 16,-5-3-9-16,1 2-1 15,-3-3-6-15,3-7-74 16,3 0-57-16,3-11-60 15,0 0-193-15,6 0-381 0</inkml:trace>
  <inkml:trace contextRef="#ctx0" brushRef="#br0" timeOffset="9933.43">29311 12001 975 0,'0'0'411'0,"0"0"-113"0,0 0 17 16,0 0-40-16,0 0-103 15,0 0-42-15,-131 127-22 16,83-83-41-16,6 0-33 16,4-7-24-16,12-4-4 15,8-11-6-15,12-10-44 16,6-10-88-16,3-2-65 16,26-10 60-16,9-22-18 15,13-8-68-15,6-6-127 16,2-2-52-16,-2 2-5 15,-4 8 228-15,-14 7 179 16,-6 12 258-16,-16 8 131 16,-13 11 6-16,-4 0-13 15,-13 13-121-15,-20 14-84 0,-5 10-33 16,-1 4-28-16,-2 2-21 16,2-3-29-16,3-3-29 15,10-6-19-15,8-7-10 16,9-6-8-16,6-10-13 15,3-8-108-15,9 0-85 16,20-8 40-16,17-15-27 16,9-10-36-16,26-15-151 15,-10 8-208-15,-8 5-58 0</inkml:trace>
  <inkml:trace contextRef="#ctx0" brushRef="#br0" timeOffset="10101.98">29655 12069 416 0,'0'0'403'15,"0"0"-55"-15,0 0-16 16,0 0-5-16,0 0-96 0,0 0-16 15,0 0-47-15,-51 71-42 16,18-42-29-16,-5 5-41 16,-1 2-32-16,1-3-13 15,3-3-11-15,8-8-8 16,9-6-83-16,15-10-126 16,3-6-113-16,30-9-153 15,9-16 150-15,-1-4-450 0</inkml:trace>
  <inkml:trace contextRef="#ctx0" brushRef="#br0" timeOffset="10482.94">29777 12122 958 0,'0'0'532'0,"0"0"-242"15,0 0 16-15,0 0-61 16,0 0-48-16,0 0-48 16,0 0-33-16,-83 81-42 15,62-58-42-15,1-3-23 16,4-6-3-16,7-4-6 15,9-6-38-15,0-4-110 16,18 0-90-16,18-18 76 16,12-10-24-16,6-6-52 15,-2 2 1-15,-1 2 72 16,-13 7 125-16,-11 10 40 16,-12 4 150-16,-10 9 100 15,-5 0 84-15,-2 6-51 16,-22 19-89-16,-12 4-39 0,0 6-49 15,1-5-9-15,11-6-43 16,9-7-34-16,12-8-20 16,3-7-37-16,10-2-38 15,16 0 11-15,7-17-14 16,3-2-29-16,-4-1-91 16,-10 6-75-16,-14 6-245 15,-8 6-678-15</inkml:trace>
  <inkml:trace contextRef="#ctx0" brushRef="#br0" timeOffset="13301.42">29352 11107 1337 0,'0'0'576'15,"0"0"-436"-15,0 0 31 16,0 0-36-16,0 0-52 16,0 0-46-16,0 0 9 15,0 62 17-15,3-30 11 16,0 2-11-16,-3 2 2 16,2-1-3-16,3-2-24 15,-3-3-15-15,4-2-11 0,-1-6-2 16,2-4-4-1,-4-8-4-15,3-1-1 0,-4-7 6 16,1-2-6-16,-3 0 5 16,4 0 9-16,-4-12 18 15,0-11 5-15,0-4-19 16,0-7-12-16,0-3-7 16,0 1 0-16,0 0-22 15,0 2 4-15,0 2-4 16,0 2-5-16,0-1 1 15,0 2 11-15,0-1-9 16,0 0 15-16,0 0 9 16,0 1 0-16,3 4-6 15,2 0-10-15,5 9 1 16,1 3-6-16,7 4 10 0,-3 8-1 16,0 1 5-16,-1 0 6 15,4 1 1-15,-6 15 9 16,4 4 14-16,-8 3 2 15,-5-1 11-15,-3 0 1 16,0-3 1-16,0 0-2 16,-9-6-5-16,-6 0 6 15,-3-1-13-15,-5-5-6 16,2 1 2-16,-2-1-14 16,-2-3 3-16,4 0-3 15,3-2-5-15,5 0 0 16,-3 0 0-16,7 0-1 15,3 0-10-15,4-2-24 0,2 0-38 16,0 0-69-16,0 0-182 16,17 0-298-16,1-4 23 0</inkml:trace>
  <inkml:trace contextRef="#ctx0" brushRef="#br0" timeOffset="13668.44">29902 10716 1691 0,'0'0'390'0,"0"0"-205"16,0 0 76-16,0 0-97 0,0 0-74 15,-102 104-10-15,88-56-18 16,2 5-5-16,4 1-9 15,-5 3-14-15,-2 2-5 16,0-3 4-16,-3-2-8 16,-3-2 13-16,1-2-8 15,-4-3-12-15,4-5-6 16,4-4-2-16,5-6 4 16,-1-8-14-16,6-7 2 15,0-4-1-15,3-7 0 16,3-2 4-16,0-4-5 15,0 0-12-15,0 0-22 16,0 0-43-16,0-14-98 0,15-2-278 16,3-6-312-16</inkml:trace>
  <inkml:trace contextRef="#ctx0" brushRef="#br0" timeOffset="14202.01">30110 11097 1465 0,'0'0'323'0,"0"0"-181"0,0 0 77 15,0 0-18-15,0 0-28 16,0 0-10-16,0 0-65 16,124-6-23-16,-106 12 2 15,0 8-24-15,-8 6-8 16,-8 4-7-16,-2 3 13 16,-2 6-13-16,-23-1-20 15,-4 0-6-15,-7-4-6 16,0-2 1-16,0-6-7 15,7-5 0-15,-1-7-18 0,7-5 3 16,2-3-7-16,6 0-10 16,5 0 10-16,7-3-2 15,3-8-16-15,0 3 14 16,0-2 14-16,10 2 12 16,4 2 7-16,8 5 16 15,-1-2-16-15,2 3 18 16,3 0-5-16,-1 0-1 15,1 7-4-15,-2 3-3 16,-4 0 0-16,-2 2-12 16,0-4-6-16,0-2-37 15,-6-2-44-15,6-4-113 16,-9 0-143-16,0 0-344 0</inkml:trace>
  <inkml:trace contextRef="#ctx0" brushRef="#br0" timeOffset="15403.8">24168 10876 593 0,'0'0'812'0,"0"0"-554"15,0 0-86-15,0 0-4 16,0 0-46-16,0 0-22 0,0 0-24 15,0 36 27-15,0-9-3 16,0 6-23-16,0 3-13 16,0 3-12-16,-6-2-8 15,4 0-16-15,-5-7-10 16,4-6-11-16,3-8 1 16,0-6-1-16,0-6 8 15,0-4 2-15,-3 0 7 16,3 0 7-16,-3-14-15 15,3-12-16-15,0-8-12 16,0-10-2-16,0-9-6 16,0 0-7-16,6 0 6 15,4 7-4-15,-2 10 10 0,1 10 6 16,0 7 9-16,0 11-9 16,-6 4 0-16,3 4-7 15,-1 0 0-15,5 1 16 16,1 15 13-16,-1 2 1 15,2 4 5-15,-7 2 9 16,-2 2 10-16,-3 4-13 16,0-2 9-16,-12 2 4 15,-9-3-2-15,-2-4-6 16,-4-2-6-16,0-7-2 16,6-5-4-16,3-3-6 15,3-3-2-15,7-3-1 16,2 0-9-16,4 0-3 15,2 0-55-15,0 0-65 0,2-14-147 16,9 2-230-16,7-2-300 16</inkml:trace>
  <inkml:trace contextRef="#ctx0" brushRef="#br0" timeOffset="15733.92">24620 10556 1620 0,'0'0'542'16,"0"0"-431"-16,0 0-31 0,0 0 29 16,0 0 18-16,-39 136 1 15,24-79-28-15,-6 8-9 16,-5 5-15-16,-4 0-16 15,-3 1-18-15,7-7-11 16,-2-4-10-16,2-8-10 16,11-6-10-16,4-8-1 15,8-9 0-15,3-10-11 16,0-9-31-16,0-7-49 16,14-3-54-16,6-4-47 15,19-35-115-15,-9 1-257 16,1-1-737-16</inkml:trace>
  <inkml:trace contextRef="#ctx0" brushRef="#br0" timeOffset="16219.62">24846 10840 1273 0,'0'0'554'0,"0"0"-415"16,0 0-38-16,0 0-10 15,0 0 39-15,0 0 35 0,0 0-27 16,70 32-26-16,-55-14-11 16,0 6-8-16,-6 5-21 15,0 3-14-15,-9 4-12 16,0 1-19-16,0-1-7 15,-18 1-4-15,-2-3-2 16,-11-7-7-16,0 0 0 16,-2-7-7-16,0-6-9 15,0-8-15-15,4-6-4 16,2 0 1-16,10-8-10 16,7-12-5-16,4-2 25 15,6-1 11-15,0 4 6 16,11 3 5-16,11 3 25 15,-1 7 4-15,5 5 3 16,5 1-2-16,0 0 5 0,-3 1-10 16,4 14-12-16,-2-1-12 15,-4 3 0-15,2-6-6 16,-2-1-17-16,4-4-73 16,-4-2-123-16,-8-2-506 0</inkml:trace>
  <inkml:trace contextRef="#ctx0" brushRef="#br0" timeOffset="29073.24">22165 16258 1164 0,'0'0'295'0,"0"0"-218"15,0 0-1-15,0 0 82 16,0 0-14-16,0 0-54 16,123-4-23-16,-91 0-17 0,4-2-10 15,0 2-11-15,2-6-14 16,-2 3 0-16,3-4-9 15,5-1-5-15,1-7 0 16,-1 2 7-16,13-11-1 16,-4-2 5-16,1-2-11 15,3-6 6-15,-5-2-1 16,-6-2-4-16,-2-7 5 16,-11-1 3-16,-4-3-4 15,-11-4-6-15,-1-1-6 16,-4-5-7-16,-5 1 12 15,-1 0 0-15,-1 3 0 16,-1 5 0-16,1 8 0 0,0 3-5 16,0 3 5-1,4 4 1-15,-5 1 0 0,1 3 0 16,-1-4 1-16,5-4-1 16,-2-2 1-16,7-2 0 15,3-4-1-15,3 2-1 16,-1-1 0-16,5 6-4 15,-1 1 4-15,-1 2 2 16,1 3 0-16,0 1 0 16,0 3 0-16,5-6 5 15,4 1-5-15,0-4 0 16,-1-3-1-16,3 2 0 16,4-5 0-16,-3-1 0 0,2 3-1 15,4 4 1 1,-4 2-1-16,8 4-7 0,3 6 7 15,0 0 0-15,4 2-11 16,1 1 12-16,-1 6-1 16,3 1-1-16,-2-4 1 15,0 3 1-15,-1 1-1 16,4 2 0-16,-5 0 1 16,2-2 1-16,2 2 0 15,4 2 5-15,-1-4 6 16,2 4-3-16,-2 6-2 15,-3-2-5-15,-6 6 6 0,1 1-7 16,-4 3 0-16,4 0 0 16,-3 0 0-16,-4 9 0 15,-3 3 8-15,1 6-1 16,-1 2 2-16,2 2 14 16,1 2 13-16,3 2-2 15,4-2-6-15,2 1-3 16,1-1-8-16,0-3-2 15,-2 4 1-15,-3-1-1 16,-5 4-2-16,-3 1-3 16,-8 9 13-16,-3-1-1 15,-3 3-3-15,-4 4-3 16,2 1-4-16,-2 0-2 16,3 0-2-16,5 1 4 15,0-2 5-15,0 0 1 0,-1 0-5 16,-4-4 1-16,-5 3-6 15,0 1 8-15,-3-3-2 16,-3 2-6-16,-4 1 5 16,1-4-2-16,1 4 0 15,-2-6 3-15,6 1 9 16,1 0-11-16,3-3-4 16,4-4-8-16,-4 0 8 15,2 3-8-15,-2-5 5 16,-1 2 2-16,1-1 1 15,-3-2 1-15,3 0 2 16,-4 3 5-16,4-5-1 16,0 3-8-16,-1-2 1 0,-2 2 3 15,3 3 3-15,0-6-4 16,1 2-3-16,-4 3-7 16,2-8 6-16,1 5-1 15,2-4 6-15,1-1 6 16,-1 4 2-16,2-6-4 15,1 0 1-15,-2 1 4 16,3 0-3-16,-1-3-3 16,8 0 1-16,-1-3-1 15,1-4-7-15,9-4 4 16,1 1-3-16,0-6 6 16,7-3-5-16,-4 3 1 0,1 0 1 15,-4 5-5 1,-5-6 0-16,2 3-5 0,-2 3-1 15,3-4 5-15,0 0 0 16,-1-1-5-16,10 0 0 16,-1-4 6-16,3 0 2 15,1 0 2-15,5 0-4 16,1 0 4-16,-4-10-1 16,1 2-9-16,-4-1 0 15,-3 3-1-15,-4-1 7 16,-11-2-6-16,-6 4 0 15,-4-4-1-15,-8 4 0 16,-5 1-13-16,-9-1-7 16,-3 2-8-16,0-1-17 15,-32 4-37-15,-11 0-195 0,-3 0-504 0</inkml:trace>
  <inkml:trace contextRef="#ctx0" brushRef="#br0" timeOffset="30174.3">27537 16481 945 0,'0'0'505'15,"0"0"-360"-15,0 0 78 16,0 0-51-16,0 0-52 15,0 0-46-15,139-4 4 0,-105 4 3 16,-1 0-2 0,5 0-9-16,1 4 7 0,2-4-6 15,6 0 14-15,4 0 2 16,3-4-8-16,-2-5 8 16,-1 3-21-16,-10-1-37 15,-8 7-15-15,-9 0-13 16,-9 0-1-16,-12 0-33 15,-3 0-10-15,0 0-24 16,0 0-54-16,-18 0-81 16,-3-4-344-16,-2 0-1058 0</inkml:trace>
  <inkml:trace contextRef="#ctx0" brushRef="#br0" timeOffset="31008.07">27605 15073 1234 0,'0'0'211'15,"0"0"-83"-15,0 0 100 16,0 0-30-16,0 0-56 16,18 113-20-16,-18-81-24 15,2 2-33-15,3 1-10 16,-3 2-3-16,-2-1-4 0,6-5 2 15,-3 1-5-15,3-9-14 16,-3-5-11-16,0-5-4 16,-3-10-5-16,3-3 4 15,-3 0 5-15,0 0 9 16,0-22-8-16,0-7-21 16,0-10-12-16,0-5-11 15,-3-11-12-15,0-2-4 16,3-8-3-16,0 1 15 15,0 6 14-15,0 2 12 0,0 14 1 16,0 9 0 0,11 12 12-16,4 7-5 0,6 4-7 15,3 7 11-15,0 3 1 16,-3 0 8-16,2 3 1 16,-5 14 8-16,0 8 11 15,-5 3 11-15,-5 3 5 16,-5 5 3-16,-3-7-5 15,0 0-2-15,-9-2-10 16,-11-1-3-16,-8-8-14 16,-1 4-5-16,-4-8-5 15,0 0-5-15,4-2-4 16,4-7-4-16,7-1-1 16,10-4-1-16,5 0-12 15,3 0-35-15,0 0-84 0,9 0-118 16,36-26-118-16,-1 3-160 15,0-7-640-15</inkml:trace>
  <inkml:trace contextRef="#ctx0" brushRef="#br0" timeOffset="31342.17">28303 14390 929 0,'0'0'962'16,"0"0"-763"-16,0 0-87 16,0 0 14-16,0 0 4 0,0 0 18 15,-20 126-20 1,5-68-27-16,-3 4-11 0,-3 6-14 16,0 5-12-16,-9 1-7 15,1 2-19-15,-1 1-5 16,-2-10-6-16,5-2-11 15,3-10-1-15,6-6 2 16,3-13-5-16,7-10-6 16,5-4-6-16,3-9 0 15,0-9 0-15,0 1-33 16,0-5-32-16,11 0-68 16,25-5-90-16,-6-10-131 0,2-3-381 15</inkml:trace>
  <inkml:trace contextRef="#ctx0" brushRef="#br0" timeOffset="31799.95">28399 14922 1303 0,'0'0'349'15,"0"0"-203"-15,0 0 119 16,0 0-11-16,0 0-26 16,0 0-25-16,92 115-41 15,-84-87-42-15,-8 0-29 0,0-2-28 16,0 1-15-16,-8-5-9 16,-20 0-10-16,2 0-16 15,-7-4-2-15,1-5-11 16,-3-2-1-16,4-3-14 15,2-8-2-15,4 0 4 16,8 0-10-16,3-10-8 16,10-2-1-16,4 2 2 15,0 2 12-15,0-2 18 16,12 6 5-16,6 1 16 16,0 3-5-16,0 0 4 15,2 0 11-15,4 7-4 16,-6 3-1-16,2-2-8 0,1 2-8 15,-3-7-8-15,-3-3-2 16,3 0-9-16,-3 0-54 16,6 0-135-16,-6-9-403 15,-4 1-724-15</inkml:trace>
  <inkml:trace contextRef="#ctx0" brushRef="#br0" timeOffset="32702.53">26949 15972 1018 0,'0'0'484'0,"0"0"-382"0,0 0 61 15,0 0 30-15,0 0-45 16,0 0-18-16,0 0-16 16,15 102-29-16,-12-74-7 15,-3 6 0-15,0 3-26 16,0-6 18-16,0 5-9 15,0-5-28-15,0 0-18 16,0-4-14-16,0-5 5 16,0-2-6-16,2-8-20 15,8-2-65-15,-2-2-58 0,5 0-122 16,-5-2-109-16,-2-3-510 16</inkml:trace>
  <inkml:trace contextRef="#ctx0" brushRef="#br0" timeOffset="33444.55">27234 16087 1179 0,'0'0'345'0,"0"0"-242"15,0 0 82-15,0 0-28 0,0 0-50 16,0 0-48-16,0 0-6 16,-77 59 2-16,65-41-7 15,0 8 0-15,-5-6-7 16,1 4-5-16,-2 0-14 15,6-2-9-15,-2-4-11 16,5 1-2-16,3-12-12 16,3 2-50-16,-1-4-70 15,4 0-55-15,0-5-109 16,0 0-111-16,0 0-514 0</inkml:trace>
  <inkml:trace contextRef="#ctx0" brushRef="#br0" timeOffset="33691.89">27448 16110 1388 0,'0'0'405'16,"0"0"-262"-16,0 0 107 16,0 0-10-16,-124 76-107 15,91-52-57-15,2 0-25 16,2 4-23-16,-1-2-16 15,4 3-6-15,2-3-6 16,6-8-18-16,3 0-57 16,10-10-73-16,5-7-53 0,0-1-119 15,20-9-205-15,4-14-105 16</inkml:trace>
  <inkml:trace contextRef="#ctx0" brushRef="#br0" timeOffset="33926.25">27566 16136 1060 0,'0'0'372'0,"0"0"-148"16,0 0 117-16,0 0-59 15,0 0-79-15,0 0-27 16,-106 112-39-16,70-80-33 16,0 0-36-16,1 3-31 15,-1-3-19-15,7-6-17 0,4-8-1 16,14-4-15-16,5-6-60 15,6-8-135-15,0 0-40 16,24-8 64-16,12-18-14 16,29-20-159-16,-9 5-235 15,-2 5-431-15</inkml:trace>
  <inkml:trace contextRef="#ctx0" brushRef="#br0" timeOffset="34508.68">27810 16142 1152 0,'0'0'364'16,"0"0"-153"-16,0 0 45 15,0 0 19-15,0 0-40 16,0 0-69-16,0 0-38 16,-77 88-39-16,38-47-21 15,-5-6-32-15,-1 6-21 0,3-1-13 16,4-4-2-16,9-8-19 16,11-6-35-16,8-10-23 15,10-12-105-15,7 0-84 16,25-12 91-16,16-20-26 15,11-8-97-15,6-9-67 16,4 3 68-16,3-2 245 16,-7 8 52-16,-3 3 212 15,-9 12 108-15,-14 5 17 16,-13 13-86-16,-14 2-19 16,-12 5-2-16,0 0-23 15,-12 18-56-15,-9 8-68 16,-8 2-19-16,-1 6-18 0,1-2-10 15,4-4-15-15,5 3-12 16,2-14-8-16,4 1-1 16,7-9-1-16,7-6-42 15,0-3-62-15,10 0-74 16,19-12 55-16,13-15-9 16,8-8-111-16,7-1 5 15,-1 4 39-15,-8 0 109 16,-4 11 91-16,-13 8 11 15,-11 5 138-15,-11 8 33 16,-9 0 49-16,0 21 34 16,0 0-47-16,-13 11-73 15,2-8-42-15,-1 6-40 0,6-8-30 16,1-7-21 0,5-8-12-16,0-2-42 0,0-5-52 15,5 0-86-15,8-35-91 16,-5 8-297-16,-3-10-1224 0</inkml:trace>
  <inkml:trace contextRef="#ctx0" brushRef="#br0" timeOffset="41643.61">29355 14915 1692 0,'0'0'558'16,"0"0"-470"-16,0 0 38 15,0 0 18-15,0 0-50 16,0 0-6-16,95-10 37 16,-47 4-17-16,2 4-20 15,-5 2-28-15,-1 0-15 16,-5 0-19-16,-6 0-11 0,-7 0 0 16,-5 0-15-16,-6 0-1 15,-7 0-30-15,-3 0-38 16,-5 0-58-16,0 2-63 15,-23 8-80-15,-8-4-232 16,-5 6-538-16</inkml:trace>
  <inkml:trace contextRef="#ctx0" brushRef="#br0" timeOffset="41847.08">29296 15096 1313 0,'0'0'535'0,"0"0"-368"0,0 0 124 15,0 0-36-15,136-7-49 16,-85 5-52-16,-4-2-49 16,1 4-46-16,-6 0-36 15,-4 0-23-15,-5 0-57 16,14 0-119-16,-6 0-289 16,-2 0-372-16</inkml:trace>
  <inkml:trace contextRef="#ctx0" brushRef="#br0" timeOffset="42612.03">30514 14802 1101 0,'0'0'745'0,"0"0"-608"16,0 0-71-16,0 0 89 16,0 0 6-16,0 0-33 0,-21 120-21 15,21-87 1-15,0 1-35 16,0-8-11-16,6 2-15 15,6-10-8-15,6-2-12 16,3-4-4-16,-1-4-10 16,9-8 2-16,4 0-1 15,0-8 7-15,3-16 4 16,-4-14-4-16,-4-4 0 16,-8-8-6-16,-11 2-2 15,-9 2-1-15,0 2-1 16,-21 4-11-16,-12 5 0 15,-6 7 6-15,-8 11-6 0,3 8 0 16,-4 9-6-16,4 4-24 16,3 18-3-16,5 11 3 15,12 2-1-15,12 10-33 16,9-5-36-16,3 4-12 16,15 2 0-16,14-4-43 15,25 6-76-15,-7-10-128 16,-2-10-418-16</inkml:trace>
  <inkml:trace contextRef="#ctx0" brushRef="#br0" timeOffset="42830.45">30982 15075 2002 0,'0'0'360'0,"0"0"-121"16,0 0-51-16,0 0-118 16,0 0-70-16,0 0-1 15,0 0-98-15,16 0-29 16,7 8-119-16,-5-2-98 16,3-2-368-16</inkml:trace>
  <inkml:trace contextRef="#ctx0" brushRef="#br0" timeOffset="43262.28">31239 14927 1365 0,'0'0'529'0,"0"0"-408"16,0 0-22-16,0 0 40 15,0 0 19-15,0 0-43 16,0 0-29-16,18 100 5 16,-7-75-27-16,4-8-19 15,0 1-14-15,6-8-1 16,-1-2 0-16,8-5-5 16,4-3 16-16,-2 0-7 0,-4-6-4 15,4-19-2-15,-9 2-7 16,-3-6 6-16,-7-5-6 15,-7-2-1-15,-4-1-2 16,0 0-9-16,-22 3-3 16,-1 3-6-16,-6 9 0 15,-7 11 0-15,0 11 0 16,0 0 0-16,-2 14-24 16,5 13-28-16,4 4-23 15,8 1-43-15,6-1-103 16,15 9-36-16,0-13-101 15,0-4-392-15</inkml:trace>
  <inkml:trace contextRef="#ctx0" brushRef="#br0" timeOffset="43928.51">32326 14512 1698 0,'0'0'314'0,"0"0"-108"15,0 0 41-15,0 0-59 16,-143 18-64-16,114-8-24 0,1 2-14 15,5-8-14-15,5 2-17 16,3-2-17-16,4 0 8 16,4-4-4-16,4 0-18 15,0 0-10-15,3 0-5 16,0 0-2-16,0 0-6 16,0 4-1-16,0-2 0 15,0 2-6-15,-2 5 5 16,-7 2 0-16,0 5 1 15,0 2 0-15,0 2 0 16,3-2 1-16,1 1 0 16,1-2-1-16,1-3 0 0,3 0 0 15,0-2-9 1,0-8-9-16,0 2-15 0,12-3 3 16,12-2 6-16,2-1 19 15,10 0 5-15,2 0 6 16,-2 0-4-16,-3 0-1 15,-7 9 1-15,-8 0-2 16,-5 9 15-16,-13 2 18 16,0 5 17-16,0 0-2 15,0 2 2-15,-18-4-2 16,-6 0-1-16,-3-2-1 16,1-8 4-16,-5-3-5 15,5-6-20-15,0-4-5 0,4 0-11 16,5 0 1-1,5-4-10-15,2-4-27 0,5-1-45 16,2 7-31-16,-3 2-47 16,6 9-432-16,-2 13-942 0</inkml:trace>
  <inkml:trace contextRef="#ctx0" brushRef="#br0" timeOffset="45197.12">29923 16543 1575 0,'0'0'299'0,"0"0"-227"16,0 0 69-16,0 0 59 15,-10 120-60-15,10-74-30 16,0 7 10-16,0 5-2 15,4 1-16-15,-1-2 5 16,-3 5-20-16,0-4-26 16,0 1-8-16,0-6-19 15,0-9-11-15,3-7-7 16,-1-9-16-16,1-12 0 16,-3-10 9-16,0-1-1 0,0-5-1 15,0-9 25 1,-5-15-11-16,-8-12-21 0,-5-16-7 15,0-13 5-15,1-15-14 16,-4-4-7-16,10-4 7 16,-2 2-10-16,11 10 8 15,2 9 17-15,0 13-10 16,5 14-4-16,10 9 9 16,9 6-3-16,-1 6 3 15,8 10 0-15,2 1 5 16,2 8-5-16,4 0 6 15,-3 8 0-15,-2 18 7 0,-3-2 20 16,-11 10 0-16,-5-2 0 16,-12-1 6-16,-3 5 0 15,0-1 4-15,-18-3 2 16,-8 2-3-16,-7-9-3 16,0-3-3-16,0-10-4 15,4-2-2-15,11-6-2 16,0-4 7-16,10 0-11 15,1 0-18-15,7-8-8 16,0-2-17-16,0-2-43 16,3 2-34-16,19-4-37 15,22-5-213-15,0 3-310 16,-3 7-426-16</inkml:trace>
  <inkml:trace contextRef="#ctx0" brushRef="#br0" timeOffset="45450.44">30535 16495 2206 0,'0'0'512'0,"0"0"-330"15,0 0-21-15,0 0-71 16,0 0 11-16,121-14-7 15,-58 6-9-15,5 3-28 16,-6 4-21-16,-8 1-24 16,-16 0-12-16,-10 0-7 0,-20 0-77 15,-8 0-51 1,-18 6-78-16,-18 8-399 0,-8 5-669 0</inkml:trace>
  <inkml:trace contextRef="#ctx0" brushRef="#br0" timeOffset="45613.01">30496 16722 1866 0,'0'0'306'16,"0"0"-35"-16,0 0 54 15,0 0-89-15,160 14-94 16,-119-10-93-16,-2-1-49 16,-9 8-3-16,-6 3-154 0,-7 2-312 15,-10-2-441-15</inkml:trace>
  <inkml:trace contextRef="#ctx0" brushRef="#br0" timeOffset="47963.71">31465 16317 1590 0,'0'0'385'0,"0"0"-271"0,0 0 41 16,0 0 39-1,-15 101-61-15,15-68-36 0,0 1 6 16,0-2-21-16,2-6-33 15,7-2-10-15,3-2-3 16,0-6-6-16,4-6-7 16,-5-2-10-16,7-8-6 15,-3 0 2-15,3-8 12 16,-3-20-7-16,-1-5 7 16,-2-12-5-16,-7-2-7 15,-5 3 9-15,0 0-6 16,-17 4-11-16,-12 12 5 15,-4 2 7-15,-3 13-12 16,-3 4 2-16,10 9-3 16,-1 0-22-16,9 13-25 0,3 9-23 15,10 9-15 1,8 6-51-16,0-1-95 0,32 16-38 16,6-12-45-16,8-4-378 15</inkml:trace>
  <inkml:trace contextRef="#ctx0" brushRef="#br0" timeOffset="48152.21">31925 16583 1156 0,'0'0'1094'16,"0"0"-944"-16,0 0-24 0,0 0-52 15,0 0-74-15,0 0-122 16,0 0-149-16,21 18-309 0</inkml:trace>
  <inkml:trace contextRef="#ctx0" brushRef="#br0" timeOffset="48464.38">32147 16361 544 0,'0'0'1306'0,"0"0"-1095"15,12-113 34-15,-2 75-1 0,-2 9-75 16,-2 16-72-16,1 5-29 16,-7 8-24-16,0 0-6 15,2 21-5-15,-2 12 41 16,0 15-3-16,0 7-46 15,0 2-14-15,0-2-10 16,0-3 5-16,0-8-6 16,0-8-9-16,0-8-22 15,-2-2-37-15,-2-12-60 16,-2-1-50-16,6-9-105 16,0-2-99-16,0-2-559 0</inkml:trace>
  <inkml:trace contextRef="#ctx0" brushRef="#br0" timeOffset="48781.54">32447 16459 1719 0,'0'0'240'15,"0"0"-55"-15,0 0 48 16,0 0-75-16,0 0-32 15,131 116-4-15,-77-106-18 16,0-2-18-16,2-8 35 16,-9 0-64-16,-6-10-28 15,-5-17-13-15,-8-4 2 0,-14-13 3 16,-7-10-4 0,-7-5-7-16,-13 3 13 0,-23 2-4 15,-17 10-4-15,-9 16-2 16,-7 10-13-16,1 18-1 15,6 0-32-15,-1 55-73 16,19-2-270-16,13 5-567 0</inkml:trace>
  <inkml:trace contextRef="#ctx0" brushRef="#br0" timeOffset="52673.13">27157 16034 1197 0,'0'0'286'0,"0"0"-138"15,0 0 68-15,0 0-52 16,0 0-63-16,0 0-42 16,-28 28 18-16,23-6 12 15,-3 0-12-15,-5 6-7 0,-2 2-21 16,-3 0-23-16,0 2-8 16,0-8-9-16,2 6-3 15,1-4-5-15,2-3-1 16,2-1-4-16,1-5-33 15,5-2-32-15,2-7-45 16,3-2-46-16,0-2-50 16,0-4-93-16,0 0-225 15,0 0-503-15</inkml:trace>
  <inkml:trace contextRef="#ctx0" brushRef="#br0" timeOffset="52942.41">27234 16156 1309 0,'0'0'354'0,"0"0"-138"16,0 0-8-16,0 0-74 16,0 0-80-16,0 0-37 15,0 0-5-15,-59 88-1 16,46-56-4-16,-4-2 0 15,-4 7-1-15,0-9-6 16,0-2-9-16,9-5-26 16,1-6-27-16,8-7-50 15,3-8-120-15,11 0-150 16,13-14 17-16,3-4-689 0</inkml:trace>
  <inkml:trace contextRef="#ctx0" brushRef="#br0" timeOffset="53182.75">27376 16142 390 0,'0'0'1000'15,"0"0"-779"-15,0 0-11 16,0 0 2-16,0 0-71 16,0 0-36-16,0 0-25 15,-88 102-15-15,70-70-29 16,-6 3-20-16,2 1-10 15,-1 0-6-15,2-4-29 0,6-6-41 16,7-8-45 0,8-18-76-16,3 0-206 0,12 0-180 0</inkml:trace>
  <inkml:trace contextRef="#ctx0" brushRef="#br0" timeOffset="53394.2">27573 16120 1137 0,'0'0'406'0,"0"0"-263"16,0 0 64-16,0 0-24 15,0 0-38-15,0 0-43 16,-87 110-34-16,76-73-19 0,-4-6-15 16,-6 5-17-1,1-2-11-15,-2 3-6 0,1-9-52 16,7-2-44-16,2-12-57 15,12-10-92-15,0-4-310 16,18 0-319-16</inkml:trace>
  <inkml:trace contextRef="#ctx0" brushRef="#br0" timeOffset="53610.62">27823 16106 1166 0,'0'0'367'0,"0"0"-209"16,0 0 107-16,0 0-45 0,0 0-54 16,-105 124-73-16,84-92-44 15,0 4-30-15,4-1-13 16,-1 0-6-16,0-2-41 16,7-7-45-16,-4-8-76 15,12-8-74-15,3-6-283 16,0-4-467-16</inkml:trace>
  <inkml:trace contextRef="#ctx0" brushRef="#br0" timeOffset="53848.98">27929 16173 1162 0,'0'0'553'0,"0"0"-393"0,0 0 10 16,0 0-23-16,0 0-30 15,0 0-34-15,0 0-29 16,-44 79-13-16,17-43-22 16,0 0-17-16,-2 1-2 15,1-1-60-15,8-10-57 16,4-8-54-16,16-10-96 16,0-6-224-16,7-2-135 0</inkml:trace>
  <inkml:trace contextRef="#ctx0" brushRef="#br0" timeOffset="54069.39">28193 16102 980 0,'0'0'530'0,"0"0"-297"0,0 0 51 16,0 0-25-16,0 0-87 16,0 0-75-16,0 0-52 15,-36 71-4-15,13-36-3 16,-6 5-21-16,-4 5-9 15,0-4-2-15,-3 4-6 16,10-9-30-16,5-10-32 16,14-8-62-16,7-10-98 15,13-8-45-15,51-34 20 16,-3-6-117-16,-2-6-565 0</inkml:trace>
  <inkml:trace contextRef="#ctx0" brushRef="#br0" timeOffset="54264.87">28455 16076 1250 0,'0'0'404'0,"0"0"-85"16,0 0-104-16,0 0-95 16,0 0-28-16,-90 105 5 15,67-68-32-15,2-1-31 16,3-2-7-16,6-1-15 16,1-11-5-16,4-4-7 15,2-11-17-15,5-1-78 16,0-6-95-16,0 0-58 15,33-22 65-15,-7-1-118 16,4-8-312-16</inkml:trace>
  <inkml:trace contextRef="#ctx0" brushRef="#br0" timeOffset="54466.33">28499 16150 1031 0,'0'0'619'16,"0"0"-375"-16,0 0-47 15,0 0-14-15,0 0-28 16,0 0-27-16,-134 126-31 15,114-100-41-15,9-7-32 16,4-7-24-16,7-7-34 16,0-5-105-16,18-4 19 15,12-18-1-15,2-2-46 16,-2-10-27-16,-4 6-18 16,-11 2-36-16,-9 12-279 0</inkml:trace>
  <inkml:trace contextRef="#ctx0" brushRef="#br0" timeOffset="57514.18">22314 16134 942 0,'0'0'323'15,"0"0"-149"-15,0 0 23 16,0 0-11-16,-80 106-59 16,65-66-61-16,3-8-19 15,9-1-35-15,3-13-12 16,10-14-115-16,16-4-53 15,40-31-11-15,-14-9-63 16,2-2-344-16</inkml:trace>
  <inkml:trace contextRef="#ctx0" brushRef="#br0" timeOffset="61687.02">21893 16619 1172 0,'0'0'532'0,"0"0"-344"0,0 0-111 15,0 0 9-15,0 0-2 16,0 0-27-16,0 0 16 15,53-21 14-15,-26 12-34 16,6 5 5-16,2 2 2 16,1-2-26-16,3 0-15 15,2 4-5-15,-2 0-13 16,5 0 8-16,0 0-9 16,1 0 1-16,2 0-1 15,2 0 1-15,0 4 5 16,8 0-6-16,-1-2 1 15,3 2 6-15,8-4-7 0,4 0 0 16,-3 0 8 0,1 0-8-16,-7 0 0 0,-9 0 0 15,1 0 1-15,-4 0 0 16,1 0-1-16,3 0 2 16,2 0-2-16,3 0 1 15,3 0-1-15,0 0 2 16,2 0-2-16,-2 0 1 15,0 0 0-15,0-4-1 16,-9 2 0-16,1 2 1 16,-10 0-1-16,2 0 1 15,-8 0-1-15,4 0 1 16,-4 0-1-16,6 0 0 0,5 0 0 16,-2 0 1-1,4 0-1-15,-1 0 5 0,0 0-5 16,-2 0-1-16,-1 0 1 15,1 0 6-15,-3 0-6 16,3 0 1-16,-4 0-1 16,7 0 1-16,-2 0-1 15,8 0 2-15,-1 0-1 16,4 0 0-16,2-8 0 16,1 0 0-16,-4 6 0 15,-2-2-1-15,-1 4 1 16,-6-5 0-16,-2 5 0 15,-4 0 0-15,5-2 0 16,-5-3 0-16,-6 4-1 16,1-4 1-16,-3 1 0 0,-3 4-1 15,-2 0 0-15,3-4 1 16,-1 4-1-16,2-4 1 16,-3 0-1-16,4 2 0 15,3-2 0-15,-1 0 0 16,8-4 0-16,-2 3 0 15,3 0 0-15,6-5 0 16,1 6 0-16,0 0-1 16,-3 0 1-16,-2 0-1 15,-3 4-5-15,-2 0 6 16,-11 0 0-16,-1 0 1 16,-5 0-1-16,-6 4 0 0,2-4 6 15,-5 0-5 1,0 0-1-16,3 0 0 0,2 0 1 15,5-4-1-15,1-1 1 16,-2 4 0-16,2-4 0 16,2 5-1-16,-5-3 1 15,1 3 0-15,-3 0-1 16,2 0 0-16,4 0 0 16,-1 0 1-16,4-4-1 15,0 4 1-15,-1 0-1 16,-4 0 1-16,-5 0-1 15,-5 0-2-15,-3 0 1 16,-4 0-7-16,-1 0 7 16,1 4 1-16,4-1 0 15,0 2 12-15,6-5-4 0,2 0-7 16,8 0 12-16,-2 0-5 16,1 0-7-16,3 0 5 15,3 0-6-15,-5-5 2 16,3 5-2-16,1 0 1 15,1 0-1-15,0 0 0 16,0 0-5-16,2 0 5 16,4 0 5-16,5 0-5 15,-2 0-6-15,-1 0 6 16,-2 0-1-16,-1 0 1 16,4 5 1-16,-1-4 0 15,1 4-1-15,0-1 0 16,-4-4 0-16,1 0 9 0,-6 0-8 15,-3 0 5-15,-13 0-6 16,-2 0-17-16,-10 0-35 16,2 0-61-16,-10 8-116 15,0-2-68-15,0 2-220 0</inkml:trace>
  <inkml:trace contextRef="#ctx0" brushRef="#br0" timeOffset="64220.24">14065 14297 1428 0,'0'0'335'15,"0"0"-114"-15,0 0-33 0,0 0 13 16,0 0-27-16,0 0-9 16,0 0-55-16,-60-48-38 15,60 48-20-15,0 16-29 16,0 16-23-16,0 17 26 15,0 10 7-15,0 12 1 16,0 5-4-16,-6 5-3 16,-2-2-6-16,-2 2-5 15,5-2-1-15,5 0-1 16,0-9-2-16,0-8-3 16,17-9-3-16,1-7 0 15,6-6 9-15,-1-10-6 16,2-2 7-16,4-6-4 0,-3-8-11 15,10-6 11-15,0-8-10 16,0 0 4-16,2 0-6 16,-2-20 9-16,-3 2-8 15,-12 0-1-15,-10 2-26 16,-7 7-42-16,-11 9-20 16,-16 0-183-16,-8 0-806 0</inkml:trace>
  <inkml:trace contextRef="#ctx0" brushRef="#br0" timeOffset="64453.62">13521 15069 1625 0,'0'0'355'0,"0"0"-251"15,0 0-43-15,116-26 42 16,-54 18 36-16,15-2-33 16,10-4-29-16,5 2-25 15,0 2-49-15,-1-2-3 16,8 6-193-16,-28 1-351 16,-18 5-752-16</inkml:trace>
  <inkml:trace contextRef="#ctx0" brushRef="#br0" timeOffset="64854.55">15179 14349 1445 0,'0'0'344'15,"0"0"-148"-15,0 0-33 16,0 0-5-16,0 0-23 0,-119 123-18 16,94-59-17-16,9 10 0 15,1 28-30-15,8-12-8 16,7 9-3-16,0-5-13 15,0-16-13-15,9 3 1 16,9-9-4-16,-3-18 6 16,-1-8-4-16,4-10-19 15,-3-11-7-15,3-4 0 16,-3-6-6-16,1-8-38 16,-8-1-83-16,7-6-136 15,-7 0-244-15,-4 0-492 0</inkml:trace>
  <inkml:trace contextRef="#ctx0" brushRef="#br0" timeOffset="65536.72">15701 14721 538 0,'0'0'1097'16,"0"0"-848"-16,0 0-126 16,0 0 53-16,0 0 40 15,116-99-18-15,-78 91-42 16,-2 8-33-16,0 2-32 15,-3 28-22-15,-10 15 1 16,-7 16-12-16,-14 3-11 0,-2 7-32 16,-8 0 1-16,-22-4-5 15,-14-3-11-15,-5-4 12 16,-4-5-12-16,3-16 0 16,-1-10-21-16,7-14-12 15,3-12-8-15,8-3-4 16,6-27 0-16,5-14-1 15,14-8 27-15,8 1 19 16,0 10 33-16,0 6 13 16,0 14 4-16,6 10-16 15,6 8-26-15,3 0-8 16,6 8 11-16,5 13 8 16,7 4-7-16,-4 5-3 0,7 3-1 15,-6 3-8 1,3-9 0-16,-4 4-37 0,-1-5-31 15,-8-5-60-15,4-4-113 16,9-13-122-16,-7-4-211 16,-2 0-726-16</inkml:trace>
  <inkml:trace contextRef="#ctx0" brushRef="#br0" timeOffset="66120.16">16296 14553 1735 0,'0'0'602'0,"0"0"-484"0,0 0-36 16,0 0 76-16,0 0-13 16,6 107-18-16,-6-59-18 15,0-2-45-15,0 2-17 16,-3 1-19-16,-7-9-11 15,-1-4-16-15,-1-5 12 16,2-10-6-16,5-5-6 16,-1-3-1-16,6-6 1 15,0-1 1-15,0-2-2 16,0 2-2-16,0 2-5 16,6 0-2-16,6 6 7 15,9-4-8-15,2 2-1 0,-2-6-10 16,7 1-4-16,-2-7 4 15,0 0-8-15,1-5 10 16,0-17 19-16,-4-4 5 16,-5-5-4-16,-6-2 11 15,-6 3 3-15,-2-1 0 16,-4 4 8-16,0 4 7 16,0 6-12-16,0 4 4 15,0 5-4-15,0 7-2 16,0 1-16-16,0 0-1 15,0 4 1-15,0 18 0 16,0 10 13-16,0 10-4 16,0 6 14-16,0 6-22 0,0 2 17 15,0-2-17 1,-7-4 0-16,4-1-1 0,3-13-14 16,0-4-20-16,0-11-52 15,0-13-14-15,6-8-207 16,12-17-223-16,-3-13-67 0</inkml:trace>
  <inkml:trace contextRef="#ctx0" brushRef="#br0" timeOffset="66386.45">16952 14379 415 0,'0'0'1493'0,"0"0"-1249"15,0 0 50-15,0 0-23 0,62 137-50 16,-44-83-72-16,0 15-35 16,0 10-36-16,-10 10-15 15,-8 1 4-15,0 2-19 16,0-8-21-16,0-10-13 16,-11-8-2-16,-1-9-12 15,1-7-9-15,-7-14-51 16,0-8-26-16,0-8-150 15,3-10-550-15</inkml:trace>
  <inkml:trace contextRef="#ctx0" brushRef="#br0" timeOffset="68621.47">13723 16687 1252 0,'0'0'515'0,"0"0"-284"16,0 0 23-16,0 0 10 16,0 0-66-16,0 0-68 15,0 0-55-15,0 56-21 16,14-6 34-16,1 36-1 15,6 29-21-15,0 28-14 16,-3-9-19-16,-6-26-10 16,-7-33-5-16,-2-25-17 0,4 0 0 15,-4-2-1-15,2-8 0 16,-2-14-16-16,4-15-36 16,-7-11-49-16,0-5-53 15,0-32-37-15,0-57-69 16,-7 6-249-16,-7-2-408 0</inkml:trace>
  <inkml:trace contextRef="#ctx0" brushRef="#br0" timeOffset="69004.45">13664 16495 1077 0,'0'0'819'0,"0"0"-574"0,0 0-163 15,0 0 7-15,0 0 76 16,0 0-25-16,127-18-24 16,-79 18-13-16,6 0-26 15,-5 8-12-15,2 13-10 16,-9 8-9-16,-6 3-1 16,-10 6 3-16,-8 3-13 15,-6-4-10-15,-9 2-5 16,-3 1 5-16,-3 0-1 15,-24-5-4-15,-2 7 0 16,-10-11-11-16,-5-1 6 16,-2-6-9-16,0-8 0 15,4-6 2-15,2-10-2 0,11 0-6 16,3 0-1 0,11-4-11-16,5-6-24 0,10 2-40 15,0-2-131-15,46-2-278 16,1 6-109-16,1 2-760 0</inkml:trace>
  <inkml:trace contextRef="#ctx0" brushRef="#br0" timeOffset="69461.23">14801 16808 1508 0,'0'0'545'15,"0"0"-449"-15,0 0 37 16,0 0 95-16,0 0-32 15,0 0-25-15,134-32-50 16,-89 28-20-16,2 0-29 16,-6-1-43-16,-2 5-19 15,-11 0-10-15,-11 0-39 16,-8 0-145-16,-9 5-180 16,-15 3-150-16,-12 6-469 0</inkml:trace>
  <inkml:trace contextRef="#ctx0" brushRef="#br0" timeOffset="69638.75">14798 16980 1562 0,'0'0'564'0,"0"0"-439"16,0 0 41-16,0 0 69 16,128 0-63-16,-83 0-80 15,-1 0-87-15,4 0-5 16,11 14-167-16,-5 4-296 15,-16 0-594-15</inkml:trace>
  <inkml:trace contextRef="#ctx0" brushRef="#br0" timeOffset="70257.1">15891 16686 1493 0,'0'0'567'0,"0"0"-408"16,0 0-64-16,0 0 31 15,0 0-37-15,0 0 37 16,-5 112 28-16,25-73-24 16,1 3-46-16,6-1-23 15,0-1-21-15,3-2-14 16,-4-10-4-16,0-6-8 16,5-8-8-16,-5-9-6 15,1-5 0-15,0-11 0 0,-7-19 18 16,-2-16 1-16,-8-14 4 15,-7-8 4-15,-3-8-5 16,-16-1-10-16,-19 11-11 16,-9 12 11-16,-5 14-12 15,0 22-1-15,3 9 1 16,8 9 0-16,-1 19-1 16,16 17-25-16,5 8-7 15,12 4-30-15,6 6-42 16,0-4-125-16,44 13-125 15,-2-15-222-15,-1-12-547 0</inkml:trace>
  <inkml:trace contextRef="#ctx0" brushRef="#br0" timeOffset="70459.56">16557 16960 933 0,'0'0'1302'16,"0"0"-979"-16,0 0-205 15,0 0-76-15,0 0-42 16,0 0-61-16,0 0-156 16,15 16-279-16,-7-6-458 0</inkml:trace>
  <inkml:trace contextRef="#ctx0" brushRef="#br0" timeOffset="70789.67">16780 16784 1883 0,'0'0'548'15,"0"-103"-408"-15,-3 45 12 16,3 0 8-16,0 18-56 15,0 14-37-15,0 22-8 16,0 4-25-16,0 17-32 16,0 27 23-16,0 19 22 15,0 10 5-15,0 7-20 0,0-4-14 16,0-6-8-16,0-12-10 16,0-8 2-16,3-9-2 15,-3-11-19-15,0-9-13 16,0-6-35-16,0-11-100 15,3-3-122-15,15-1-212 16,0-14-55-16,2-8-533 0</inkml:trace>
  <inkml:trace contextRef="#ctx0" brushRef="#br0" timeOffset="71088.87">17045 16848 1395 0,'0'0'618'15,"0"0"-446"-15,0 0-33 16,8 102 46-16,7-72-54 16,3-6-37-16,8-5-18 15,4-8-14-15,9-7 45 16,5-4 8-16,2-8-46 16,-2-22-33-16,-3-6 8 15,-8-10-10-15,-10-6-5 16,-13 2-14-16,-10-8 11 15,-10-1-6-15,-28 2-7 16,-6 4-7-16,-13 13-6 16,-2 20 0-16,3 20-18 0,-1 25-12 15,3 44-75 1,13 57-128-16,11-15-305 0,14-3-465 0</inkml:trace>
</inkml:ink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23/09/2024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png"/><Relationship Id="rId4" Type="http://schemas.openxmlformats.org/officeDocument/2006/relationships/customXml" Target="../ink/ink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892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Teste sobre a média de uma normal com variância desconhecida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>
                  <a:solidFill>
                    <a:prstClr val="black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 xml:space="preserve">Passo 1. Fixe qual a hipótese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a ser testada:</a:t>
                </a: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b="0" dirty="0">
                  <a:solidFill>
                    <a:prstClr val="black"/>
                  </a:solidFill>
                </a:endParaRP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(ou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).</a:t>
                </a: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:endParaRPr lang="pt-BR" sz="2800" dirty="0">
                  <a:solidFill>
                    <a:prstClr val="black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2. A estatística a ser usada é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algn="ctr"/>
                <a:r>
                  <a:rPr lang="pt-BR" sz="2800" dirty="0">
                    <a:solidFill>
                      <a:prstClr val="black"/>
                    </a:solidFill>
                  </a:rPr>
                  <a:t xml:space="preserve"> (lembre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892493"/>
              </a:xfrm>
              <a:prstGeom prst="rect">
                <a:avLst/>
              </a:prstGeom>
              <a:blipFill>
                <a:blip r:embed="rId2"/>
                <a:stretch>
                  <a:fillRect l="-1206" t="-11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3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 xml:space="preserve">Passo 3. Fixe a probabilidade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e, com auxílio da tabela da t-</a:t>
                </a:r>
                <a:r>
                  <a:rPr lang="pt-BR" sz="2800" dirty="0" err="1">
                    <a:solidFill>
                      <a:prstClr val="black"/>
                    </a:solidFill>
                  </a:rPr>
                  <a:t>student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construa a região crítica.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>Passo 4. Use as observações da amostra para calcular o valor da estatística do teste.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 xml:space="preserve">Passo 5. Se o valor da estatística calculado com os dados da amostra não pertencer à região crítica, não rejeite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; caso contrário, rejeite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blipFill>
                <a:blip r:embed="rId2"/>
                <a:stretch>
                  <a:fillRect l="-1033" t="-1741" r="-459" b="-46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04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Teste sobre a média de uma normal com variância desconhecida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Um fabricante afirma que seus cigarros contêm não mais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endParaRPr lang="pt-BR" sz="2800" dirty="0"/>
              </a:p>
              <a:p>
                <a:r>
                  <a:rPr lang="pt-BR" sz="2800" dirty="0"/>
                  <a:t xml:space="preserve">de nicotina. Uma amostra de 25 cigarros fornece média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31,5 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𝑚𝑔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 xml:space="preserve">e desvio padrão de 3 mg. No nível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pt-BR" sz="2800" dirty="0"/>
                  <a:t>, os dados refutam ou não a afirmação do fabricante?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2677656"/>
              </a:xfrm>
              <a:prstGeom prst="rect">
                <a:avLst/>
              </a:prstGeom>
              <a:blipFill>
                <a:blip r:embed="rId2"/>
                <a:stretch>
                  <a:fillRect l="-1206" t="-2050" b="-5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5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Passo 1. 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Fixe qual a hipótese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a ser testada:</a:t>
                </a: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marL="1828766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(ou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ou </a:t>
                </a:r>
                <a14:m>
                  <m:oMath xmlns:m="http://schemas.openxmlformats.org/officeDocument/2006/math"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).</a:t>
                </a: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>
                    <a:solidFill>
                      <a:prstClr val="black"/>
                    </a:solidFill>
                  </a:rPr>
                  <a:t>A afirmação do fabricante é:</a:t>
                </a:r>
              </a:p>
              <a:p>
                <a:pPr lvl="1"/>
                <a:endParaRPr lang="pt-BR" sz="2800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=30,</m:t>
                    </m:r>
                  </m:oMath>
                </a14:m>
                <a:endParaRPr lang="pt-BR" sz="2800" b="0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&gt;30.</m:t>
                    </m:r>
                  </m:oMath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970318"/>
              </a:xfrm>
              <a:prstGeom prst="rect">
                <a:avLst/>
              </a:prstGeom>
              <a:blipFill>
                <a:blip r:embed="rId2"/>
                <a:stretch>
                  <a:fillRect l="-1206" t="-13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2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195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2.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 A estatística a ser usada é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>
                    <a:solidFill>
                      <a:prstClr val="black"/>
                    </a:solidFill>
                  </a:rPr>
                  <a:t xml:space="preserve">Supondo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, a quantidade de nicotina por cigarro, tenha distribuição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a estatística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endParaRPr lang="pt-BR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195636"/>
              </a:xfrm>
              <a:prstGeom prst="rect">
                <a:avLst/>
              </a:prstGeom>
              <a:blipFill>
                <a:blip r:embed="rId2"/>
                <a:stretch>
                  <a:fillRect l="-1206" t="-1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91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580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Passo 3. 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Fixe a probabilidade </a:t>
                </a:r>
                <a14:m>
                  <m:oMath xmlns:m="http://schemas.openxmlformats.org/officeDocument/2006/math"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e, com auxílio da tabela da t-</a:t>
                </a:r>
                <a:r>
                  <a:rPr lang="pt-BR" sz="2800" dirty="0" err="1">
                    <a:solidFill>
                      <a:prstClr val="black"/>
                    </a:solidFill>
                  </a:rPr>
                  <a:t>student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construa a região crítica.</a:t>
                </a:r>
              </a:p>
              <a:p>
                <a:endParaRPr lang="pt-BR" sz="2800" b="1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solidFill>
                      <a:prstClr val="black"/>
                    </a:solidFill>
                  </a:rPr>
                  <a:t xml:space="preserve">Usaremos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=0.0</m:t>
                    </m:r>
                  </m:oMath>
                </a14:m>
                <a:r>
                  <a:rPr lang="pt-BR" sz="2800" dirty="0"/>
                  <a:t xml:space="preserve">5 ou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=5%.</m:t>
                    </m:r>
                  </m:oMath>
                </a14:m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Procuraremos na tabela um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/>
                  <a:t xml:space="preserve"> tal que</a:t>
                </a: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=0.05.</m:t>
                      </m:r>
                    </m:oMath>
                  </m:oMathPara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580917"/>
              </a:xfrm>
              <a:prstGeom prst="rect">
                <a:avLst/>
              </a:prstGeom>
              <a:blipFill>
                <a:blip r:embed="rId2"/>
                <a:stretch>
                  <a:fillRect l="-1206" t="-15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9719949-9FA8-4853-8E12-9ADE9EB9D728}"/>
                  </a:ext>
                </a:extLst>
              </p14:cNvPr>
              <p14:cNvContentPartPr/>
              <p14:nvPr/>
            </p14:nvContentPartPr>
            <p14:xfrm>
              <a:off x="4867560" y="3564000"/>
              <a:ext cx="6982200" cy="28008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9719949-9FA8-4853-8E12-9ADE9EB9D7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58200" y="3554640"/>
                <a:ext cx="7000920" cy="28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0016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6AE978-CA75-446B-938B-253D00D9A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697" y="1340760"/>
            <a:ext cx="7212575" cy="498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28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Passo 3. 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Fixe a probabilidade </a:t>
                </a:r>
                <a14:m>
                  <m:oMath xmlns:m="http://schemas.openxmlformats.org/officeDocument/2006/math"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e, com auxílio da tabela da t-</a:t>
                </a:r>
                <a:r>
                  <a:rPr lang="pt-BR" sz="2800" dirty="0" err="1">
                    <a:solidFill>
                      <a:prstClr val="black"/>
                    </a:solidFill>
                  </a:rPr>
                  <a:t>student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, construa a região crítica.</a:t>
                </a:r>
              </a:p>
              <a:p>
                <a:endParaRPr lang="pt-BR" sz="2800" b="1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 xml:space="preserve">Logo,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=1.711</m:t>
                    </m:r>
                  </m:oMath>
                </a14:m>
                <a:r>
                  <a:rPr lang="pt-BR" sz="2800" b="0" i="1" dirty="0">
                    <a:latin typeface="Cambria Math" panose="02040503050406030204" pitchFamily="18" charset="0"/>
                  </a:rPr>
                  <a:t>.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𝑅𝐶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&gt;1.711}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lvl="1"/>
                <a:endParaRPr lang="pt-B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150030"/>
              </a:xfrm>
              <a:prstGeom prst="rect">
                <a:avLst/>
              </a:prstGeom>
              <a:blipFill>
                <a:blip r:embed="rId2"/>
                <a:stretch>
                  <a:fillRect l="-1206" t="-1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7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4620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Passo 4.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 Use as observações da amostra para calcular o valor da estatística do teste.</a:t>
                </a: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>
                    <a:latin typeface="Cambria Math" panose="02040503050406030204" pitchFamily="18" charset="0"/>
                  </a:rPr>
                  <a:t xml:space="preserve">Usando os dados do exercício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=31.5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</a:rPr>
                  <a:t xml:space="preserve"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>
                        <a:latin typeface="Cambria Math" panose="02040503050406030204" pitchFamily="18" charset="0"/>
                      </a:rPr>
                      <m:t>S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</a:rPr>
                  <a:t xml:space="preserve"> na estatística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sz="280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pt-BR" sz="2800" dirty="0">
                    <a:latin typeface="Cambria Math" panose="02040503050406030204" pitchFamily="18" charset="0"/>
                  </a:rPr>
                  <a:t>Obtemos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pt-BR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31.5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den>
                      </m:f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2.5.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4620945"/>
              </a:xfrm>
              <a:prstGeom prst="rect">
                <a:avLst/>
              </a:prstGeom>
              <a:blipFill>
                <a:blip r:embed="rId2"/>
                <a:stretch>
                  <a:fillRect l="-1206" t="-11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7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618651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Passo 5. </a:t>
                </a:r>
                <a:r>
                  <a:rPr lang="pt-BR" sz="2800" dirty="0"/>
                  <a:t>Decida se</a:t>
                </a:r>
                <a:r>
                  <a:rPr lang="pt-BR" sz="2800" dirty="0">
                    <a:solidFill>
                      <a:prstClr val="black"/>
                    </a:solidFill>
                  </a:rPr>
                  <a:t xml:space="preserve"> rejeita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ou, caso contrário, não rejeite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.</a:t>
                </a:r>
              </a:p>
              <a:p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/>
                  <a:t>Como</a:t>
                </a: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(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2.5&gt;1.711)</m:t>
                    </m:r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, rejeitamos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. Portanto,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 xml:space="preserve"> não é valida.</a:t>
                </a:r>
              </a:p>
              <a:p>
                <a:pPr lvl="1"/>
                <a:endParaRPr lang="pt-BR" sz="2800" dirty="0">
                  <a:solidFill>
                    <a:prstClr val="black"/>
                  </a:solidFill>
                </a:endParaRPr>
              </a:p>
              <a:p>
                <a:pPr lvl="1"/>
                <a:r>
                  <a:rPr lang="pt-BR" sz="2800" dirty="0">
                    <a:solidFill>
                      <a:prstClr val="black"/>
                    </a:solidFill>
                  </a:rPr>
                  <a:t>Isso significa que há evidências de que os cigarros contenham mais de 30 g de nicotina.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618651" cy="3108543"/>
              </a:xfrm>
              <a:prstGeom prst="rect">
                <a:avLst/>
              </a:prstGeom>
              <a:blipFill>
                <a:blip r:embed="rId2"/>
                <a:stretch>
                  <a:fillRect l="-1206" t="-1765" b="-47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6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Teste de Hipótese para a Média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Aplicar o roteiro de 5 passos ao teste de hipótese sobre a média, quando a variância populacional é desconhecida.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a região crítica com a distribuição t-Student (Aula 18), no lugar da Normal.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Resolver, passo a passo, um teste completo com dados de uma amostra real.</a:t>
            </a:r>
          </a:p>
          <a:p>
            <a:pPr/>
            <a:r>
              <a:rPr lang="pt-BR" sz="20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12 (12.10)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9 (9.3)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8 (8.3, 8.4)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14 (14.2, 14.3)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caso realista</a:t>
            </a:r>
          </a:p>
          <a:p>
            <a:endParaRPr lang="pt-BR" sz="1800" dirty="0"/>
          </a:p>
          <a:p>
            <a:pPr/>
            <a:r>
              <a:rPr lang="pt-BR" sz="1800" dirty="0"/>
              <a:t>Na Aula 22, testamos a média supondo σ conhecida — uma situação rara na prática.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grande maioria dos casos, σ é desconhecida e precisa ser estimada pela amostra (S) — exatamente como fizemos para o IC da média na Aula 19.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consequência é a mesma de lá: a estatística de teste passa a seguir a distribuição t-Student, com n − 1 graus de liberdade (Aula 18), no lugar da Normal.</a:t>
            </a:r>
          </a:p>
          <a:p>
            <a:endParaRPr lang="pt-BR" sz="1800" dirty="0"/>
          </a:p>
          <a:p>
            <a:pPr/>
            <a:r>
              <a:rPr lang="pt-BR" sz="1700" i="1" dirty="0"/>
              <a:t>O roteiro de 5 passos continua o mesmo — vamos aplicá-lo por completo a seguir.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Segundo exemplo: bilateral, com t-Student</a:t>
            </a:r>
          </a:p>
          <a:p>
            <a:endParaRPr lang="pt-BR" sz="1800" dirty="0"/>
          </a:p>
          <a:p>
            <a:pPr/>
            <a:r>
              <a:rPr lang="pt-BR" sz="1700" dirty="0"/>
              <a:t>Um fabricante de parafusos especifica comprimento médio de 50 mm. Uma amostra de n = 10 parafusos apresentou média X̄ = 50,8 mm e desvio padrão S = 1,2 mm. σ é desconhecida. Ao nível de 5%, o processo está fora da especificação?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1: H₀: μ = 50  vs.  H₁: μ ≠ 50 (bilateral — tanto para mais quanto para menos é problema).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2: T = (X̄ − 50)/(S/√10), com ν = 9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3: α = 0,05 → na tabela t, t₀,₀₂₅;₉ = 2,262 → RC = {T ∈ ℝ | |T| &gt; 2,262}.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4: T = (50,8 − 50)/(1,2/√10) = 0,8/0,379 = 2,11.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5: como |2,11| &lt; 2,262, T ∉ RC — não rejeitamos H₀: não há evidência de que o processo esteja fora da especificação.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Z-teste ou T-teste? Comparando as Aulas 22 e 23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σ conhecida → estatística Z = (X̄ − μ₀)/(σ/√n), tabela Normal padrão.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σ desconhecida → estatística T = (X̄ − μ₀)/(S/√n), tabela t com ν = n − 1 graus de liberdade.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roteiro de 5 passos é idêntico nos dois casos — só mudam a estatística e a tabela consultada.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Como tα/2,(n−1) &gt; zα/2 sempre, o teste com t exige uma diferença um pouco maior para rejeitar H₀, refletindo a incerteza extra de estimar σ (Aula 18).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Regra prática: na dúvida sobre σ, use t — é a opção mais conservadora e realista.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 σ desconhecida, a estatística de teste para a média é T = (X̄ − μ₀)/(S/√n), com distribuição t-Student sob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procedimento de 5 passos, a lógica de H₀/H₁ e de erro Tipo I/II são exatamente os mesmos das Aulas 21 e 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Assim como no IC (Aula 19), a escolha entre Z e T depende apenas de sabermos ou não o valor de σ.</a:t>
            </a:r>
          </a:p>
          <a:p>
            <a:endParaRPr lang="pt-BR" sz="1800" dirty="0"/>
          </a:p>
          <a:p>
            <a:pPr/>
            <a:r>
              <a:rPr lang="pt-BR" sz="1700" i="1" dirty="0"/>
              <a:t>Com isso, encerramos os testes para uma única média. Próximas aulas: variáveis aleatórias multidimensionais e correlação.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Variância Desconhecida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12: 12.10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9: 9.3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8: 8.3, 8.4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14: 14.2, 14.3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dos cigarros (Aula 18/23) com n = 16 e S = 3,5 mg, e verifique se a conclusão muda.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dos parafusos com α = 0,01 e compare com o resultado obtido a 5%.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7016</TotalTime>
  <Words>762</Words>
  <Application>Microsoft Office PowerPoint</Application>
  <PresentationFormat>Widescreen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  <vt:lpstr>CEA055 – Estatística e Probabilidade T-Student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236</cp:revision>
  <dcterms:created xsi:type="dcterms:W3CDTF">2020-07-20T19:35:15Z</dcterms:created>
  <dcterms:modified xsi:type="dcterms:W3CDTF">2024-09-23T19:48:52Z</dcterms:modified>
</cp:coreProperties>
</file>