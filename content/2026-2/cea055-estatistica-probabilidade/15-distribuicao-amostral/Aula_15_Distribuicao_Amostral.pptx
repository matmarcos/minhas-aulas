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900" r:id="rId2"/>
    <p:sldId id="270" r:id="rId3"/>
    <p:sldId id="271" r:id="rId4"/>
    <p:sldId id="291" r:id="rId5"/>
    <p:sldId id="292" r:id="rId6"/>
    <p:sldId id="272" r:id="rId7"/>
    <p:sldId id="273" r:id="rId8"/>
    <p:sldId id="274" r:id="rId9"/>
    <p:sldId id="293" r:id="rId10"/>
    <p:sldId id="297" r:id="rId11"/>
    <p:sldId id="279" r:id="rId12"/>
    <p:sldId id="280" r:id="rId13"/>
    <p:sldId id="281" r:id="rId14"/>
    <p:sldId id="282" r:id="rId15"/>
    <p:sldId id="287" r:id="rId16"/>
    <p:sldId id="283" r:id="rId17"/>
    <p:sldId id="284" r:id="rId18"/>
    <p:sldId id="902" r:id="rId19"/>
    <p:sldId id="903" r:id="rId20"/>
    <p:sldId id="904" r:id="rId21"/>
    <p:sldId id="905" r:id="rId22"/>
    <p:sldId id="906" r:id="rId23"/>
    <p:sldId id="907" r:id="rId24"/>
    <p:sldId id="901" r:id="rId25"/>
    <p:sldId id="909" r:id="rId2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stribuição amostral (ex-Aula 16)" id="{058523F1-5254-40C9-80D9-3C859DED271D}">
          <p14:sldIdLst>
            <p14:sldId id="900"/>
            <p14:sldId id="270"/>
            <p14:sldId id="271"/>
            <p14:sldId id="291"/>
            <p14:sldId id="292"/>
            <p14:sldId id="272"/>
            <p14:sldId id="273"/>
            <p14:sldId id="274"/>
            <p14:sldId id="293"/>
            <p14:sldId id="297"/>
            <p14:sldId id="279"/>
            <p14:sldId id="280"/>
            <p14:sldId id="281"/>
            <p14:sldId id="282"/>
            <p14:sldId id="287"/>
            <p14:sldId id="283"/>
            <p14:sldId id="284"/>
          </p14:sldIdLst>
        </p14:section>
        <p14:section name="Aproximação normal à binomial (da antiga Aula 14)" id="{B1C9BF78-5E87-41F6-B65E-4E8EB8400BE5}">
          <p14:sldIdLst>
            <p14:sldId id="902"/>
            <p14:sldId id="903"/>
            <p14:sldId id="904"/>
            <p14:sldId id="905"/>
            <p14:sldId id="906"/>
            <p14:sldId id="907"/>
          </p14:sldIdLst>
        </p14:section>
        <p14:section name="Atividades" id="{E0B296A9-6B05-473E-B153-291BA0D4B96E}">
          <p14:sldIdLst>
            <p14:sldId id="901"/>
            <p14:sldId id="9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9T01:56:03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21970 5239 494 0,'0'0'231'16,"0"0"-116"-16,0 0 75 16,0 0 11-16,0 0-36 15,0 0-27-15,0 0-36 16,23-54-12-16,-20 47 4 15,4-2-33-15,-2-3-17 16,4 0-13-16,0-4-15 16,4 0 9-16,-2-5-3 15,1 2 3-15,-1-3 1 16,2 0 2-16,-1 0-4 16,2-4 1-16,4-2-3 0,0-2-15 15,2-2 9 1,8-3-1-16,-2 3 4 0,2 0-10 15,0 4-1-15,3 2 6 16,-2 2 6-16,-2 2 14 16,-6 3 1-16,0 5 2 15,-6 1 2-15,-7 3-5 16,2 2-4-16,-5 2-8 16,4-2-13-16,0 3-2 15,-3-2-7-15,3 1-1 16,-3 2-1-16,-1 0-13 15,2 2-57-15,-4 2-45 16,-3 0-9-16,0 0-49 0,0 0-145 16,0 0-173-16,-10 4-435 15</inkml:trace>
  <inkml:trace contextRef="#ctx0" brushRef="#br0" timeOffset="1115.01">22116 5372 345 0,'0'0'196'16,"0"0"-43"-16,0 0-1 16,0 0-8-16,0 0 4 15,0 0-15-15,0 0 9 16,-7 0-21-16,7-5-11 15,0 4-8-15,0-4-20 16,0 4-22-16,0-3 0 16,0 2 3-16,0-2-15 15,0 0-20-15,0-2-4 16,0 0-5-16,7-2 10 0,-4-1 10 16,2-1-10-16,5 1-9 15,-2-5-4-15,0 0 0 16,7-4-3-16,1-3-11 15,2-1 5-15,2-2-6 16,1-2 0-16,2-2 1 16,2 2-1-16,-4 0 0 15,2 2 0-15,-5 3 0 16,0 0 10-16,3 0 0 16,-1 2 3-16,1-3-1 15,5 2-3-15,2-2-4 16,1-1 3-16,1 1-1 0,-4 5 1 15,-1-2 4-15,-1 7 18 16,-9 2 23-16,-4 2 5 16,-2 4-17-16,-3 2-20 15,-1 1-9-15,8-4-12 16,2-1 1-16,6-2 4 16,-3 0-5-16,8-2 7 15,-8 3-7-15,0 0 0 16,-6 1-1-16,-7 4-21 15,-5 2-71-15,0 0-82 16,-8 0-33-16,-10 2-185 16,0 4-527-16</inkml:trace>
  <inkml:trace contextRef="#ctx0" brushRef="#br0" timeOffset="2332.75">21833 5085 658 0,'0'0'495'0,"0"0"-329"16,0 0-44-16,0 0-30 16,0 0-50-16,0 0 4 15,0 0 72-15,-2 6 5 16,4 6-28-16,1 0-8 15,0 2 7-15,0 2-4 16,-3 5-21-16,2-3-29 16,3 4-9-16,-3-2-2 15,4 2-10-15,-3 0 5 16,3 0-1-16,-3 2 4 16,3 0-5-16,-1 2-5 15,-5 2 2-15,3-5 0 0,1 4-4 16,-1-1 2-16,-3-2-8 15,3-2-8-15,2 0 1 16,-5-1-1-16,7-3 5 16,-4-4-4-16,-3-5-1 15,0 0 0-15,3-5 0 16,-3-3 5-16,0-1 1 16,2 0-6-16,-2 0 10 15,3 0-6-15,-3 0-5 16,3 0-1-16,4 0-8 15,1 0 9-15,4-4 19 16,9-3 10-16,2-5-4 16,8-2-12-16,0-2-4 0,5 3 0 15,0 1-3 1,0 2 3-16,-3 2 2 0,-1 1 0 16,-2 6-9-16,-7 0 10 15,-2 1 3-15,-3 0 4 16,-3 0-1-16,-2 0 3 15,-2 0 1-15,-2 0-2 16,0 1-5-16,-4 0-9 16,2 2 0-16,1-3-6 15,-1 2 8-15,-1-2-7 16,-1 0-1-16,-2 0-7 16,0 0-38-16,-3 0-33 0,0 0-66 15,0 0-114-15,0 0-49 16,-6 0-602-16</inkml:trace>
  <inkml:trace contextRef="#ctx0" brushRef="#br0" timeOffset="4368.31">22890 3140 1200 0,'0'0'388'16,"0"0"-277"-16,0 0-66 16,0 0-1-16,0 0-14 15,0 0 17-15,0 0 31 0,33 42 17 16,-17-22-25-16,2 4 32 15,-5 1-19-15,2 0-18 16,1 6 6-16,-4-1-11 16,2 2-28-16,1 0-14 15,-3-2 1-15,6 2-5 16,-7-4-7-16,4-4-6 16,-2-4 5-16,-5-4 0 15,-5-4-5-15,4-6 0 16,-7-2-1-16,0-4-33 15,0 0-35-15,0 0-39 16,0-21-53-16,0-4-103 16,0-4-593-16</inkml:trace>
  <inkml:trace contextRef="#ctx0" brushRef="#br0" timeOffset="4708.39">23134 3169 1162 0,'0'0'561'16,"0"0"-431"-16,0 0-25 16,0 0 21-16,0 0-37 15,0 0-30-15,-53 101-3 16,44-69 14-16,-3-2-14 15,-3 5 2-15,-3-1-15 0,-8 2-21 16,-1 0 6 0,-6 2-8-16,0-3-10 0,-3 3 4 15,8-7-1-15,3-7-4 16,8-4-9-16,5-6 0 16,6-8-22-16,6-1-51 15,0-5-89-15,0 0-105 16,18-21-106-16,6-4-16 15,-4-6-851-15</inkml:trace>
  <inkml:trace contextRef="#ctx0" brushRef="#br0" timeOffset="5162.18">22766 2973 1071 0,'0'0'533'16,"0"0"-384"-16,0 0-81 15,0 0 13-15,0 0-39 16,0 0-12-16,0 0 17 15,71-11 30-15,-36 8-11 16,14 0-17-16,-2 0-22 16,4 2-10-16,0-2-17 15,-5 3 0-15,-4 0-81 16,3 0-98-16,-13 0-339 16,-14 4-484-16</inkml:trace>
  <inkml:trace contextRef="#ctx0" brushRef="#br0" timeOffset="5666.85">23515 3439 1189 0,'0'0'489'0,"0"0"-396"16,0 0-8-16,0 0 32 15,0 0 9-15,0 0-23 16,0 0-5-16,139-21-30 16,-112 21-43-16,-3 0-25 15,-6 0-28-15,0 0-105 16,-7 9-116-16,1-1-281 16,-6-2-440-16</inkml:trace>
  <inkml:trace contextRef="#ctx0" brushRef="#br0" timeOffset="5867.3">23499 3603 1083 0,'0'0'355'15,"0"0"-190"-15,0 0 73 16,0 0-79-16,0 0-54 15,144 0-48-15,-115 0-57 16,16 0-14-16,-13 0-154 16,-5 0-398-16</inkml:trace>
  <inkml:trace contextRef="#ctx0" brushRef="#br0" timeOffset="6540.5">24284 3200 62 0,'0'0'1153'16,"0"0"-957"-16,0 0-98 15,0 0 93-15,0 0-24 16,0 0-34-16,115 48-13 16,-79-27 6-16,0-2-21 15,-3 6-22-15,3-1-11 16,-10 2-21-16,4 0-30 15,-6-2-6-15,-3 0-6 16,-4-4-3-16,-1-4-6 16,-8-4-29-16,2-4-57 15,-8-3-68-15,-2-1-35 16,0-4-94-16,0 0-95 16,-12 0-745-16</inkml:trace>
  <inkml:trace contextRef="#ctx0" brushRef="#br0" timeOffset="6868.63">24646 3170 111 0,'0'0'1233'16,"0"0"-982"-16,0 0-150 0,0 0 23 16,0 0-33-16,0 0 5 15,0 0 13-15,-36 54-19 16,22-32-12-16,-6 8-10 16,-2 1-15-16,-4 3-26 15,-1-1-11-15,0 2-7 16,3-1-9-16,4-2-5 15,5-6-35-15,6-4-79 16,9-7-58-16,0-11-173 16,11-4-392-16</inkml:trace>
  <inkml:trace contextRef="#ctx0" brushRef="#br0" timeOffset="7533.85">24898 3373 224 0,'0'0'843'16,"0"0"-609"-16,0 0-10 15,0 0 29-15,0 0-70 16,0 0-67-16,0 0-20 16,15-50 9-16,-15 50-24 15,0 0-31-15,0 0-27 16,0 0-23-16,0 0-8 16,0 0-4-16,0 9-12 15,0 5 24-15,0 3 7 0,0 2 2 16,0 3-8-16,0-1 0 15,0-1 1-15,0-4 3 16,0 0-4-16,0-4-1 16,0 0 0-16,0-4-1 15,0-2 0-15,0-2 1 16,0-4 2-16,0 2 11 16,0-2 18-16,-2 0 39 15,-4 0 25-15,-1 0-44 16,-1 0-34-16,0 0-7 15,1 0-3-15,4 0-7 16,3 0-13-16,0 0-48 0,0 0-50 16,0 0-84-1,6 0-54-15,14 0-4 0,5 0-67 16,-4-4-529-16</inkml:trace>
  <inkml:trace contextRef="#ctx0" brushRef="#br0" timeOffset="7926.8">25137 3477 525 0,'0'0'290'15,"0"0"-122"-15,0 0 43 16,0 0 25-16,0 0-19 15,0 0-10-15,0 0-50 16,97 0-34-16,-66 0-31 0,-2 0-40 16,-2 0-27-1,-6-2-13-15,-3 0-12 0,-7 0-31 16,-1 2-63-16,-10 0-107 16,0 0-151-16,-3 0-318 0</inkml:trace>
  <inkml:trace contextRef="#ctx0" brushRef="#br0" timeOffset="8200.06">25250 3367 985 0,'0'0'402'0,"0"0"-268"16,0 0-35-16,0 0 32 16,0 0 14-16,0 0-20 15,0 0-32-15,23 68-37 16,-20-46-28-16,0 2-13 16,-3-3-15-16,0 4-32 15,0 3-107-15,0-6-146 16,0-4-330-16</inkml:trace>
  <inkml:trace contextRef="#ctx0" brushRef="#br0" timeOffset="8909.17">25653 3507 1317 0,'0'0'520'0,"0"0"-351"15,0 0 1-15,0 0-31 16,0 0-77-16,0 0-45 16,0 0-17-16,0 0-28 15,0 0-74-15,6 0-81 16,4 0-96-16,-5 0-331 0</inkml:trace>
  <inkml:trace contextRef="#ctx0" brushRef="#br0" timeOffset="9235.29">25862 3461 983 0,'0'0'386'0,"0"0"-187"16,0 0-24-16,0 0-59 15,0 0-43-15,0 0-30 16,0 0-29-16,17 6-6 15,-11-4-8-15,-3 0-28 16,9 0-123-16,0 0-192 0,-3 0-464 16</inkml:trace>
  <inkml:trace contextRef="#ctx0" brushRef="#br0" timeOffset="9461.69">26099 3451 1222 0,'0'0'630'0,"0"0"-470"0,0 0-40 16,0 0-41-16,0 0-69 15,0 0-10-15,0 0-58 16,24 8-59-16,-15-4-233 15,0-4-675-15</inkml:trace>
  <inkml:trace contextRef="#ctx0" brushRef="#br0" timeOffset="9850.65">26455 3427 479 0,'0'0'674'16,"0"0"-534"-16,0 0 21 15,0 0 57-15,0 0-1 16,0 0-40-16,0 0-30 16,87 8-12-16,-69-4-17 15,-1-2-11-15,1 0-46 16,-3 0-31-16,3-2-15 0,-3 1-3 16,-3-1-12-1,5 0-10-15,-2 0-63 0,0 0-91 16,3-3-70-16,-3-5-131 15,-9 0-395-15</inkml:trace>
  <inkml:trace contextRef="#ctx0" brushRef="#br0" timeOffset="10273.52">26599 3363 804 0,'0'0'488'0,"0"0"-234"15,0 0 2-15,0 0-61 16,0 0-66-16,0 0-49 16,0 0-29-16,3 8-11 0,-3-5 5 15,0 5 24 1,0 2 37-16,0 5 5 0,0 3-17 15,0 0-18-15,0 0-23 16,-3 0-28-16,-4-2-14 16,7-2-11-16,0-4-43 15,0-6-141-15,0-2-303 16,0-2-235-16</inkml:trace>
  <inkml:trace contextRef="#ctx0" brushRef="#br0" timeOffset="11447.38">26993 3054 899 0,'0'0'238'0,"0"0"-9"16,0 0-14-16,0 0-20 16,0 0-13-16,0 0-44 15,95 116-26-15,-74-86-9 16,-1 2 16-16,-2 0-33 0,3 0-31 15,-6-1-6 1,3-4 0-16,-3 0-13 0,-2-4-18 16,0-2-9-16,-3-3-2 15,-2-4-1-15,-5-4-5 16,4-6-1-16,-7-2-9 16,0-2-82-16,3 0-107 15,2-12-67-15,2-10-78 16,-4 0-673-16</inkml:trace>
  <inkml:trace contextRef="#ctx0" brushRef="#br0" timeOffset="11718.65">27273 3134 1590 0,'0'0'331'16,"0"0"-174"-16,0 0 20 16,0 0-41-16,0 0-41 15,0 0-46-15,-36 106-10 16,28-73 0-16,-5 1-4 16,-2 0-15-16,0-1-10 15,1 2-10-15,-1-3-38 16,0 0-81-16,6-3-111 15,3-8-260-15,6-9-643 0</inkml:trace>
  <inkml:trace contextRef="#ctx0" brushRef="#br0" timeOffset="12300.1">27519 3252 590 0,'0'0'760'16,"0"0"-561"-16,0 0-55 15,0 0 81-15,0 0-39 16,0 0-44-16,0 0-31 16,42 85-25-16,-40-63-27 15,-2 0-24-15,0-5-6 16,0 2-6-16,0-7-20 15,0-2-3-15,0-6-55 16,0-2-61-16,0-2-15 16,0 0 40-16,0-6-12 0,10-12-29 15,1-5-29-15,10-1 64 16,-3 1 97-16,0 0 16 16,-3 8 65-16,-3 3 30 15,-4 3 6-15,-2 8 4 16,-2 1 0-16,-4 0-6 15,3 0-47-15,2 7-17 16,-2 11 26-16,3 3 16 16,1 1-29-16,-2 0-18 15,1-1-28-15,-6-2-9 16,6-1-9-16,-3-5-29 16,0-2-120-16,0-3-228 15,-3-6-342-15</inkml:trace>
  <inkml:trace contextRef="#ctx0" brushRef="#br0" timeOffset="14019.5">24774 3828 48 0,'0'0'790'0,"0"0"-588"0,0 0-91 16,0 0 56-16,0 0-27 15,0 0-38-15,0 0-41 16,3 0-24-16,2 0-17 16,0 0 5-16,0 0 22 15,3 0 4-15,2 0-7 16,-2-2 4-16,7-1 2 15,1 1 0-15,2 1-8 16,2-2-14-16,1 2-6 16,2 1 1-16,1 0-6 0,-2 0-1 15,1-2-4 1,3 2 1-16,2 0 0 0,-2 0-1 16,0-2-2-1,7 2 2-15,0-5 0 0,3 4-6 16,0-3-5-16,3 0 5 15,-5 2-5-15,2-2 1 16,0 1-1-16,-6 3 0 16,-1-1 0-16,-4 1 0 15,-2 0 0-15,-2 0 0 16,0 0-1-16,2 0 1 16,-2 0 1-16,6 0-2 15,2 0 0-15,4 0 2 16,3 0-1-16,0 0 5 15,0 0-4-15,-2 0-1 0,-3 0-1 16,-5 0 1-16,-1 0 0 16,1 0-1-16,0 0 0 15,4 0 0-15,3 0 0 16,-1 0 2-16,7 0 10 16,-1 0-1-16,-2 0 0 15,0 0-2-15,-6 0-2 16,-4 0 0-16,2 0-7 15,-7 0 0-15,-1 4-6 16,1 0 6-16,5 0 1 16,2 0 6-16,1-1-6 15,4 0 1-15,0-3 7 16,3 0-8-16,-2 0 8 0,-1 0 0 16,0 0 5-16,-4 0 0 15,1 0 4-15,-1 0 7 16,-1 0-12-16,5 0-3 15,-4 0 13-15,7-4 8 16,0 2-9-16,-1-2-11 16,1 2-1-16,0 0-4 15,-7 2-6-15,7 0 13 16,-10 0-4-16,7 0-1 16,-7 0-7-16,5-3 11 15,-5 3-2-15,4-4-4 16,-4 1 7-16,7-4 2 0,-2 1 8 15,-2 3-14-15,-2-1-3 16,-3 0 0 0,-4-1 0-16,-2 4 4 0,-7 1-9 15,2 0 11-15,-1 0-3 16,-4-3-7-16,5 3 4 16,5 0 1-16,0-1 14 15,5-2-4-15,-2 2-6 16,2-1-5-16,-5 2 0 15,-6 0-5-15,-1 0-1 16,-4 0-18-16,-4 0-16 16,-3 0-51-16,0 0-59 15,0-4-52-15,-3 1-70 16,-9 2-562-16</inkml:trace>
  <inkml:trace contextRef="#ctx0" brushRef="#br0" timeOffset="14910.12">26162 4235 750 0,'0'0'620'0,"0"0"-478"15,0 0-57-15,0 0 76 16,0 0 0-16,0 0-35 15,0 0-8-15,44 40-34 0,-38-23-31 16,0 2-17 0,-3-2-18-16,0-4-7 0,0-5-5 15,-1-2-6-15,-2-2-9 16,0-4-22-16,3 0 6 16,-3 0 7-16,4 0-17 15,-1-8 5-15,0-7 2 16,2 0 28-16,8-8-7 15,2-2 0-15,6 0 7 16,-1 0 1-16,1 5 6 16,-3 3-1-16,-7 8 14 15,1 3 12-15,1 2 8 16,-5 4 3-16,2 0 18 16,-2 0-6-16,2 0 1 15,1 12-1-15,-2 4-3 0,-1 6 3 16,-2 2 2-16,1 2-15 15,-2-1-19-15,-2 0-11 16,0-6-4-16,-3-2-7 16,0-7-1-16,3-4-37 15,-3-2-115-15,4-4-129 16,1-2-114-16,-2-10-864 0</inkml:trace>
  <inkml:trace contextRef="#ctx0" brushRef="#br0" timeOffset="24740.82">11680 6586 1228 0,'0'0'359'16,"0"0"-189"-16,0 0-31 15,0 0-14-15,0 0-31 16,0 0-40-16,0 0-26 16,0 0-11-16,0 0-7 0,0 0-1 15,0 3 0 1,0-1-3-16,2 2 5 0,-2 4-2 15,3 0 6-15,0 3 6 16,0 1-5-16,2-1 0 16,-1 5-4-16,2 1-4 15,-3-2 0-15,2-1 1 16,-1 2 2-16,2 0 1 16,-3-2 1-16,2 2 12 15,-2 0 0-15,4-1-10 16,-2-2 0-16,1-1-2 15,3 1-4-15,4-1 0 16,-2-2-3-16,1-1 3 16,3 4 0-16,2-3-1 15,1 1 0-15,2-4-2 0,3 0 3 16,0-1-8-16,-2-1 8 16,2 1 0-16,0-2 0 15,2 0 2-15,-1 0-4 16,-1 0-6-16,1 0 10 15,0-2-11-15,0 2 1 16,2-3-1-16,2-1 6 16,0 2 3-16,3-2 0 15,2 0 6-15,-1 0 2 16,3 0-1-16,-4 0 0 16,-2 0-15-16,-2 0 5 15,-1 0-6-15,1 0 1 16,0 0 9-16,-1 0-9 15,7 0 0-15,-4 0 0 0,4 0 10 16,3-2-6-16,0 1-4 16,-3-3-1-16,-1 1 6 15,-2 0 1-15,-4 1-7 16,-1 2 0-16,-1 0 1 16,-4 0 0-16,1 0-1 15,2 0 1-15,-2 0 0 16,7 0 0-16,-2 0 1 15,7 0-1-15,5 0 10 16,1 0 4-16,5 0-9 16,-3-6 5-16,2 4-5 15,-1-2-5-15,-4 4 0 16,-9 0 0-16,1 0-1 0,-6 0 0 16,3 0 1-16,0 0 0 15,6-2 0-15,-2-2-1 16,8 0 0-16,-1 0 0 15,-2-2 1-15,0 1 0 16,0 3-1-16,-6-1 0 16,-1 1 1-16,-5 2 0 15,3 0-1-15,-6 0 0 16,0 0 0-16,-1 0 0 16,6-1 1-16,2 1-1 15,1-5 1-15,7 1 0 16,0 0-1-16,5 0 1 15,2-2 0-15,1 2-1 0,-8 0 1 16,-1-1-2 0,-6 5 1-16,-5-1 0 0,-4 1 0 15,-7 0 0-15,2 0 0 16,0 0-6-16,-1 0 6 16,4 0 1-16,0 1-1 15,7 1 0-15,-8 2 0 16,7 1 0-16,-3-1 1 15,-3 0 5-15,2 2-6 16,-2 0 0-16,-7 0 0 16,4 0-1-16,-2-3-10 15,2 4 11-15,-4-1 6 0,4 0 2 16,0 2-7-16,-4-2-1 16,7 2 1-1,-8-2 0-15,1 0 0 0,-2-2 10 16,-3 2-11-16,1-2-7 15,-4 4 7-15,-1 1 0 16,4-2 6-16,-3 3 6 16,-1 0-11-16,5-2 0 15,-7 0 0-15,3-1 6 16,-3-4-6-16,3 3-1 16,-3-2 0-16,0 0 1 15,0 0 2-15,0 0 10 16,0-2-12-16,0 1-1 0,0-3 2 15,0 0-1-15,0 0 0 16,0 0 7-16,0 0-8 16,0 0-11-16,0-3 5 15,3-5 6-15,-3-4 1 16,2 0 5-16,2 0-5 16,-1 0 0-16,0 3 1 15,2-1-2-15,1-1-1 16,4-1 0-16,2 2 0 15,2-2 0-15,1 2-8 16,0 0 9-16,3 2 0 16,0-1 0-16,-3 3-1 15,2 4 0-15,-2-3-9 16,3 4 10-16,0 1-8 16,-3-3 7-16,3 3 1 15,-3-2 0-15,3 0-1 16,-2 0 2-16,6-2-1 0,-1 2 0 15,-3-2 6-15,0 2-6 16,-4 0 0-16,-2 2 1 16,0 0-2-16,-3 0 1 15,0 0-7-15,0 0 7 16,3 0 0-16,2 0 0 16,4 0 2-16,7 0 5 15,-2-2-5-15,3 0-2 16,2 2 9-16,-2 0-9 15,0 0 0-15,2 0 0 16,-5 0 0-16,0 0 0 16,2 0 0-16,1 0 0 15,-5 0 1-15,3 0 0 0,-4 2-1 16,5-2 0-16,-4 2 1 16,2-2 0-16,-2 2-1 15,2 0 1-15,2 2 0 16,1 0-1-16,3 0 0 15,1 0 1-15,1 2 5 16,-5-2-6-16,0-3 9 16,4 4-9-16,-6-4 1 15,6 2 6-15,-9-3-6 16,2 2 7-16,-5-1-7 0,0-1-1 16,0 3 2-1,-3-1-2-15,3 2 1 0,0-2 0 16,3 0 0-16,-1 0-1 15,7-2 1-15,0 2 9 16,-1-2-9-16,7 0-1 16,-4 0 7-16,4 0-7 15,-4 0 6-15,4 0-6 16,-2 0 1-16,-2 0-1 16,1 0 1-16,3 0-1 15,-7 0 0-15,5-2 0 16,-2 0 0-16,1 0 1 15,-1 0-1-15,-2 2 1 16,2 0 0-16,-1 0 0 16,1 0 0-16,-2 0 0 0,0 0-1 15,-1 0 1-15,1 0-1 16,-1 0 1-16,2 0-1 16,1 0 0-16,1 0 0 15,-1 0 0-15,2 0 0 16,-3 0 1-16,3-2 0 15,-2-2 1-15,-2 0-1 16,-1-1 6-16,-2 1-6 16,-2 2 5-16,-1 0-4 15,-3-1 4-15,2 1-5 16,1 1 8-16,-3-2 0 16,8-1-1-16,2 2-1 15,0-2-1-15,3 0-5 0,-2 0 6 16,1 0-6-16,-4 2 0 15,2-2-1-15,-2 1 1 16,-5 3-1-16,2-2 1 16,-2 2 0-16,-1 0-1 15,5-1 1-15,1-2 0 16,-2 1 8-16,3 0-3 16,2-3-4-16,-1-2 4 15,-2 2 0-15,2-1 0 16,1-1 3-16,-3 1 1 15,1 0-10-15,2 0 6 16,-1 2-5-16,-7 0 0 16,-1 3-1-16,-2-1 1 15,0-1 8-15,0 2-8 0,3-3 1 16,-3 1 8-16,5-1-2 16,0 1-1-16,5-4 5 15,-2 4-6-15,-5-2-4 16,2 1 7-16,-5 2-8 15,0 2-1-15,-8-1-1 16,1 1 1-16,-2 0 0 16,0 0 0-16,-2-3 0 15,1 3 0-15,4 0 1 16,-1-1 0-16,4-3 0 16,1 1 1-16,1-1 5 15,1 1-7-15,0-1 0 16,-3 0 1-16,2-1 1 0,-2 4-1 15,3-4 6-15,0 4-6 16,0-4-1-16,3 4 0 16,-4-4 0-16,1 3 1 15,-2-2-1-15,-1 1 1 16,-4 0-1-16,-2-1 1 16,0 2 7-16,0-2-7 15,-3 1 1-15,2 1 5 16,-1-1-1-16,1 0 0 15,-5 0 0-15,4 0 2 16,-2 0-7-16,-2 0 1 16,3 0-1-16,-2 1 0 15,-4 0 5-15,0 2-5 0,0 0 0 16,0 0-1 0,0 0 2-16,0 0-1 0,0 0-1 15,0 0-17-15,0 0-19 16,0 0-28-16,0 0-54 15,0 0-38-15,-4 4-81 16,-5 5-284-16,0 0-180 0</inkml:trace>
  <inkml:trace contextRef="#ctx0" brushRef="#br0" timeOffset="27256.1">14942 7502 1145 0,'0'0'404'15,"0"0"-212"-15,0 0-104 16,0 0 5-16,0 0 0 16,0 0-3-16,11-23-11 15,-2 19 11-15,-6 3-6 16,3-1 1-16,-6 2-7 16,0 0-15-16,2 0-47 0,1 0-10 15,1 11 3-15,4 8 19 16,-2 3-10-16,-3 1 2 15,4 2-10-15,-5-5 0 16,-2-2-10-16,3-6-26 16,0-4-21-16,-3-5-9 15,3-3 19-15,-3 0 23 16,0 0 4-16,0-7-14 16,0-8-50-16,0-3 12 15,4 0 47-15,1 3 10 16,4-3 5-16,0 4 12 15,-1 2 4-15,2 3 6 16,-2 4 8-16,-5 2 4 16,4 1 0-16,-4 2 3 15,0 0 3-15,-1 0-5 0,1 0-14 16,4 0 8-16,-2 9 10 16,4 2 0-16,0 1-6 15,0 5-14-15,-2-3-10 16,1 0-9-16,1-5 0 15,0 4-49-15,-4-5-42 16,5-1-91-16,-2 4-68 16,-1-3-67-16,-1 0-352 0</inkml:trace>
  <inkml:trace contextRef="#ctx0" brushRef="#br0" timeOffset="27742.79">15538 7405 907 0,'0'0'573'0,"0"0"-365"0,0 0-50 16,0 0-10-16,0 0-24 15,0 0 12-15,0 0-1 16,47 0-31-16,-29 8-17 15,-3 4-17-15,3-1-1 16,3 5-15-16,-3 1-13 16,5 2-17-16,-2 0-10 15,4-1-7-15,-2 0 2 16,3-4-7-16,-5-2-1 16,0-6 8-16,-6 1-9 15,0-3-7-15,-7-2-25 16,-4-2-29-16,-4 0-31 15,0 2 2-15,0-2-35 0,0 0-69 16,-4 0-96-16,-4 0-319 16,-2 0-432-16</inkml:trace>
  <inkml:trace contextRef="#ctx0" brushRef="#br0" timeOffset="28010.08">15811 7391 1255 0,'0'0'338'16,"0"0"-128"-16,0 0 3 0,0 0-74 16,0 0 3-16,-85 102-27 15,67-73-52-15,-3-4-29 16,0 2-10-16,4-5-8 15,-1 1-7-15,0-2-8 16,0-1-1-16,3-2-65 16,2-4-91-16,8-3-73 15,2-8-360-15</inkml:trace>
  <inkml:trace contextRef="#ctx0" brushRef="#br0" timeOffset="28642.39">15458 7231 967 0,'0'0'500'0,"0"0"-295"15,0 0-34-15,0 0-16 16,0 0-85-16,0 0-27 16,0 0 17-16,32-6 38 15,-11 2 2-15,9 0-21 16,-4 0-21-16,10-2-30 15,0 2-16-15,5 0-2 16,-2-1-10-16,-3 2-37 16,-3 0-62-16,-4 3-63 15,-7 0-54-15,-14 0-422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9T02:00:33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19463 8534 1132 0,'0'0'350'15,"0"0"-225"-15,0 0 25 0,0 0 30 16,0 0-57-16,0 0-36 15,-4-2 0-15,16-4-10 16,4 2 0-16,-1-2-3 16,1 0-9-16,9 0-11 15,1 1-10-15,7-1-9 16,6-3-11-16,2 1-8 16,7 0-9-16,2-3 1 15,4 3-7-15,-3-1 5 16,-2-1-5-16,-3 0 0 15,-5 2-1-15,-8 0-5 16,-7 4-33-16,-10 0-29 16,-8 2-33-16,-5 2-56 15,-3 0-80-15,0 0-79 16,0 0-285-16</inkml:trace>
  <inkml:trace contextRef="#ctx0" brushRef="#br0" timeOffset="380.97">19646 8694 864 0,'0'0'347'0,"0"0"-147"15,0 0-49-15,0 0-20 16,0 0 28-16,0 0-46 16,0 0-22-16,69-40-6 15,-43 32-2-15,5 3-14 16,0-4-21-16,5 3-16 15,6-2-8-15,3 0-8 16,-1-1-16-16,0 4-4 16,-1 0-106-16,-4 1-58 15,-1 1-27-15,-12 3-330 0,-13 0-599 16</inkml:trace>
  <inkml:trace contextRef="#ctx0" brushRef="#br0" timeOffset="872.66">20107 8165 950 0,'0'0'271'16,"0"0"-168"-16,0 0 45 16,0 0-9-16,0 0 3 15,0 0-24-15,120 46-46 16,-89-26-31-16,0 0-4 15,-3 1 0-15,3-5-6 16,-5-3-4-16,-5-1-8 16,-6 0 0-16,-6-1 22 15,-3-4 30-15,-3 6 18 16,-3-1 6-16,0 2-1 16,0 4-5-16,-3 0-18 0,-9 2-20 15,3-1-3-15,-3 4-18 16,1-2-9-16,1 2-14 15,5-3 4-15,-1-2-11 16,-1-4-1-16,5 1-20 16,2-6-54-16,0 1-73 15,0-3-215-15,0-6-353 0</inkml:trace>
  <inkml:trace contextRef="#ctx0" brushRef="#br0" timeOffset="1639.61">21011 8347 1292 0,'0'0'508'0,"0"0"-413"16,0 0-31-16,0 0 65 15,0 0-23-15,0 127-5 0,0-77-3 16,2 4-15-16,4 3-2 15,-6-1-11-15,3-3-14 16,-1-4-21-16,3-10-14 16,-5-6-3-16,2-9-7 15,1-10-5-15,0-4-5 16,-3-8 0-16,3-2 7 16,-1 0 1-16,2-6-3 15,-4-16-4-15,6-8 29 16,-3-10-19-16,0-8 0 15,-3-4-3-15,0-5-7 16,0-2-2-16,0 2-6 16,0-5-4-16,5-4 2 0,2-3-4 15,4-3 0 1,1 0-3-16,6 1-3 0,0 13 17 16,0 8 0-16,0 14-6 15,0 19 6-15,0 11-16 16,0 6 7-16,5 14 10 15,1 20 10-15,2 10 22 16,-4 4-2-16,-1 2-7 16,-8-2-7-16,2-4-7 15,-5-6 13-15,-7-4-5 16,-3-6 13-16,0-1 9 16,0-7 12-16,-7-2 5 15,-7-2-11-15,-6-4-4 16,-5-2-10-16,4-4-4 15,-2-2-16-15,-1-2-1 0,1-2 1 16,5 0-11-16,3 0-2 16,2 0-23-16,5 0-22 15,-2 0-28-15,10-2-89 16,0 2-290-16,0 0-513 0</inkml:trace>
  <inkml:trace contextRef="#ctx0" brushRef="#br0" timeOffset="2735.68">23579 9625 1505 0,'0'0'483'16,"0"0"-348"-16,0 0-103 15,0 0 99-15,0 0-3 16,0 0-24-16,146-43-25 16,-89 36-17-16,5-1-17 15,4 0-11-15,-4 0-13 16,-3 0-20-16,-2 0 5 15,-6-1-6-15,-10 4-20 0,-12 1-58 16,-8 4-84-16,-21 0-124 16,0 0-249-16,-8 9-152 0</inkml:trace>
  <inkml:trace contextRef="#ctx0" brushRef="#br0" timeOffset="2994.99">23610 9709 1440 0,'0'0'361'16,"0"0"-255"-16,0 0 80 15,169-22 7-15,-104 9-43 0,4-2-34 16,-2 3-42-16,-3 0-41 15,-8 2-21-15,-12 3-12 16,-8 0-51-16,-10 3-81 16,-2 2-135-16,-6 2-284 15,-9 0-401-15</inkml:trace>
  <inkml:trace contextRef="#ctx0" brushRef="#br0" timeOffset="3538.53">24290 9440 1101 0,'0'0'319'0,"0"0"-155"16,0 0 17-16,0 113 12 15,0-78-52-15,0 1-44 16,0-3-35-16,0-3-25 16,0-5-27-16,0-6 1 15,0-7-10-15,0-4 6 16,0-8-6-16,0 0 21 16,0-4-22-16,0-19 3 0,0-12-3 15,9-9 6 1,-4-6 10-16,5-1-8 0,-5 4-7 15,1 4 7-15,1 7-7 16,-4 11 20-16,-1 8 3 16,1 9 14-16,0 7 2 15,4 1-21-15,1 0-18 16,7 9 21-16,0 15 17 16,-1 7 0-16,1 5 12 15,-2 2 2-15,-8 1 10 16,-2-1 9-16,-3-2 2 15,0-5-8-15,0-5-17 16,-18-2-1-16,0-4-16 16,2-2-13-16,-6-8-17 15,5-1-2-15,2-5-3 0,0-4-27 16,2 0-67-16,-1 0-113 16,-1-7-265-16,3-1-449 15</inkml:trace>
  <inkml:trace contextRef="#ctx0" brushRef="#br0" timeOffset="4537.85">25211 9394 1478 0,'0'0'479'16,"0"0"-445"-16,0 0 48 15,0 0 120-15,33 109-2 0,-22-51-71 16,2 10-35-16,-2 8-5 16,-2 2-20-16,-3 2-14 15,1-1-11-15,-2-9-20 16,-5-8-3-16,6-10 4 16,-4-10-19-16,1-14-5 15,4-7 10-15,-7-12-11 16,0-4 1-16,0-5 12 15,0 0-13-15,0-16 0 16,0-17-6-16,0-11 5 16,0-14-16-16,-7-10-15 15,-1-12 5-15,0-6-19 16,-5-9-17-16,4 3 32 0,6 2-27 16,-3 8 2-16,6 13 25 15,0 15 6-15,0 12 13 16,6 8 12-16,9 8 0 15,3 2 0-15,5 6-7 16,1 4 7-16,6 7 1 16,3 7-1-16,-1 0 18 15,4 19 9-15,-6 17 10 16,-7 11 20-16,-2 8 19 16,-11-1-18-16,-10 1-8 15,0-5-7-15,-13-8-1 16,-10-6-8-16,-7-8-4 0,3-6-7 15,-3-8-11-15,4-6 7 16,2-8-10-16,0 0-9 16,6-2 0-16,4-12-9 15,4 0-21-15,2-3-31 16,8 0-72-16,3-10-163 16,20 2-307-16,5 2-307 0</inkml:trace>
  <inkml:trace contextRef="#ctx0" brushRef="#br0" timeOffset="4865.96">26081 8976 1502 0,'0'0'354'16,"0"0"-240"-16,0 0 70 15,0 0-16-15,0 0-61 16,-80 134 15-16,71-87-18 16,0 6-40-16,1 5 0 15,2 2-4-15,-6 2-15 16,6-2-22-16,2-3-12 15,4-3-10-15,0-10-1 16,0-6-16-16,12-7-84 0,9-14-87 16,15-11-111-16,-3-6-228 15,-4 0-357-15</inkml:trace>
  <inkml:trace contextRef="#ctx0" brushRef="#br0" timeOffset="5173.16">26319 9226 1420 0,'0'0'297'0,"0"0"-122"0,0 0 93 16,6-108-90-16,-4 87-40 15,-2 10-39-15,4 4-17 16,-1 7-10-16,0 0-54 15,-3 18-9-15,5 15 12 16,-2 11 49-16,0 8-23 16,1 4-26-16,-4-1-10 15,0-7-10-15,0-5 4 16,0-8-5-16,0-10-65 16,0-6-65-16,3-15-88 15,0-4-112-15,5 0-400 0</inkml:trace>
  <inkml:trace contextRef="#ctx0" brushRef="#br0" timeOffset="5363.65">26658 9274 1655 0,'0'0'566'0,"0"0"-465"16,0 0 43-16,0 0-9 15,0 0-59-15,0 0-42 16,124-2-34-16,-96 2-1 16,6 10-178-16,-6-4-397 15,-2-1-465-15</inkml:trace>
  <inkml:trace contextRef="#ctx0" brushRef="#br0" timeOffset="5889.24">27116 9151 988 0,'0'0'758'15,"0"0"-594"-15,0 0 25 16,-10 111 38-16,10-66-60 16,10 4-48-16,1 3-2 15,4 1 12-15,0-3-49 16,-4-4-32-16,-1-4-21 15,-2-6-12-15,1-6-13 16,-3-6-1-16,-3-8-1 0,0-3-6 16,-3-7-3-16,0-5 1 15,0-1 8-15,0 0 8 16,0-20-8-16,0-10-13 16,-9-13-25-16,1-8 23 15,4-11-4-15,1-11 8 16,3-3-17-16,0 2 0 15,0 8-4-15,3 10 1 16,12 14 31-16,0 10 0 16,3 7-11-16,0 12 10 15,5 4 1-15,-2 6 9 16,7 3 12-16,-8 0-3 16,1 13 11-16,-6 10 5 15,-7 7 14-15,-5 5 7 16,-3 4-1-16,-3 3-15 0,-17-2-9 15,-4 0-9-15,0-6-9 16,0-6-7-16,6-6-5 16,0-5-1-16,10-5-32 15,2-11-78-15,6-2-91 16,3-18-157-16,11-11-633 0</inkml:trace>
  <inkml:trace contextRef="#ctx0" brushRef="#br0" timeOffset="6147.55">27816 8499 1091 0,'0'0'406'0,"22"114"-229"0,-9-39 70 15,5 11 53-15,0-5-48 16,-5-1-42-16,-5-3-52 15,-8-3-37-15,0-4-42 16,0-2-27-16,-8-8-26 16,-7-1-16-16,-3-9-10 15,-3-6-20-15,-2-6-16 16,2-6-80-16,0-8-214 16,6-12-417-16</inkml:trace>
  <inkml:trace contextRef="#ctx0" brushRef="#br0" timeOffset="8456.34">25746 10160 829 0,'0'0'405'15,"0"0"-167"-15,0 0-7 16,0 0-19-16,0 0-68 15,0 0-23-15,0 0 13 16,59-7 10-16,-33 3-30 16,10-1-32-16,3 1-9 15,9-2-6-15,8 0-16 16,9-4-10-16,12-2-16 16,10-4-6-16,11-2 2 0,23-5-10 15,23-8 2-15,25-3-4 16,6 1-8-16,-5 4 8 15,-19 1-8-15,-21 6 5 16,-23 1 6-16,-24 7-4 16,-20 5 4-16,-19 2-6 15,-5 4-5-15,-6-2-1 16,-7 4 1-16,-13 1-2 16,-13 0 2-16,0 0-2 15,-10 0-4-15,-11 0-3 16,-5 6-68-16,8 0-51 15,3-2-133-15,10 0-299 16,-2-3-444-16</inkml:trace>
  <inkml:trace contextRef="#ctx0" brushRef="#br0" timeOffset="9206.34">27005 10439 1166 0,'0'0'572'0,"0"0"-401"0,0 0-35 15,0 0 14 1,0 0-23-16,0 0 49 0,0 0-41 16,47 90-61-16,-37-56-39 15,-7 0-7-15,-1-2-7 16,1-4-9-16,-3-3-6 15,0-7-5-15,0-9-1 16,0-5-15-16,0-4 8 16,0 0-8-16,0-14-51 15,3-17-16-15,6-11 42 16,4-10 30-16,1-9 10 16,4-1 9-16,0 2-8 15,-1 10 15-15,-1 10 11 16,-1 14 7-16,-7 13 20 15,4 12-12-15,-1 1-2 0,2 13 3 16,2 14 21-16,3 6 4 16,0 8-13-16,-7-1-13 15,4 0-9-15,-5-4-12 16,-5-3-12-16,-2-7-3 16,2-5 0-16,0-6-6 15,-5-5-11-15,2-5-43 16,1 1-117-16,5 5-111 15,-1-1-245-15,-1-5-458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9-06T18:44:48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14246 10806 939 0,'0'0'247'16,"0"0"-105"-16,0 0 19 15,0 0 50-15,0 0-27 16,0-22-4-16,0 20-40 16,0 2-36-16,0 0-11 15,0 0 5-15,0 0-18 16,0 0-13-16,0 0-28 0,0 5-21 15,0 9-8-15,0 13 17 16,-3 5 21-16,3 4-21 16,0 2-12-16,0-4-2 15,0 1-4-15,0-7-7 16,3-4-2-16,6-6 0 16,0-7 0-16,-1-2-2 15,1-9-17-15,4 0-2 16,1 0 7-16,1-15 7 15,6-10-2-15,2-9-9 16,2-9 3-16,1-2-10 16,-3-4-12-16,-2 6 20 15,1 0 16-15,-8 7 0 16,-2 6 0-16,-3 7 1 0,-5 8 0 16,-2 7 21-16,-2 4 40 15,0 2-12-15,0 2-14 16,0 0-14-16,0 0-9 15,-2 14-6-15,-11 10-5 16,1 9-1-16,-6 7 6 16,4 5 12-16,-1 3-12 15,0 2-5-15,2 0 8 16,0-1-7-16,3 1-1 16,2-3 6-16,-5 1-6 15,5-3-1-15,-4-2 0 16,6-6-1-16,-1-5 1 15,2-8-17-15,2-8-47 0,3-6-66 16,0-10-117-16,6-1-52 16,9-22-60-16,3 0-248 0</inkml:trace>
  <inkml:trace contextRef="#ctx0" brushRef="#br0" timeOffset="593.41">14492 11203 948 0,'0'0'323'0,"0"0"-164"15,0 0 4-15,0 0-19 16,0 0-24-16,0 0-16 16,0 0 6-16,27 38 14 15,-23-17-43-15,-4 0-19 16,0 2-26-16,0-4-15 15,0-1-10-15,0-2-10 0,0-6 1 16,0-3-2 0,0-5-11-16,0-2-36 0,2 0-16 15,4-13-3-15,2-6-5 16,2-6 2-16,2 0 36 16,-1 2 25-16,-1 6 8 15,-2 4 0-15,-5 5 12 16,4 4 16-16,-7 4 20 15,0 0 7-15,0 0-20 16,3 0-6-16,-1 8 27 16,1 9 15-16,3 0-6 15,-2 6 18-15,-1 0-5 16,-3 1-13-16,2 1-23 16,-2-6-24-16,0 0-18 0,0-6 2 15,0-4-2-15,3-3-48 16,-3-6-102-16,6 0-52 15,9-8-62-15,0-15-73 16,3 2-422-16</inkml:trace>
  <inkml:trace contextRef="#ctx0" brushRef="#br0" timeOffset="865.68">14822 11237 965 0,'0'0'305'0,"0"0"-84"15,0 0 22-15,0 0-48 16,0 0-5-16,0 0-69 16,0 0-42-16,92 12-13 15,-71-8-21-15,-3 0-30 16,-6-2-4-16,3-2-11 15,-4 0-13-15,2 0-74 16,-8 0-75-16,-5 0-156 16,0 0-228-16,0 0-706 0</inkml:trace>
  <inkml:trace contextRef="#ctx0" brushRef="#br0" timeOffset="1067.08">14878 11357 1307 0,'0'0'270'16,"0"0"-130"-16,0 0 31 15,0 0 19-15,0 0-60 16,0 0-37-16,0 0-40 16,119-6-32-16,-101 2-21 15,0 4-27-15,-9 0-130 16,-1 0-390-16</inkml:trace>
  <inkml:trace contextRef="#ctx0" brushRef="#br0" timeOffset="3657.22">15384 11171 25 0,'0'0'1092'0,"0"0"-847"16,0 0-75-16,0 0 14 16,0 0-63-16,0 0-16 15,0 0 23-15,29 18-30 16,-29-2-12-16,0 0-34 15,3 0-27-15,-3-2-15 16,0-1-8-16,0-4-1 16,0-3 1-16,0-4-2 15,0 0-15-15,0-2-13 16,0 0 0-16,0 0 6 16,0 0-19-16,0-10-35 0,7-1-3 15,-5-6 35 1,4-3 12-16,3 0 13 0,2-3 17 15,5 5-5-15,-7-5 7 16,5 4 3-16,-2 4 12 16,1 5 8-16,-5 2 15 15,-2 6 22-15,1 2 18 16,-2 0-19-16,-2 0-20 16,2 10 11-16,2 11 27 15,-4 0 5-15,0 4 5 16,-3 0-33-16,0 0-21 15,0-2-17-15,0-4-7 16,0-4-8-16,0-3 1 16,0-3-2-16,0-4-21 0,0-1-58 15,0-4-59-15,0 0-59 16,0 0-97-16,0 0-68 16,0-4-829-16</inkml:trace>
  <inkml:trace contextRef="#ctx0" brushRef="#br0" timeOffset="4303.49">15886 11069 1088 0,'0'0'372'0,"0"0"-221"16,0 0-18-16,0 0-5 16,0 0 10-16,0 0-10 15,0 0-25-15,53 42 1 16,-32-21 7-16,-3 6-6 16,0-1-24-16,-3 3-29 15,3-2-9-15,-4 3-22 16,-2-1-7-16,0-1-6 15,0-5-6-15,0-1-1 0,-4-3 0 16,-1-5 0-16,-1-4 0 16,-4-4 0-16,1-2-1 15,-3-4 0-15,0 0-24 16,3 0-44-16,-3 0-63 16,0-3-54-16,0-23-84 15,0 5-278-15,0-4-549 0</inkml:trace>
  <inkml:trace contextRef="#ctx0" brushRef="#br0" timeOffset="4573.76">16096 11103 1292 0,'0'0'385'15,"0"0"-231"-15,0 0-10 16,0 0 17-16,0 0-40 16,0 0-38-16,-53 102-1 15,39-74 4-15,-4 1-41 16,0-2-22-16,0-2-14 16,0-3-8-16,0-2-1 15,6-7-26-15,6-4-93 16,6-9-94-16,0 0-301 15,0-6-380-15</inkml:trace>
  <inkml:trace contextRef="#ctx0" brushRef="#br0" timeOffset="4951.75">15824 10793 1408 0,'0'0'505'0,"0"0"-404"16,0 0-28-16,0 0-1 16,0 0 2-16,0 0 64 15,0 0-12-15,113 14-11 16,-67-9-29-16,3-5-43 16,-2 0-25-16,-6 0-9 15,-5 0-9-15,-9 0 0 16,-9 0-104-16,-10 0-145 15,-8 0-333-15</inkml:trace>
  <inkml:trace contextRef="#ctx0" brushRef="#br0" timeOffset="101653.17">27329 12182 1162 0,'0'0'525'0,"0"0"-395"15,0 0 65-15,0 0 8 16,0 0-79-16,0 0-56 15,0 0-32-15,0-2-21 16,3 9-8-16,-3 9 7 16,0 9 39-16,0 5 41 15,0 3-43-15,-12 9-13 16,-2 2-5-16,-1-3-6 16,2 3-18-16,2-5 0 15,2-3-8-15,3-8 1 16,3-4 4-16,3-8-6 0,0-6 0 15,0-3 0 1,0-2-1-16,0-4 1 0,0-1 0 16,0 0-1-16,0 0 0 15,3 0-5-15,5 0 6 16,5 0 0-16,5 0 6 16,5 0-4-16,5 0 5 15,-2 0-6-15,3 0 7 16,-5-1-8-16,-3-1 0 15,-3-1-15-15,-7 2-24 16,-1 1 0-16,-7 0-28 16,-3 0 6-16,0 0-6 15,0 0-43-15,0 0-67 0,-16 0-163 16,1 0-143 0,1 0-190-16</inkml:trace>
  <inkml:trace contextRef="#ctx0" brushRef="#br0" timeOffset="102026.17">27317 12436 795 0,'0'0'406'16,"0"0"-164"-16,0 0-38 15,0 0-61-15,0 0-7 16,0 0-45-16,0 0 16 16,12-24-1-16,1 22-17 15,-2 0 25-15,4 0-33 16,5 2-3-16,4-2-16 15,3-2-8-15,0 0-24 16,-1-1-5-16,1 3-16 16,-6-4-9-16,-6 1-7 15,-4 1-78-15,-11 0-110 16,0 2-28-16,-8 0-156 0,-10 2-504 16</inkml:trace>
  <inkml:trace contextRef="#ctx0" brushRef="#br0" timeOffset="102387.21">27335 12133 1250 0,'0'0'322'16,"0"0"-144"-16,0 0 36 16,0 0-54-16,0 0-75 15,0 0 14-15,0 0 0 16,62-19-35-16,-44 19-10 15,6 0-7-15,-3 0-6 16,3 0-30-16,-1 0-11 16,-2 1-23-16,9 6-111 15,-9-1-109-15,-6-2-347 0</inkml:trace>
  <inkml:trace contextRef="#ctx0" brushRef="#br0" timeOffset="102903.83">28010 12059 1185 0,'0'0'367'16,"0"0"-164"-16,0 0 18 15,0 0-46-15,0 0-16 16,0 0-25-16,0 0-57 16,-87 23-36-16,79-5 10 15,-2 4 24-15,2 6-8 16,-2 8-5-16,-1 6-17 16,2 6 3-16,-4 6-11 0,2 3-1 15,6 0 12-15,1 0-18 16,4-5-15-16,0-2-9 15,0-8 3-15,12-4-9 16,0-10 0-16,6-6 0 16,-1-8-7-16,5-8-28 15,1-3-74-15,16-3-82 16,-6-13-175-16,-7-1-532 0</inkml:trace>
  <inkml:trace contextRef="#ctx0" brushRef="#br0" timeOffset="105270.5">28291 12202 1279 0,'0'0'277'0,"0"0"-149"15,0 0 22-15,0 0 6 16,0 0-74-16,0 0-44 15,0 0-9-15,0 4 23 16,0 10 4-16,0 5 2 16,7 0-18-16,-2 6-2 15,1 0-16-15,4 0-16 16,-2-4 2-16,2-3-7 16,-2-6-1-16,-3-5 0 15,-1-2 1-15,5-3-1 0,-7-2 0 16,5 0 0-16,2-7 4 15,3-7-4-15,2-7-1 16,-2-2-7-16,1-4 1 16,0-1-12-16,-3 0 1 15,-2-2 17-15,2 0 1 16,-7 2 12-16,-1 3 0 16,1 6 7-16,-3 4 34 15,0 5 13-15,0 8-5 16,0 0 18-16,0 2-11 15,0 0-23-15,0 2-27 16,0 15-17-16,0 4 1 0,-5 6 10 16,-4 3-5-16,0 0-6 15,3 0 0-15,-3 2 0 16,3 0 0-16,-4-1 0 16,5 2 1-16,-1-1-1 15,-3 1 6-15,3-4-7 16,4 0 0-16,-1-7 0 15,0-4-1-15,3-7-6 16,0 0-40-16,0-5-66 16,0-5-58-16,0 2-13 15,14-3-130-15,4 0-173 16,-6-4-340-16</inkml:trace>
  <inkml:trace contextRef="#ctx0" brushRef="#br0" timeOffset="105780.13">28681 12394 1111 0,'0'0'352'15,"0"0"-202"-15,0 0 55 16,0 0 68-16,0 0-130 0,0 0-44 16,0 0-65-1,6 83 39-15,-6-67-32 0,0-2-27 16,0-5-14-16,2-3 0 16,-2-1-1-16,0-5-39 15,0 0-27-15,3 0-14 16,4 0-24-16,-4-12 21 15,5-5-14-15,2 0 10 16,1-2 25-16,1 0 61 16,-4 3 2-16,5 1 53 15,-8 6 10-15,5 0 32 16,-7 6 10-16,-1 2-15 16,-2 1 15-16,0 0 9 15,0 0-11-15,3 1-51 16,-3 12 12-16,0 5 21 0,7 3-12 15,-4 0-27-15,-3-1-23 16,3-3-16-16,-1-3 0 16,-2-4-7-16,0-2-40 15,0-2-53-15,0-2-89 16,0-4-103-16,0 0-210 16,0 0-342-16</inkml:trace>
  <inkml:trace contextRef="#ctx0" brushRef="#br0" timeOffset="106155.13">29082 11919 707 0,'0'0'663'15,"0"0"-522"-15,0 0 128 16,0 0 49-16,0 0-117 16,41 112-35-16,-35-74-31 15,1 5-4-15,-4 3-40 16,-1-1 15-16,-2 4-28 16,0-4-14-16,0-1-19 15,-9-1-13-15,0-5-4 16,-3-2-5-16,4-4-23 15,-5-1 1-15,8-5-1 0,-1-4 0 16,-3-4-31-16,3-4-35 16,1-1-48-16,-2-6-56 15,-2-3-100-15,3-1-93 16,0 0-450-16</inkml:trace>
  <inkml:trace contextRef="#ctx0" brushRef="#br0" timeOffset="106583.99">29445 12418 512 0,'0'0'1286'0,"0"0"-990"16,0 0-98-16,0 0-10 16,0 0-70-16,0 0-30 15,0 0 11-15,49-2 16 16,-31 2-14-16,-3 0-40 16,-2 0-36-16,-5 0-13 15,2 0-7-15,-10 0-5 16,0 0-133-16,0 5-136 15,0 2-87-15,-13-1-292 0</inkml:trace>
  <inkml:trace contextRef="#ctx0" brushRef="#br0" timeOffset="106756.52">29445 12418 1386 0,'-51'103'291'16,"53"-103"-23"-16,13 0 18 15,3 0-93-15,0 0-80 16,0 0-26-16,0 0-51 16,0-2-36-16,-7 2-122 15,-1 0-179-15,-10 0-684 0</inkml:trace>
  <inkml:trace contextRef="#ctx0" brushRef="#br0" timeOffset="107754.85">30229 12114 1196 0,'0'0'528'15,"0"0"-430"-15,0 0 38 16,0 0 24-16,0 0-51 16,0 0-42-16,0 0-2 15,0 33 33-15,0-11-30 16,-6 3-11-16,-1 3 1 16,2 2-16-16,-1 1 11 15,-1 0-4-15,-1 1-20 16,5 0 7-16,-6-2-8 15,3 2 2-15,3-4-11 16,1-2-8-16,2-1-10 16,0-7 0-16,0 0-1 0,11-7-1 15,4 1 1-15,5-3 9 16,1-3 0-16,-3-4-1 16,5-2-8-16,2 0 5 15,-7 0-4-15,-1 0 1 16,-2 0-2-16,-3-2-50 15,-6-4-12-15,-3 0-56 16,-3-3-54-16,2-6-98 16,5 2-334-16,-4 0-801 0</inkml:trace>
  <inkml:trace contextRef="#ctx0" brushRef="#br0" timeOffset="108040.09">30198 12346 1294 0,'0'0'530'16,"0"0"-440"-16,0 0-54 15,0 0 81-15,0 0 45 16,0 0-23-16,0 0-59 16,87-16-6-16,-63 16 4 15,-7 0-53-15,4-2-25 0,-3 2-31 16,0-2-91-16,0-2-37 16,-3 0-175-16,-7 0-305 0</inkml:trace>
  <inkml:trace contextRef="#ctx0" brushRef="#br0" timeOffset="108305.38">30252 12078 1332 0,'0'0'303'0,"0"0"-195"0,0 0 0 16,0 0 8-16,0 0-16 15,0 0-55-15,0 0-17 16,110-9-28-16,-81 9-11 16,10 0-184-16,-6 0-200 15,-6 0-534-15</inkml:trace>
  <inkml:trace contextRef="#ctx0" brushRef="#br0" timeOffset="108772.13">30882 11985 1603 0,'0'0'319'16,"0"0"-135"-16,0 0 5 15,0 0-82-15,0 0-22 0,0 0 8 16,0 0-14-16,-80 134 3 16,65-85-7-16,-3 3-20 15,10 4-4-15,-2 1-5 16,2-3-2-16,5-5-1 16,3-1 11-16,0-7-3 15,0-4-21-15,3-4-6 16,5-6-3-16,7-4-6 15,-3-3 0-15,-3-6-8 16,3-4-7-16,-6-2 1 16,3-4-1-16,-3-2-49 15,-3 0-78-15,-3 2-106 16,0-2-256-16,0 1-220 0</inkml:trace>
  <inkml:trace contextRef="#ctx0" brushRef="#br0" timeOffset="138261.28">31039 12394 1054 0,'0'0'284'0,"0"0"-182"16,0 0 82-16,45-7-63 16,-34 7 39-16,2 0-47 15,-5 0-24-15,2 0-36 16,-5 7 19-16,-2 2-23 15,1 0 3-15,-4 3-5 16,0-2-14-16,0 0-12 16,0-4-5-16,0 1-15 15,0-6 1-15,0-1-2 16,0 0-12-16,0 0-15 16,0 0-11-16,0 0-5 15,0 0-13-15,0 0-8 0,3-8-30 16,5-3 24-16,5-1 27 15,2-3 11 1,-7 3-13-16,0 2 45 0,2 4 47 16,-7 3 12-16,-3 3 49 15,2 0-3-15,-2 0-23 16,0 0-18-16,0 0-13 16,0 0-1-16,3 0-13 15,-3 6-17-15,0 3 17 16,4 1-16-16,-1 2-5 15,0 1-10-15,-3-1-5 16,0-1-1-16,3 1-43 16,-3 0-86-16,0 3-6 0,5 3-81 15,-5-2-43 1,3-6-258-16</inkml:trace>
  <inkml:trace contextRef="#ctx0" brushRef="#br0" timeOffset="138808.81">31627 12194 1166 0,'0'0'311'0,"0"0"-174"16,0 0 16-16,0 0-27 16,0 0-7-16,0 0 48 15,0 0-43-15,49 45-30 16,-36-28-19-16,3 3 25 0,-1 4-23 16,0 0-7-16,3 2-6 15,-3-2 7-15,1 0-31 16,0-1 5-16,-1-4-24 15,-3-2-20-15,2-3 7 16,-4-4-7-16,-2-2 5 16,-4-3-4-16,-1-2-2 15,-3-2-35-15,3 2-38 16,-3-3-22-16,0 0-28 16,0 0-14-16,0 2-38 15,-10-1-93-15,-8 3-233 16,0-4-261-16</inkml:trace>
  <inkml:trace contextRef="#ctx0" brushRef="#br0" timeOffset="139166.84">31807 12216 1239 0,'0'0'357'16,"0"0"-194"-16,0 0 80 16,0 0-74-16,0 0-98 0,0 0-6 15,0 0 46-15,-16 86-4 16,7-62-55-16,0 2 19 15,0 0-11-15,-9-1-21 16,4-4-15-16,-1-1-13 16,0-3-11-16,2-6-8 15,2 0-80-15,-1-5-73 16,1-6-50-16,1 0-258 16,2 0-432-16</inkml:trace>
  <inkml:trace contextRef="#ctx0" brushRef="#br0" timeOffset="139551.81">31574 12016 1362 0,'0'0'318'0,"0"0"-238"16,0 0-34-16,0 0 50 16,0 0 64-16,0 0-20 15,0 0-56-15,125-8-40 16,-95 6-24-16,-1-1-19 16,-5 3-1-16,6 0-110 15,-9 0-184-15,-3 0-336 0</inkml:trace>
  <inkml:trace contextRef="#ctx0" brushRef="#br0" timeOffset="139950.76">32180 11887 1443 0,'0'0'401'15,"0"0"-294"-15,0 0 92 0,0 0-4 16,41 100-14-16,-28-56-21 15,-5 7-59-15,2 0 23 16,-5 3-63-16,-5-1-28 16,0-2-1-16,0-3-16 15,0-3-4-15,0-1-5 16,-8-4-6-16,1-1-1 16,-1-7-12-16,-1-5-71 15,-3 0-94-15,-11-1-86 16,-2-6-211-16,1-6-680 0</inkml:trace>
  <inkml:trace contextRef="#ctx0" brushRef="#br0" timeOffset="140873.29">29406 13466 1577 0,'0'0'617'16,"0"0"-529"-16,0 0-74 15,0 0 6-15,0 0 8 16,0 0 16-16,0 0-10 15,88 0-25-15,-67 0-9 16,1 0-7-16,-8 0-63 16,-5 0-125-16,-3 0-101 15,-6 0-411-15</inkml:trace>
  <inkml:trace contextRef="#ctx0" brushRef="#br0" timeOffset="141083.73">29406 13466 897 0,'-46'89'540'15,"64"-89"-315"-15,7 0 72 16,1 0-40-16,5 0-106 16,-5 0-49-16,-3 0-65 15,-2 0-24-15,-6 0-13 16,0 6-133-16,0 4-155 15,-9 1-467-15</inkml:trace>
  <inkml:trace contextRef="#ctx0" brushRef="#br0" timeOffset="142067.1">29985 13405 1458 0,'0'0'304'0,"0"0"-178"16,0 0 23-16,0 0-21 15,0 0-46-15,0 0-17 16,0 0 10-16,59 34-20 0,-49-18-18 16,-8-2-3-16,1 2-7 15,-3-4 6-15,0 0-18 16,0-2-8-16,0 0-7 16,-3-4-25-16,-2 2-51 15,-5-4-13-15,5-2 10 16,-2-2-23-16,4 0-1 15,-2 0 13-15,5-6 23 16,0-8 29-16,0-6 8 16,0-2 30-16,12-1 14 15,-1 0 10-15,10 1 16 16,-3 4 17-16,-1 2 0 16,-1 3-4-16,-4 5 21 15,-4 3-6-15,2 3-9 16,-5 2 6-16,-2 0-2 0,0 0-13 15,0 0 10-15,4 9-13 16,-2 2 43-16,1 3-26 16,1 3-18-16,-2 0 7 15,1 3-25-15,-4 0-10 16,1 0-8-16,1 3-4 16,-1-6-6-16,-3 1-17 15,5-3-87-15,5-4-83 16,-2-3-114-16,1-6-305 0</inkml:trace>
  <inkml:trace contextRef="#ctx0" brushRef="#br0" timeOffset="142255.6">30373 13516 1166 0,'0'0'249'15,"0"0"-187"-15,0 0 58 16,0 0-21-16,0 0-47 16,0 0-49-16,0 0-3 15,13 17-236-15,-13-15-625 0</inkml:trace>
  <inkml:trace contextRef="#ctx0" brushRef="#br0" timeOffset="142984.65">30730 13271 1324 0,'0'0'388'0,"0"0"-222"16,0 0 45-16,0 0-44 15,0 0-58-15,0 0-9 16,0 0-21-16,0 0-42 0,0 6-6 15,0 6 24-15,0 1 0 16,0 6-11-16,0 1-15 16,0 0-2-16,0 0-7 15,-2 2-1-15,-1-4-5 16,0 0-4-16,0-4-1 16,-1-1-8-16,4-2 0 15,0-3 0-15,0 0-1 16,0-2 0-16,0 0-9 15,0 0 3-15,0 2-6 16,7-2 12-16,-1 0 0 16,-1 0 1-16,-2-2 0 15,4 1 0-15,-5-4 0 0,4-1-1 16,-3 2 0-16,4-2 0 16,1 0-6-16,-1 0 5 15,1 0-20-15,-2 0-2 16,3 0-2-16,-1 0-33 15,-1 0-33-15,2 0-83 16,-1-3-34-16,-4-4-117 16,-4 3-242-16</inkml:trace>
  <inkml:trace contextRef="#ctx0" brushRef="#br0" timeOffset="143283.84">30694 13339 1147 0,'0'0'302'15,"0"0"-125"-15,0 0 26 16,0 0-12-16,0 0-30 15,0 0-4-15,0 0-42 16,75-20-16-16,-54 13-44 16,3 2-32-16,-3 0-17 0,-3 1-6 15,-4 3-86-15,-2 1-83 16,-9-3-75-16,0 3-144 16,-3 0-412-16</inkml:trace>
  <inkml:trace contextRef="#ctx0" brushRef="#br0" timeOffset="143485.31">30722 13221 1283 0,'0'0'234'15,"0"0"-112"-15,0 0 97 16,0 0-63-16,0 0-15 15,119-32-65-15,-93 29-46 0,-6 3-30 16,13 0-132-16,-12 0-177 16,0 3-324-16</inkml:trace>
  <inkml:trace contextRef="#ctx0" brushRef="#br0" timeOffset="143974">31211 13153 1162 0,'0'0'399'0,"0"0"-198"15,0 0 32-15,0 0-46 16,0 0-43-16,0 0-46 16,0 0-29-16,-98 98 3 0,87-62 12 15,-1 5 1-15,4 6-6 16,-2-1-27-16,5 2-3 16,-2-3 10-16,4-4-37 15,3-3-14-15,0-4-8 16,0-8 0-16,3-3-79 15,12-9-33-15,5-8-109 16,5-5-82-16,-4-1-261 0</inkml:trace>
  <inkml:trace contextRef="#ctx0" brushRef="#br0" timeOffset="144425.79">31465 13339 618 0,'0'0'987'0,"0"0"-825"16,0 0 23-16,0 0 36 15,0 0-72-15,0 0-33 16,0 0-28-16,77 110-24 15,-63-82-15-15,1-2-18 16,-3-4-14-16,-1-4-6 16,2-3-10-16,-1-4 6 15,-4-5-7-15,2-2-1 16,-2-1-42-16,2-3-53 16,-2 0-51-16,-2-5-61 15,1-7-193-15,-7 2-545 0</inkml:trace>
  <inkml:trace contextRef="#ctx0" brushRef="#br0" timeOffset="144685.1">31601 13371 1534 0,'0'0'504'16,"0"0"-403"-16,0 0 34 15,0 0-15-15,0 0 39 0,0 0-33 16,0 0-27 0,-33 118-43-16,21-91-41 0,3 3-1 15,-6-7-13-15,4-3-1 16,2-4-63-16,0-3-94 16,0-9-107-16,6-4-262 15,0 0-687-15</inkml:trace>
  <inkml:trace contextRef="#ctx0" brushRef="#br0" timeOffset="144913.49">31465 13200 1497 0,'0'0'208'0,"0"0"-123"16,0 0 134-16,0 0-62 15,144 0-86-15,-98 0-41 16,-7 0-30-16,-4 0-102 16,-8 0-162-16,-15 3-452 0</inkml:trace>
  <inkml:trace contextRef="#ctx0" brushRef="#br0" timeOffset="145201.72">31915 13162 1505 0,'0'0'506'15,"0"0"-359"-15,0 0 91 16,0 0-6-16,10 109-67 16,-10-68-45-16,0 4-53 15,0-1-31-15,-7-2-12 16,-1-4-12-16,-5-3-6 16,0 1-6-16,0-6-33 15,-5-3-104-15,-8 4-114 16,6-9-287-16,-5-4-660 0</inkml:trace>
  <inkml:trace contextRef="#ctx0" brushRef="#br0" timeOffset="145925.78">29589 14377 1478 0,'0'0'537'16,"0"0"-455"-16,0 0 6 16,0 0 51-16,0 0-66 15,0 0-36-15,116 0-23 16,-88 0-6-16,-5 0-8 16,0 0-42-16,2 0-99 15,-7 0-138-15,-7 0-269 0</inkml:trace>
  <inkml:trace contextRef="#ctx0" brushRef="#br0" timeOffset="146119.26">29599 14468 1258 0,'0'0'372'0,"0"0"-229"16,0 0 74-16,113 0-44 15,-72-2-114-15,-2 2-59 16,8 0-64-16,-9 0-216 16,-7 0-702-16</inkml:trace>
  <inkml:trace contextRef="#ctx0" brushRef="#br0" timeOffset="149425.43">30178 14397 1370 0,'0'0'365'15,"0"0"-267"-15,0 0-13 0,0 0 16 16,0 0-6-16,0 0 13 15,0 0-19-15,66 39-14 16,-58-22 4-16,4-2-11 16,-9 1-32-16,3-3-17 15,-6 2 1-15,0-5-1 16,0-2-10-16,0-2-9 16,0-3-10-16,0-3-35 15,0 0-17-15,0 0 1 16,0-5-12-16,0-9 12 15,0-3-4-15,0 0 39 16,0-1 18-16,0-1 8 0,0 2 38 16,9 3 1-16,2-1-5 15,5 3-2-15,1 0 19 16,4 2 14-16,0 2-13 16,0 2 24-16,-4 0-9 15,-1 6 0-15,-4 0-4 16,-7 3 20-16,-2 10 15 15,0 8-1-15,-3 1-16 16,0 2-33-16,0-3-21 16,0 2-17-16,0-2-8 15,0-2-2-15,0-5 0 16,0-4-55-16,0-3-53 16,0-2-97-16,-3-5-68 0,-2 0-224 15,2 0-718-15</inkml:trace>
  <inkml:trace contextRef="#ctx0" brushRef="#br0" timeOffset="149627.87">30591 14528 1294 0,'0'0'570'16,"0"0"-439"-16,0 0 8 15,0 0 4-15,0 0-47 16,0 0-62-16,0 0-22 0,11 0-12 16,-11 0-96-1,0 0-260-15,0 0-778 0</inkml:trace>
  <inkml:trace contextRef="#ctx0" brushRef="#br0" timeOffset="150355.94">30982 14391 1568 0,'0'0'475'0,"0"0"-338"16,0 0 21-16,0 0-52 15,0 0-17-15,0 0 28 0,0 0-21 16,31 95-23-16,-23-57 0 16,2 2-28-16,-8 0 4 15,4 0 20-15,-6 0-29 16,4-2-10-16,-4-2-13 16,0-5-11-16,0-5-6 15,0-8 1-15,0-4-1 16,0-9-35-16,0-2-51 15,0-3-31-15,0 0-62 16,6-26-103-16,-1-6-226 0,-2-3-196 16</inkml:trace>
  <inkml:trace contextRef="#ctx0" brushRef="#br0" timeOffset="150753.87">30995 14305 1169 0,'0'0'495'16,"0"0"-403"-16,0 0-12 16,0 0 18-16,0 0-21 15,0 0 27-15,0 0 11 16,44-6-28-16,-19 4-4 0,-2 2 22 15,3 0-12-15,-1 0-26 16,-4 0-2-16,-3 0-21 16,-2 5-3-16,-6 1-6 15,-2 1 1-15,2-1 8 16,-7 2 4-16,-1 0 14 16,-2 4-10-16,0 3 29 15,-2 0-6-15,-16 8-27 16,-6-3-20-16,1-1-9 15,-5-5-10-15,8-1-9 16,-1-9 0-16,3 0-52 16,3-4-72-16,-11 0-128 15,8 0-129-15,0-4-319 0</inkml:trace>
  <inkml:trace contextRef="#ctx0" brushRef="#br0" timeOffset="152471.28">27160 15579 1528 0,'0'0'490'0,"0"0"-426"16,0 0-40-16,0 0 60 16,0 0 24-16,-15 130-33 15,21-90-12-15,11 0-8 16,5 4-12-16,-1-8-12 15,-1 0-6-15,-2-10 5 16,-4-3-6-16,-2-9 4 16,-2-9 3-16,-4 2-11 15,-1-7-8-15,5 0 4 16,-5 0 5-16,1 0 9 0,1-12 0 16,1-7-8-1,4-7-4-15,-3-1-4 0,0-14-4 16,2-3-9-16,-1-6 11 15,-2-6 2-15,-2-4 5 16,1-5-8-16,-5 1-4 16,1-2-1-16,0 7-5 15,0 9-1-15,-3 13 2 16,0 13-1-16,0 6 5 16,0 10-5-16,0 6-1 15,0 2 0-15,0 0-72 16,4 11-90-16,4 16-36 15,10 20-84-15,-3-1-319 16,3-6-721-16</inkml:trace>
  <inkml:trace contextRef="#ctx0" brushRef="#br0" timeOffset="153337.96">27612 15881 1058 0,'0'0'402'16,"0"0"-215"-16,0 0 42 16,0 0 20-16,0 0-73 15,0 0-25-15,0 0 4 16,-13-62-36-16,8 58-30 16,-2-5 5-16,4 9-14 15,-2-2-16-15,-1 2-18 16,-1 0-10-16,2 0-27 15,-1 7-9-15,-1 7 0 16,-1-2-1-16,-2 3-1 16,2 2 1-16,3-3-5 15,2 2 0-15,3 0 0 16,0 0 5-16,0-1-7 0,0 2 1 16,0-7-17-16,0 3-30 15,8-9-1-15,0-1 1 16,5-3 14-16,-1 0 11 15,-1-3 14-15,7-14 8 16,-3-2-2-16,0-4-3 16,1-3 4-16,-5 0 8 15,-2 6 0-15,-3 4 0 16,-3 6 0-16,-3 2 0 16,0 4 32-16,0 4 17 15,0 0 2-15,0 0-17 16,0 0-16-16,0 8 0 0,0 2 5 15,0 3-10 1,0-4-12-16,0 3 0 0,0-2-1 16,0-1-2-16,0-2-5 15,0-1-8-15,5-2-15 16,7-4-21-16,4 0 3 16,2 0 17-16,2 0 13 15,6-10-8-15,-1-2 17 16,-1-2 8-16,-1 6 1 15,-2-1-1-15,-3 9 0 16,-6 0 1-16,-4 0 33 16,2 9 20-16,-2 7 14 15,-2 2-4-15,3 2-20 0,-3-2-22 16,-3 0-14 0,4-1-5-16,-5-9-2 0,1-2-40 15,0-2-75-15,0-4-66 16,6-4-87-16,-1-14-118 15,2-4-419-15</inkml:trace>
  <inkml:trace contextRef="#ctx0" brushRef="#br0" timeOffset="153672.07">28357 15316 1513 0,'0'0'557'0,"0"0"-427"0,0 0 40 16,0 0-5-16,0 0-36 15,0 0-24-15,0 0 2 16,0 63-11-16,-3-28-42 16,-3 5-23-16,0 6-3 15,1 6 7-15,-2-3-1 16,4 5 4-16,-3 0-11 15,4-7-5-15,2 3-5 16,0-4-7-16,0-6-8 16,0-5-1-16,0-8 1 15,2-1-2-15,14-7-54 16,-3-5-66-16,5-1-124 0,13-13-118 16,-3 0-281-16,0 0-947 15</inkml:trace>
  <inkml:trace contextRef="#ctx0" brushRef="#br0" timeOffset="154755.17">28663 15527 958 0,'0'0'517'0,"0"0"-380"16,0 0-2-16,0 0 58 15,0 0 7-15,0 0-41 16,0 0 1-16,6 88-44 16,-4-52-34-16,1-6-31 0,4 1-18 15,-1-8-5-15,-1-2-16 16,5-6-5-16,1-7-6 15,1-6-1-15,3-2-2 16,0 0 1-16,6-19-1 16,0-8-5-16,2-4-2 15,1-11-6-15,-4 3-15 16,1-1 5-16,-3 1 16 16,-6 7 9-16,-2 8 0 15,-7 9 1-15,-1 4 50 16,1 7 26-16,-3 4 41 15,0 0-16-15,0 0-17 16,-3 19-37-16,-9 8-28 16,-3 12 4-16,1 5 7 15,-4 6-7-15,0-2-3 0,6 2-1 16,-6-4-2-16,7 2-4 16,-1-4-8-16,-1-4-5 15,2 1 5-15,-1-5-6 16,3-4 0-16,3-6-10 15,3-4-39-15,0-5-50 16,3-2-61-16,0-11-78 16,15-4-136-16,6-19-151 15,2 2-210-15</inkml:trace>
  <inkml:trace contextRef="#ctx0" brushRef="#br0" timeOffset="155205.97">29013 15855 1380 0,'0'0'327'16,"0"0"-191"-16,0 0 126 15,0 0-71-15,0 0-9 16,0 0-43-16,0 0-29 15,24 104-27-15,-24-83-41 16,0-5-27-16,0 0-3 16,0-10-11-16,0-2-1 0,0-4-6 15,0 0-38 1,0 0-36-16,6-10-13 0,6-6-20 16,3-4 40-16,0-1 23 15,0 2 26-15,-1 2 18 16,-2 7 6-16,-2 0 0 15,-5 7 54-15,-2 3 47 16,0 0 9-16,0 0-24 16,-3 2-8-16,0 13 38 15,2-1 4-15,2 5-42 16,-4 3-32-16,0-9-25 16,0-1-12-16,0-1-9 15,0-7-43-15,0-4-86 0,3 0-77 16,3 0-100-1,-1-12-155-15,2-4-274 0</inkml:trace>
  <inkml:trace contextRef="#ctx0" brushRef="#br0" timeOffset="155483.23">29450 15480 1796 0,'0'0'364'15,"0"0"-253"-15,0 0 116 16,0 0-6-16,0 0-25 16,0 0-44-16,80 117-24 15,-65-81-32-15,-5 4-23 16,-7-1-33-16,-3 3-8 0,0-3-13 16,0-3-8-16,0 0-10 15,-10-3 1-15,2 0-2 16,-8-5-22-16,4-1-55 15,1-5-45-15,1-8-124 16,5-6-130-16,5-8-294 16,0 0-748-16</inkml:trace>
  <inkml:trace contextRef="#ctx0" brushRef="#br0" timeOffset="155783.41">29828 15892 1413 0,'0'0'640'0,"0"0"-516"16,0 0 29-16,0 0 109 15,0 0-48-15,0 0-45 16,0 0-52-16,106 0-59 16,-88 0-35-16,-6 0-13 15,-4-5-10-15,-4 5-24 16,-1-4-112-16,-3 4-115 16,-7 0-246-16,-9 0-418 0</inkml:trace>
  <inkml:trace contextRef="#ctx0" brushRef="#br0" timeOffset="155972.91">29828 15892 765 0,'-21'88'1024'0,"21"-88"-803"15,0 1-55-15,0-1 70 16,15 5 7-16,6-5-36 16,2 0-35-16,1 0-57 15,-4 0-62-15,-2 0-46 16,-8 0-7-16,-2 0-57 15,-8 0-139-15,0 0-257 16,0 0-317-16</inkml:trace>
  <inkml:trace contextRef="#ctx0" brushRef="#br0" timeOffset="157840.93">30309 15771 418 0,'0'0'630'0,"0"0"-477"15,0 0-40-15,0 0 69 16,0 0-38-16,0 0-67 16,0 0-33-16,44-28-16 15,-40 28-8-15,1 0-13 16,-2 0-7-16,3 0 2 15,-6 0-2-15,2 0-13 16,-2 0 6-16,4 0 7 16,-4 0 9-16,0 0 127 0,0 0 39 15,0 0-22-15,0 0 10 16,0 0-19-16,0 0-44 16,0 6-37-16,3 6 13 15,3 4-6-15,-1 6-7 16,2 4 13-16,1 1 2 15,2 0-15-15,-2 3-12 16,2-2-24-16,-2-2-14 16,2-3-7-16,1-11-5 15,-1-2 1-15,-8-5-1 16,4-2 0-16,-3-3 0 16,-1 0-1-16,2 0 1 15,5-8 15-15,0-14 11 16,8-10-5-16,-2-9-11 15,-3-3 4-15,4-9-8 0,-5-4-7 16,-9-3 1-16,3-2 0 16,-5 4 1-16,0 6-1 15,0 11-1-15,0 9 0 16,0 14 0-16,0 6-2 16,0 6-14-16,0 6-20 15,0 0-30-15,0 0-60 16,0 0-126-16,0 26 2 15,8 3-32-15,4-4-282 0</inkml:trace>
  <inkml:trace contextRef="#ctx0" brushRef="#br0" timeOffset="158740.51">30936 15873 1335 0,'0'0'385'0,"0"0"-177"0,0 0 49 15,0 0-29-15,0 0-56 16,0 0-79-16,0 0-1 16,-27-40-13-16,23 40 6 15,-1 0-8-15,-1 0-44 16,-3 4-23-16,-2 11-10 15,-5-2 1-15,1 1-1 16,3 3 1-16,-2 0 0 16,2-3 0-16,6-1 8 15,3 1-8-15,-3 0 0 16,6-2-1-16,0 1 0 16,0-2-9-16,0-2 0 0,0 0-6 15,6-5-18-15,3 0-9 16,3-4-7-16,2 0 13 15,4-8 23-15,2-15 4 16,5-3-8-16,-4-1 1 16,-3-1 14-16,0 6 1 15,-10 5 0-15,-2 11 1 16,-2 2 0-16,-4 0 76 16,0 4 11-16,0 0-14 15,0 0-29-15,0 0-22 16,0 10-20-16,0 2-1 15,0 6 0-15,-7 0 0 16,4 1 0-16,3-3 0 0,0-1-1 16,0-2-6-16,0-6-4 15,12-2-4-15,4-4-22 16,2-1-5-16,2 0 5 16,4 0-3-16,2-9-12 15,-3-9-1-15,2 0 17 16,-4 0-14-16,-6 0 19 15,-1 5 21-15,-5 7 9 16,-6 3 32-16,-3 3 47 16,3 0 19-16,-3 0-24 15,0 0-22-15,0 0-18 16,3 0-7-16,-1 3 0 16,5 7 20-16,-4 4-2 15,2-1-29-15,-2 5-4 16,4-4-11-16,-4-1-1 0,5 2-72 15,2-3-110-15,10-7-81 16,1-2-106-16,-3-3-281 0</inkml:trace>
  <inkml:trace contextRef="#ctx0" brushRef="#br0" timeOffset="159073.63">31802 15298 1582 0,'0'0'503'0,"0"0"-402"16,0 0 83-16,0 0 38 16,0 0-21-16,0 0-40 15,0 0-10-15,-18 116-34 16,10-68-42-16,0 2 0 15,-2 3-14-15,5 3-17 16,-2 0-8-16,7-6-15 16,0 2-6-16,0-6-3 15,0 2-6-15,0-8-6 16,10 1 0-16,-2-9-8 16,7-6 2-16,0-4-39 15,0-4-67-15,11-8-83 0,-2-2-141 16,-3-8-319-16</inkml:trace>
  <inkml:trace contextRef="#ctx0" brushRef="#br0" timeOffset="159823.62">32026 15833 1174 0,'0'0'367'16,"0"0"-236"-16,0 0 34 15,0 0 29-15,0 0-36 16,0 0-31-16,0 0 1 16,23 0 1-16,-16 15-7 15,-2 2 27-15,1 10-20 16,-6-4-46-16,0 4-41 15,0-1-28-15,0-8-5 16,0-5 1-16,0-4-10 16,-3-5-32-16,3-4-47 15,0 0-24-15,0-8-17 0,0-16-5 16,15-2 5-16,3-5 44 16,0 4 43-16,0 0 23 15,-4 10 10-15,1 2 15 16,-5 7 43-16,-2 8 16 15,-2 0 4-15,-2 0-2 16,4 0 1-16,-3 4 26 16,2 11 16-16,2-2-30 15,-3 7-3-15,3 4-38 16,-4-2-29-16,2-3-5 16,-1-2-14-16,-1-7-34 15,2-2-98-15,-1-3-116 16,11-5-114-16,1-10-246 0,-4-7-800 15</inkml:trace>
  <inkml:trace contextRef="#ctx0" brushRef="#br0" timeOffset="160145.76">32519 15618 1160 0,'0'0'556'0,"0"0"-347"16,0 0 88-16,0 0-21 0,0 0-23 15,0 0-25-15,103 117-53 16,-85-81-65 0,3-3-42-16,-3-2-17 0,0-1-9 15,0 1-15-15,-6-8-1 16,3-2-11-16,-6-3-9 15,0-4-5-15,-3-6 8 16,-4-2-9-16,4-2-38 16,-3-4-55-16,-3 0-41 15,0 0-106-15,0-22-146 16,0-6-331-16,0 3-1016 0</inkml:trace>
  <inkml:trace contextRef="#ctx0" brushRef="#br0" timeOffset="160379.14">32768 15683 1467 0,'0'0'755'15,"0"0"-557"-15,0 0-57 16,0 0 19-16,0 0 43 16,-44 106-39-16,29-70-42 15,0 4-43-15,3-6-31 16,-2-2-17-16,1-4-16 15,1-1-14-15,1-9 6 16,6-6-7-16,-2-2-59 16,1-10-89-16,3 0-102 15,-4 0-106-15,7-14-427 0</inkml:trace>
  <inkml:trace contextRef="#ctx0" brushRef="#br0" timeOffset="160658.37">32436 15400 1520 0,'0'0'318'16,"0"0"-44"-16,0 0 1 16,0 0-106-16,124 0-72 0,-91 2-48 15,-4 10-31-15,4-3-18 16,12 4-46-16,-10-5-206 16,-2-2-326-16</inkml:trace>
  <inkml:trace contextRef="#ctx0" brushRef="#br0" timeOffset="160971.54">33113 15218 1081 0,'0'0'991'0,"0"0"-754"16,23 106 11-16,-16-51 17 15,-1 2-35-15,-6 1-75 16,0 0-56-16,0-5-34 16,0 1-27-16,0-9-17 15,-6-4-11-15,2-7-8 16,-4-2 4-16,2-8-6 15,-3-3-60-15,-12 2-75 16,6-4-188-16,-6-8-341 0</inkml:trace>
  <inkml:trace contextRef="#ctx0" brushRef="#br0" timeOffset="161663.7">29881 17030 1685 0,'0'0'281'16,"0"0"-196"-16,0 0 124 15,0 0 40-15,0 0-37 16,113-4-48-16,-81 1-62 16,-2 0-57-16,-6 3-26 15,-6 0-19-15,-10 0-38 16,-4 0-135-16,-4 0-158 16,0 0-246-16,-18 10-676 0</inkml:trace>
  <inkml:trace contextRef="#ctx0" brushRef="#br0" timeOffset="161841.23">29910 17115 1234 0,'0'0'563'0,"0"0"-390"0,0 0 81 16,0 0 1-16,0 0-90 15,123 0-94-15,-100 0-50 16,-5 0-21-16,-7 5-179 15,-4 8-284-15,-1-8-732 0</inkml:trace>
  <inkml:trace contextRef="#ctx0" brushRef="#br0" timeOffset="162958.24">30502 16973 1245 0,'0'0'643'0,"0"0"-458"16,0 0-63-16,0 0 17 15,0 0-25-15,0 0-56 16,0 0 19-16,33 17 26 16,-25 1 12-16,1 8 25 15,-3 2-44-15,-3 2-41 16,0-2-26-16,1-1-13 16,-2-9-8-16,-2-4-8 15,0-6 1-15,0-4-1 0,0-4-17 16,0 0-22-1,0 0-23-15,3-8-19 0,0-14-21 16,0-2 1-16,6-7 32 16,0-1 30-16,0 2 20 15,5 9 12-15,-2-2 6 16,4 9 1-16,-5 4 8 16,1 7 12-16,0-2 15 15,-3 5 17-15,0 0-1 16,0 0 7-16,0 0 7 15,2 0 21-15,2 12-9 16,-2 6-21-16,4 1 7 16,0 8 1-16,-3 3-7 15,-1 2-20-15,-4-1-13 16,2 0-10-16,-9-4-13 0,2-4 0 16,1-6-1-16,0-3-26 15,-3-9-52-15,0-5-84 16,10 0-90-16,-2-17-112 15,-1-3-261-15</inkml:trace>
  <inkml:trace contextRef="#ctx0" brushRef="#br0" timeOffset="163475.84">30936 16615 1425 0,'0'0'618'16,"0"0"-484"-16,0 0 12 15,0 0-21-15,0 0-67 16,0 0-30-16,0 0 27 16,38 0 26-16,-25 0 1 15,-5 0-30-15,-3 4-25 16,0-4 9-16,-3 4-11 16,1-4-4-16,-3 2 4 0,0 0-7 15,0 4 0-15,0-2 17 16,0 7 12-16,0 0 9 15,-12 7 2-15,-4 4 1 16,-1 1-20-16,3-2-17 16,-4-2-8-16,8 3-7 15,5-4-6-15,2 0 0 16,3-1-1-16,0-2 0 16,0-5-2-16,8-2-8 15,7 1 2-15,1-9 7 16,4 0 0-16,-2 0-44 15,0 0-57-15,-10 0-184 16,-5 0-359-16,-3 0-938 0</inkml:trace>
  <inkml:trace contextRef="#ctx0" brushRef="#br0" timeOffset="163766.07">31200 17304 1783 0,'0'0'583'15,"0"0"-396"-15,0 0-16 16,0 0-93-16,0 0-59 16,0 0-19-16,0 0-63 15,11 0-148-15,-7 0-160 16,-1 0-712-16</inkml:trace>
  <inkml:trace contextRef="#ctx0" brushRef="#br0" timeOffset="164542">31592 16931 593 0,'0'0'686'0,"0"0"-565"16,0 0-32-16,0 0 83 0,0 0 7 15,0 0 14-15,0 0-7 16,20 42-5-16,-7-34 15 16,-1 9-20-16,-1 2-20 15,4 2-26-15,-2 3-31 16,0 6-42-16,5 2-21 15,-3-1-18-15,3-3-6 16,-2-6-11-16,-1-9 0 16,-4-4-1-16,-2-5-1 15,0-4-9-15,0 0 9 16,0 0 1-16,0-22 13 16,2-14-3-16,2-8 1 15,-5-11-10-15,-1-7 0 16,-4-10-1-16,-3-2-4 15,0-2 3-15,0 8-9 0,0 15 8 16,0 13-7-16,0 16-22 16,0 17-19-16,0 7-19 15,0 0-62-15,0 13-90 16,0 39-4-16,2-2-54 16,4 5-388-16</inkml:trace>
  <inkml:trace contextRef="#ctx0" brushRef="#br0" timeOffset="165375.76">32221 17155 967 0,'0'0'382'16,"0"0"-201"-16,0 0 23 15,0 0 17-15,0 0-33 16,0 0-64-16,0 0-22 0,10-40 26 15,-10 36-11-15,-3-5-10 16,-4-1-16-16,2 2-9 16,-3 3-19-16,-2 5 6 15,2-5 0-15,-2 5-8 16,-5 0-34-16,4 5-18 16,-7 4-7-16,3 5-1 15,2 2-1-15,2-1 1 16,2-6-1-16,0 4 0 15,7-3-6-15,-1-2-2 16,3-2-1-16,0 2-7 16,0-8-7-16,0 0-26 15,3 0-26-15,8 0 18 0,1 0 29 16,6 0 10 0,0-10 6-16,3-6 5 0,-1 2 7 15,-5 0-1-15,-6 5 1 16,-2 5 12-16,-5 2 28 15,-2 2 17-15,0 0 13 16,0 0-1-16,0 0-10 16,0 6-22-16,0 7-23 15,0 5-2-15,-2 0 0 16,2 0-7-16,0-4-5 16,0-7-1-16,0-1-17 15,2-6-33-15,13 0-20 16,6-1 14-16,3-19-7 15,2 0-14-15,4-2-2 0,-6 4 27 16,-4-1 27-16,-5 7 19 16,-2 3 7-16,-11 4 9 15,4 5 35-15,-6 0 29 16,0 0 2-16,6 0 4 16,-4 10-5-16,5 3 1 15,-4 1-21-15,2-1-29 16,-2 6-19-16,-3-3 0 15,4 2-6-15,-1-4-55 16,0-5-74-16,2-4-100 16,8-5-118-16,2 0-217 15,-4-5-195-15</inkml:trace>
  <inkml:trace contextRef="#ctx0" brushRef="#br0" timeOffset="165675.97">32763 16718 1562 0,'0'0'508'15,"0"0"-402"-15,0 0 125 16,0 0 7-16,0 0-43 16,0 0-47-16,0 0-37 15,-69 104-5-15,64-66-28 16,-2-2-18-16,1 8-17 15,-2-4 1-15,5 6-16 0,-1-2 1 16,4-3-29 0,0-5 11-16,0 0-11 0,0-7 0 15,7-6-38-15,1-4-43 16,10-11-58-16,10-8-166 16,-8 0-220-16,4 0-205 0</inkml:trace>
  <inkml:trace contextRef="#ctx0" brushRef="#br0" timeOffset="165949.24">32967 16994 1430 0,'0'0'398'0,"0"0"-294"0,0 0 113 16,0 0 43-16,0 0 3 15,0 0-60-15,0 0-10 16,95 85-45-16,-73-62-53 16,-1 4-39-16,-1-1-21 15,-2-2-10-15,-4-2-14 16,1-5-10-16,-2-4-1 16,-5-3-21-16,2-6-63 15,-2-4-64-15,1 0-94 16,9-18-76-16,-7-8-232 15,2-2-618-15</inkml:trace>
  <inkml:trace contextRef="#ctx0" brushRef="#br0" timeOffset="166159.68">33238 16940 1506 0,'0'0'503'15,"0"0"-388"-15,0 0 81 16,0 0 10-16,0 0-54 15,0 0-49-15,-107 130-28 16,99-102-11-16,-5 3-12 16,1-5-23-16,1-2-20 15,1-2-9-15,7-6-34 16,1-6-84-16,2-2-101 16,0-2-121-16,2-6-352 0</inkml:trace>
  <inkml:trace contextRef="#ctx0" brushRef="#br0" timeOffset="166820.91">33606 16681 1373 0,'0'0'376'0,"0"0"-147"15,0 0 46-15,0 0 0 16,0 0-35-16,54 117-39 16,-43-78-57-16,-4 11-29 0,-4-1-49 15,-3 5-36-15,0-6-2 16,-15-2-13-16,2-1-14 16,-5-9-1-16,10-6-43 15,-7-7-97-15,-6-4-163 16,-2-2-308-16,2-9-875 0</inkml:trace>
  <inkml:trace contextRef="#ctx0" brushRef="#br0" timeOffset="167661.66">30085 17973 1298 0,'0'0'640'0,"0"0"-560"16,0 0-51-16,0 0 159 16,0 0-31-16,113-6-90 15,-82 4-42-15,-5-4-25 16,1 6-47-16,-18 0-113 16,-7 0-314-16,-2 0-776 0</inkml:trace>
  <inkml:trace contextRef="#ctx0" brushRef="#br0" timeOffset="167844.17">30139 18093 1468 0,'0'0'322'16,"0"0"-189"-16,0 0 95 15,0 0-57-15,134 0-87 16,-101-4-55-16,-4 4-29 15,7 0-55-15,-12 4-223 16,-10 4-632-16</inkml:trace>
  <inkml:trace contextRef="#ctx0" brushRef="#br0" timeOffset="169899.68">30849 17973 1077 0,'0'0'278'16,"0"0"-193"-16,0 0 128 16,0 0 6-16,0 0-46 15,0 0-23-15,0 0-18 16,43 18 3-16,-38 0-22 16,1 4-1-16,-4 3-17 15,5-2-49-15,-4 4-10 16,2-4-25-16,-2-4-1 15,0-5-8-15,1-3-1 16,-1-3 2-16,-3-6-2 16,0 2 0-16,0-4-1 15,0 0 0-15,0 0-10 16,0 0-14-16,3 0-9 0,-1-10-23 16,1-4-3-16,7-7 21 15,-2-6 18-15,7-3 10 16,0 1 8-16,1 8-4 15,-5 3 6-15,1 6-6 16,-7 6 6-16,-2-2 1 16,0 8 20-16,-3 0 21 15,4 0 6-15,2 0-12 16,-1 8 10-16,5 5 27 16,1 6-13-16,-2 4-2 15,0-2 3-15,0 2-23 16,-3 1-14-16,-1-3-2 0,-2 1-13 15,4-4-7-15,-7 3-1 16,3-8-1-16,0-3-21 16,-1-1-70-16,1-3-71 15,4-3-52-15,-2-3-116 16,1 0-297-16,1-18-552 0</inkml:trace>
  <inkml:trace contextRef="#ctx0" brushRef="#br0" timeOffset="170361.44">31295 17679 1182 0,'0'0'262'16,"0"0"-160"-16,0 0 102 15,0 0-20-15,0 0-44 16,0 0-20-16,0 0-28 16,75 13-34-16,-70-13-17 15,3 4-2-15,-8-4-7 16,7 0 7-16,-7 0-12 16,3 0-15-16,-3 4 3 15,0 0 26-15,0 0 14 16,0 2 12-16,0 3 11 15,0-1 16-15,0 5 0 16,0-3-22-16,0 4-20 0,0-2-16 16,0 6-15-1,0-4-5-15,0 3-15 0,8-4 4 16,2-3-5-16,-2 2 0 16,5-2 7-16,-1-5-6 15,-4-1 0-15,1 0 0 16,-2-3-1-16,-2-1-28 15,1 0-90-15,-2 0-123 16,-4 4-244-16,0 1-409 0</inkml:trace>
  <inkml:trace contextRef="#ctx0" brushRef="#br0" timeOffset="170649.67">31458 18348 1607 0,'0'0'387'0,"0"0"-187"0,0 0 20 16,0 0-70 0,0 0-93-16,0 0-42 0,0 0-15 15,27-9-65-15,-27 9-154 16,0 9-282-16,0 3-1204 0</inkml:trace>
  <inkml:trace contextRef="#ctx0" brushRef="#br0" timeOffset="173419.27">32052 18039 1544 0,'0'0'272'0,"0"0"-152"16,0 0 102-16,0 112-22 16,0-71-71-16,0 3-25 15,0-4-9-15,9-4-19 0,0-9-19 16,-2 0-24-16,-2-10-8 15,1 0-7-15,-2-7-6 16,-1-1-3-16,-3-8-8 16,2 3-1-16,-2-4-39 15,0 0-47-15,0 0-49 16,0 0-48-16,0-7 17 16,0-23-66-16,0 3-135 15,0-3-290-15</inkml:trace>
  <inkml:trace contextRef="#ctx0" brushRef="#br0" timeOffset="173697.52">32079 17927 1033 0,'0'0'271'0,"0"0"-136"16,0 0 122-16,0 0-5 15,0 0-23-15,122-13-62 16,-98 17-20-16,-7 15-8 15,-2 3-4-15,-12 4-25 16,-3-2-2-16,0 6-20 16,0-4-34-16,-14-6-21 15,-1-1 16-15,0-4-17 16,0-5-17-16,4-6-15 16,-7 0-11-16,8-4-59 15,-1 0-83-15,4-4-110 16,7-23-98-16,0 0-262 0,0 4-290 0</inkml:trace>
  <inkml:trace contextRef="#ctx0" brushRef="#br0" timeOffset="174045.59">32480 17736 1631 0,'0'0'403'0,"0"0"-282"0,0 0 53 16,0 0 14-16,0 0-76 16,0 0-18-16,0 0 4 15,-35 112 13-15,32-73-41 16,3-1-21-16,0-1-4 15,0 0-7-15,0-1-23 16,0-4-15-16,0-1 8 16,0-4-8-16,0-9-33 15,0 1-67-15,0-12-73 16,8-7-61-16,10 0-90 16,3-18-175-16,-1 0-228 0</inkml:trace>
  <inkml:trace contextRef="#ctx0" brushRef="#br0" timeOffset="174412.61">32676 17937 859 0,'0'0'703'16,"0"0"-598"-16,0 0 16 16,0 0 80-16,0 0-56 0,0 0-27 15,0 0-28-15,28-90 1 16,-28 85-16-16,0 5 0 16,0 0-8-16,0 0-12 15,0 0-15-15,0 0-16 16,0 10 1-16,0 8 10 15,0 9-1-15,0 1-19 16,-4 2-7-16,-5 2-7 16,0-2 0-16,-2 2-1 15,1-6-50-15,4-3-71 16,4-6-85-16,2-7-130 16,0-2-440-16</inkml:trace>
  <inkml:trace contextRef="#ctx0" brushRef="#br0" timeOffset="174614.07">32866 17981 1249 0,'0'0'312'15,"0"0"-140"-15,0 0 91 16,0 0-66-16,0 0-77 15,0 0-46-15,0 0-43 16,108 6-27-16,-100 6-4 16,-1-6-163-16,-4 1-374 0</inkml:trace>
  <inkml:trace contextRef="#ctx0" brushRef="#br0" timeOffset="175112.74">33074 18025 1222 0,'0'0'364'0,"0"0"-219"15,0 0 103-15,0 0-21 16,0 0-91-16,-8 123-61 15,8-102 3-15,0-3-44 16,0-1-16-16,0-12-8 16,0-1-1-16,0-4 6 0,0 0 13 15,0 0-3-15,0-4-23 16,0-10-2-16,0-12-45 16,6-6-23-16,6-7-14 15,2-5 8-15,4-1-5 16,0 3-30-16,2 4 59 15,-7 15 29-15,-2 5 20 16,-4 13 1-16,-5 5 26 16,1 0 57-16,-3 0 29 15,0 18 17-15,0-1-15 0,0 2-6 16,-3 3-17 0,-6 0-21-16,-2 1-15 0,-2-4-30 15,-2-3-13-15,1-1-4 16,-1-2-8-16,6-5-63 15,6-4-59-15,3-4-127 16,0 0-245-16,7-12-310 0</inkml:trace>
  <inkml:trace contextRef="#ctx0" brushRef="#br0" timeOffset="175327.16">33591 17652 1490 0,'0'0'350'16,"0"0"-240"-16,0 0 158 15,-23 128 2-15,8-88-76 16,-6 7-53-16,0-3-32 16,1 0-59-16,2-4-31 15,0-4-19-15,3-4-19 16,-1-10-152-16,5-3-196 15,-1-8-425-15</inkml:trace>
  <inkml:trace contextRef="#ctx0" brushRef="#br0" timeOffset="175793.92">32545 18486 1467 0,'0'0'338'0,"0"0"-171"15,0 0 131-15,164-22-20 16,-96 14-94-16,3-6-40 16,13 3-43-16,2 0-17 15,-3 5-39-15,-9-2-32 16,-8 4-13-16,-9 2-4 16,-26 2-170-16,-9 0-160 15,-22 0-394-15</inkml:trace>
  <inkml:trace contextRef="#ctx0" brushRef="#br0" timeOffset="176355.41">32807 18664 1543 0,'0'0'631'16,"0"0"-543"-16,0 0 23 15,0 0 102-15,0 0-17 16,0 0-34-16,0 0-41 16,23 94-43-16,-23-75-20 15,0-1-29-15,3-11-19 16,1 2-8-16,-4-8-2 16,3-1-30-16,0 0-45 0,5-6-14 15,7-11 22-15,3-10 6 16,6 6 6-16,0-1 13 15,-6 4 28-15,-1 4 14 16,-2 5 0-16,-5 8 32 16,-5 1 35-16,1 0-6 15,1 0 11-15,-5 0-11 16,7 1-10-16,-7 8 8 16,3 1-2-16,-3 4 5 15,1-2 1-15,-3 6-25 16,0-4-17-16,0 4-9 15,3-6-12-15,0-5-48 16,24-7-171-16,-6-3-350 16,2-15-259-16</inkml:trace>
  <inkml:trace contextRef="#ctx0" brushRef="#br0" timeOffset="189039.5">26592 12493 871 0,'0'0'594'0,"0"0"-326"0,0 0-69 15,0 0 15 1,0 0-42-16,0 0-57 0,-6 0-29 16,4 0-31-16,2 5-22 15,-7 8-5-15,4 1-4 16,0 2 3-16,3-2-8 16,0 2-7-16,0-4-12 15,0-2 1-15,0-2 6 16,0-2-7-16,0-4-37 15,6-2 4-15,1 0 6 16,1 0 10-16,-1-10 17 16,-2-6 13-16,1-2-3 15,-6 1 4-15,0 3-1 16,0 2 14-16,0 2 7 16,0 2 16-16,0 2-16 0,-8 1-16 15,5 2 6-15,-4 3 1 16,1 0 2-16,1 0-8 15,-5 7-19-15,-1 11-1 16,2 1 0-16,0 2 0 16,2-4-8-16,7-2 8 15,0-3-17-15,0-6-27 16,0-4-9-16,13-2 17 16,-1 0 1-16,-6 0-4 15,-1 0 6-15,1-10 16 16,-6 0 9-16,0 0 8 15,0-2 1-15,0 2 7 16,-3 3-6-16,-8 6 19 0,-1 1-9 16,-1 0-2-1,2 0-8-15,-1 4 7 0,6 7-8 16,-3 4-8-16,9 7-59 16,0-5-216-16,0 0-548 0</inkml:trace>
  <inkml:trace contextRef="#ctx0" brushRef="#br0" timeOffset="190662.16">26551 15829 1512 0,'0'0'372'0,"0"0"-256"16,0 0 52-16,0 0-44 16,0 0-57-16,0 0-27 15,0 0-27-15,0 27-1 16,0-22 0-16,0-1 1 0,0 0 4 15,0-4-10-15,2 0-5 16,8 0 7-16,-2 0-2 16,5 0 5-16,-5-10-6 15,2 3 0-15,-5-6 3 16,-2 3 3-16,-3-3 34 16,0 3 22-16,0 3 17 15,-8 1-15-15,-2 2 2 16,-1 0-15-16,-4 4-15 15,5 0-21-15,2 0-8 16,2 8-13-16,2 5-11 16,1 0-2-16,3 1-2 0,0-4-8 15,0-1-19 1,0-5-4-16,0-1 0 0,7-3 4 16,-4 0 20-16,5 0 16 15,-1-7-5-15,-1-10-5 16,-1-2 10-16,-5 7 6 15,0-3 0-15,0 7 24 16,0 2 16-16,-8 6 11 16,-10 0 7-16,-3 0-10 15,3 0-30-15,3 8-17 16,0 7-1-16,15 3-78 16,0 3-171-16,0-3-378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8-30T18:32:08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2889 4463 1443 0,'0'0'316'0,"0"0"-201"16,0 0-43-16,0 0 20 15,0 0-24-15,0 0 7 16,8 40 15-16,-8-15-2 15,3 3 5-15,-3 8-2 16,0 4-14-16,0 10-8 16,0 4-17-16,0 2-21 15,0-1-6-15,0-5-14 16,0-8-10-16,0-12 5 16,0-7 0-16,0-8-5 0,0-9 0 15,0-2 7-15,0-4 2 16,0 0-2-16,0 0-8 15,0-19-11-15,0-10-26 16,0-11-6-16,0-15 1 16,0-8 31-16,0-1-27 15,0-3 30-15,0 3-7 16,4 8 15-16,2 6 1 16,5 10 11-16,-2 5-12 15,4 9 1-15,-5 8-1 16,0 6 0-16,2 9-14 15,-2 3 4-15,7 10 10 0,0 25 22 16,3 11 13-16,0 9 17 16,0 5-19-16,-3-2-16 15,-1-6-11-15,1-8-6 16,-2-10-7-16,-2-12-20 16,1-8-19-16,-4-10-11 15,5-4 1-15,2-7-66 16,3-24-31-16,0-11 122 15,2-8-25-15,4-7-40 16,-6 1 50-16,-3 6 44 16,0 9 2-16,-7 10 19 15,1 12-4-15,-2 9-2 16,-5 5 5-16,1 5-2 16,0 2-9-16,4 20 35 0,4 6 61 15,1 8-15-15,3 7-36 16,-4-1-15-16,4 0-12 15,-2 2 2-15,-5 0 6 16,-2 2-5-16,-2-2-10 16,-1 0-18-16,-1-3-63 15,-2-5-53-15,3 6-104 16,-3-11-260-16,3-6-538 0</inkml:trace>
  <inkml:trace contextRef="#ctx0" brushRef="#br0" timeOffset="645.28">3818 4823 823 0,'0'0'622'16,"0"0"-459"-16,0 0-67 15,0 0 13-15,0 0 13 16,0 0-47-16,0 0-33 15,-14 68-14-15,14-56-2 16,0-1 1-16,5-2 2 0,4-1-5 16,0-4-2-16,4-3-6 15,1-1 8-15,-2 0 17 16,0 0-1-16,-3-7-4 16,-4-1 4-16,-1-3 30 15,-4-1-8-15,0 0-8 16,0-3-10-16,-7-2-11 15,-8-3 16-15,1-3-23 16,-1 3-18-16,-3-3-8 16,3 6 0-16,4 6-6 15,2 7 6-15,3 4-45 16,-4 15-64-16,2 22-29 16,-2 13-53-16,8 25-55 15,2-11-104-15,0-12-361 0</inkml:trace>
  <inkml:trace contextRef="#ctx0" brushRef="#br0" timeOffset="1350.9">4226 4806 967 0,'0'0'538'0,"0"0"-425"15,0 0 62-15,0 0 7 16,0 0-47-16,0 0-33 16,0 0-18-16,-49-12 3 15,44 12-54-15,-3 9-17 16,-2-1 0-16,4 8 1 16,0-1 4-16,0 2-5 15,6-3-7-15,-3-1-8 0,3 2-1 16,0-7 0-16,0 0-1 15,0-7-8-15,6-1-16 16,9 0 8-16,3 0 1 16,5-11-27-16,-2-11-12 15,0-3 37-15,1-4 2 16,-6-4 13-16,-1-4 3 16,-2-2 0-16,-5 1 1 15,-1 2 17-15,-2 2 3 16,-5 6 11-16,0 3 8 15,0 7-1-15,0 4-11 16,0 5-9-16,0 5 17 16,0 2-5-16,0 2-8 15,0 0-23-15,0 0-5 16,0 15 5-16,0 12 38 0,0 9-15 16,0 8-7-16,0 2-5 15,0 4-2-15,3-2-8 16,-3 3 2-16,3-4-2 15,-3 2 5-15,7-7-6 16,-4-6-42-16,5-7-98 16,13-21-112-16,-1-5-240 15,-2-3-219-15</inkml:trace>
  <inkml:trace contextRef="#ctx0" brushRef="#br0" timeOffset="1716.92">4614 4913 408 0,'0'0'575'0,"0"0"-413"16,0 0 48-16,0 0-47 15,0 0-71-15,0 0-9 16,102-109 1-16,-93 89-49 15,-1 2-10-15,-4 5 25 16,-4 4 45-16,0 5 86 16,-10 4-41-16,-10 0-54 15,-11 8-15-15,5 10-33 0,3 4 6 16,5 0-17-16,5-1-18 16,5-1 6-16,5-3-15 15,3 1 0-15,0-1-1 16,0-3-9-16,3 1 9 15,5-2 1-15,8-4-31 16,1-2-57-16,4-5-110 16,23-2-54-16,-5-15-57 15,-3-4-646-15</inkml:trace>
  <inkml:trace contextRef="#ctx0" brushRef="#br0" timeOffset="1973.24">5039 4357 1109 0,'0'0'286'16,"0"0"-175"-16,0 0 13 16,-35 115 22-16,26-65-33 15,6 6-20-15,0 2-18 16,3 0-27-16,0 2-6 15,0-4-10-15,0-2-16 16,0-4-16-16,6-5-19 16,9-7-93-16,11-12-119 15,-1-13-157-15,-2-8-676 0</inkml:trace>
  <inkml:trace contextRef="#ctx0" brushRef="#br0" timeOffset="2259.48">5244 4969 1079 0,'0'0'410'0,"0"0"-252"16,0 0-27-16,0 0-7 15,0 0-39-15,0 0-26 16,0 0 2-16,80 52 1 16,-55-52-19-16,1 0 1 15,0-18 1-15,2-4-10 16,-10-5-4-16,0 0 6 15,-16 1 1-15,-2 3 9 0,0 8 21 16,-12 5 7-16,-12 5-8 16,-6 5-9-16,1 0-15 15,-4 8-26-15,10 13-17 16,5 0-51-16,15 13-137 16,3-7-154-16,0-7-672 0</inkml:trace>
  <inkml:trace contextRef="#ctx0" brushRef="#br0" timeOffset="3251.34">6662 4325 1495 0,'0'0'304'0,"0"0"-190"15,0 0-23-15,0 0 13 16,0 0-24-16,0 0-53 15,0 0-10-15,-4 132 5 16,4-96 20-16,-3 0-2 0,0 2-9 16,1-1-13-16,2 1-6 15,0 0-5-15,0-4-6 16,0-1-1-16,0-10 0 16,0-5-25-16,12-8-26 15,2-7-9-15,4-3 17 16,5 0 13-16,-1-15 14 15,2 1 16-15,-4 3 0 16,-4 4 10-16,-3 7 1 16,0 0-10-16,-1 6 24 15,-1 14 0-15,-1 4 24 16,-5 4 27-16,-2-1-14 16,-3-4 0-16,0-1 1 0,0-1 5 15,-3-5-9 1,-12 0-9-16,-3-4-20 0,4 0-8 15,-1-7-5-15,0-2-8 16,-3-3 9-16,6 0-18 16,-2 0-45-16,2-4-51 15,3-6-76-15,2 2-107 16,5 2-209-16,-1 4-515 0</inkml:trace>
  <inkml:trace contextRef="#ctx0" brushRef="#br0" timeOffset="3496.68">7102 4832 1478 0,'0'0'533'0,"0"0"-429"16,0 0-58-16,0 0 9 15,0 0-39-15,0 0 3 16,0 0-6-16,8 66-5 16,-5-46 1-16,2 1-9 15,-1-6 0-15,2-2-40 16,-1-5-113-16,2-4-150 16,-1-4-267-16</inkml:trace>
  <inkml:trace contextRef="#ctx0" brushRef="#br0" timeOffset="4251.68">7297 4845 1013 0,'0'0'599'0,"0"0"-440"16,0 0-38-16,0 0 49 15,0 0-49-15,0 0-52 16,0 0-12-16,11 58-20 16,-6-47-21-16,-3-2 0 15,1-1-16-15,-3-4-16 16,0-4-52-16,3 0-37 0,0 0-65 16,3 0-60-16,3-12 60 15,6-4-20-15,-4-2 30 16,7 0 33-16,-6 0 82 15,3 3 45-15,3 4 51 16,-9 4 81-16,3 5 65 16,-4 2-46-16,2 2 8 15,-5 19 27-15,4 6-4 16,-5 8-21-16,1-3-57 16,1 0-40-16,-3-8-29 15,6-4-23-15,-6-6-12 16,3-8 0-16,3-6-24 15,-1 0-53-15,2-3-12 0,5-18 14 16,-4-1-24 0,2-2 21-16,-8 4 39 0,-2 4 25 15,0 8 14-15,-3 4 9 16,0 4 54-16,0 0-4 16,0 0-13-16,0 4-6 15,0 11 1-15,4 6-2 16,-1 1-15-16,5 0 4 15,1-4-22-15,5-2 4 16,4-5 3-16,0-2 4 16,3-9-16-16,-3 0 15 15,0 0-4-15,-3-15-6 0,-3-4 24 16,-6-6-1-16,-4 0-12 16,-2-1 15-16,0 6 26 15,-8 2-11-15,-10 4-31 16,0 3 11-16,0 4-17 15,3 4-10-15,3 3-7 16,1 0-30-16,5 0-17 16,-3 5-30-16,6 7-43 15,3 1-81-15,0 7-72 16,0-2-216-16,0-3-267 0</inkml:trace>
  <inkml:trace contextRef="#ctx0" brushRef="#br0" timeOffset="4835.13">7802 4925 1124 0,'0'0'376'0,"0"0"-247"16,0 0-31-16,0 0 64 15,0 0-34-15,0 0-45 16,0 0-18-16,59-11 12 15,-49 15-30-15,-2 7-12 16,2 1 8-16,-2-2-22 16,-1 0 3-16,-5-2-14 15,4-2-10-15,-3-4-49 16,0-2-68-16,3 0 25 16,3 0-36-16,3-12-21 0,3-6 44 15,6 0 13-15,-3-1 40 16,-4 7 52-16,-2 6 83 15,-4 6 9-15,5 0 17 16,-4 9 62-16,-3 13 18 16,2 3-19-16,2 4-18 15,-7-3-48-15,2-6-53 16,-2-4-26-16,4-7-11 16,-7-4-8-16,2-5-6 15,4 0-20-15,1-8-15 16,1-16 27-16,5-6-11 15,4-4-59-15,-6 2 8 16,2 8 21-16,-2 5 8 16,-1 10 15-16,-5 9-3 15,1 0 29-15,3 0 1 0,-1 18 84 16,2 1 31-16,-2 6-33 16,2-1-26-16,-2-2-23 15,2-5-11-15,-2 0-14 16,-1-7-3-16,-1-1-6 15,-1-8-63-15,5-1-111 16,8 0-107-16,-5-16-229 16,0 0-461-16</inkml:trace>
  <inkml:trace contextRef="#ctx0" brushRef="#br0" timeOffset="4998.68">8449 4921 1305 0,'0'0'640'15,"0"0"-458"-15,0 0-68 16,0 0-17-16,0 0-42 16,0 0-24-16,0 0-31 15,3 82 0-15,4-60-72 16,4-5-103-16,2-2-196 16,-1-7-353-16</inkml:trace>
  <inkml:trace contextRef="#ctx0" brushRef="#br0" timeOffset="5685.37">8919 4892 1510 0,'0'0'328'0,"0"0"-107"15,0 0-21-15,0 0-65 16,0 0-25-16,0 0-1 16,0 0-32-16,-62-44-13 15,47 44-12-15,3 0-13 16,-6 3-10-16,3 10-13 16,1 8-16-16,4 3 0 15,8-2 0-15,2 0-11 0,0-2 0 16,12-8-28-1,9-5-61-15,8-7-6 0,1 0 2 16,-1-3 34-16,-2-13 42 16,-9 0 28-16,0 1 2 15,-10 8 7-15,-1 3 17 16,-4 4 17-16,0 0-14 16,2 0-28-16,5 0 0 15,11 1 17-15,-3 8 31 16,8 1-15-16,4-2-11 15,2-2-8-15,1-6 3 16,3 0 4-16,0-6 2 0,-1-14-8 16,-3-6-2-16,-2-6-4 15,-3-4-10-15,-3-6-7 16,3-8-2-16,-7-5-10 16,-2-3 1-16,-5-3 6 15,-8 5 12-15,-5 6 12 16,0 12 4-16,-5 12 20 15,-8 15 30-15,1 11-5 16,-2 0-16-16,-4 21-26 16,3 16-5-16,0 13-13 15,0 5-1-15,4 6 8 16,8-1-7-16,3-2 7 16,0-7-2-16,0-6-6 0,16-8 9 15,12-9-9 1,8-8-8-16,8-9-50 0,30-11-120 15,-9 0-189-15,-11-1-584 16</inkml:trace>
  <inkml:trace contextRef="#ctx0" brushRef="#br0" timeOffset="11637.03">11222 4722 1326 0,'0'0'298'16,"0"0"-174"-16,0 0-30 0,0 0 2 16,0 0-22-16,0 0-34 15,24-6 8-15,-13 6 16 16,4 0 6-16,-3 10 30 15,3 11-2-15,-4 4-21 16,5 6-14-16,-8-2-27 16,1 3-16-16,-3-5-3 15,-3-5-16-15,4-8-1 16,-5-6-1-16,-2-4-30 16,0-4-5-16,0 0-8 15,6 0-11-15,-3-21-9 16,6-5 24-16,0-3 9 15,3-6 13-15,3 1 6 0,3 4 11 16,-4 6-8-16,1 4-3 16,-3 9 11-16,-1 5 1 15,-1 6 9-15,-4 0 9 16,3 0 10-16,2 0 11 16,2 1 4-16,-1 6-3 15,2 2 1-15,-2 1 0 16,3 0 0-16,-6 7-8 15,6-2-11-15,-3 7-1 16,-4 2 2-16,2 0-3 16,-2 2-18-16,-2-2-2 15,1-3-11-15,1-2-66 16,2-4-84-16,1-5-118 0,-2-6-107 16,-3-4-563-16</inkml:trace>
  <inkml:trace contextRef="#ctx0" brushRef="#br0" timeOffset="11877.39">11979 4740 751 0,'0'0'869'15,"0"0"-683"-15,0 0-113 0,0 0 62 16,0 0-17 0,0 0-47-16,0 0-40 0,107 0-17 15,-86 0-14-15,2 0-15 16,-2 0-162-16,-3 0-167 16,-6 2-471-16</inkml:trace>
  <inkml:trace contextRef="#ctx0" brushRef="#br0" timeOffset="12070.87">11968 4959 872 0,'0'0'728'0,"0"0"-547"0,0 0-39 15,0 0 22-15,0 0-73 16,126-14-51-16,-90 10-26 15,0 4-14-15,12 0-47 16,-9 0-136-16,-7 0-296 0</inkml:trace>
  <inkml:trace contextRef="#ctx0" brushRef="#br0" timeOffset="12771.02">12695 4485 1337 0,'0'0'546'0,"0"0"-417"15,0 0-72-15,0 0 44 16,0 0-9-16,0 0-42 16,-51 105-26-16,49-84-12 0,-4 4 1 15,6-2-1 1,-3-2-11-16,3-1 20 0,0 0-9 15,0-2-5-15,0-2-7 16,0-2-1-16,6-2 1 16,5-1 0-16,4-5-2 15,3-2 1-15,9-4 0 16,-3 0-6-16,-1 0-5 16,1-17-32-16,3-3-47 15,-6-4 26-15,0-2-14 16,-6 0 54-16,-4-1 19 15,-4 2 6-15,-2 3 10 0,-5-2 3 16,0 4 10 0,0 2 21-16,0 4 33 0,0 5-6 15,0 3 1-15,0 6 29 16,0 0-25-16,0 0-66 16,0 0-10-16,0 20 0 15,-2 9 39-15,-1 9-8 16,3 6-10-16,0 0-9 15,0-2-5-15,0-4 11 16,0-2 10-16,0-2-13 16,0-4-9-16,0-1 3 15,0-4-8-15,0-3 10 16,0-1-11-16,0-5-25 16,0-6-119-16,0-4-128 15,0-4-90-15,0-2-345 0</inkml:trace>
  <inkml:trace contextRef="#ctx0" brushRef="#br0" timeOffset="13414.8">13590 4953 1018 0,'0'0'578'16,"0"0"-440"-16,0 0-97 0,0 0 0 15,0 0 32-15,0 0 40 16,0 0-22-16,23 20-19 16,-10-18-23-16,0-2-15 15,5 0-5-15,-3 0-1 16,6-6-10-16,-3-10 0 16,-3-2-9-16,0-3 8 15,-6 5 3-15,-4 3-3 16,-1 5 0-16,-4 4 11 15,0 2 85-15,0 2-13 16,0 0-5-16,0 0-28 16,0 0-31-16,0 0-26 15,0 7-10-15,0 10-11 0,0 2 5 16,0 3 6-16,0 5 0 16,3-4 0-16,8 0 0 15,7-4-54-15,27-8-155 16,-3-2-108-16,2-9-553 0</inkml:trace>
  <inkml:trace contextRef="#ctx0" brushRef="#br0" timeOffset="14286.98">15214 4722 1395 0,'0'0'483'16,"0"0"-367"-16,0 0-29 15,0 0 8-15,0 0-36 0,0 0-18 16,9 44 1-16,-9-16 12 15,2 9 15-15,3 5 0 16,-3 3 10-16,-2 4-19 16,3-1-29-16,0-2-13 15,0-6-12-15,4-5-6 16,-5-5 0-16,7-10-51 16,-7-3-46-16,5-9-47 15,-1-6-44-15,-4-2-117 16,8-11-80-16,-10-7-573 0</inkml:trace>
  <inkml:trace contextRef="#ctx0" brushRef="#br0" timeOffset="14668.96">15217 4676 803 0,'0'0'263'0,"0"0"-127"16,0 0 68-16,0 0-37 16,0 0-37-16,0 0 1 0,128-30-5 15,-110 34-7-15,-4 13-14 16,1 6-23-16,-2 1-11 15,-5 0 6-15,-1-2-19 16,-4-2-10-16,-3-2-2 16,0-5 9-16,0-1-4 15,0-3 1-15,-10 0-24 16,-8-2 2-16,-3-1-30 16,-5-4-12-16,-1-2-19 15,0 0-62-15,4 0-96 16,5 0-53-16,6-5-54 15,6 1-322-15</inkml:trace>
  <inkml:trace contextRef="#ctx0" brushRef="#br0" timeOffset="15022.52">15966 4722 1001 0,'0'0'649'0,"0"0"-495"0,0 0-102 15,0 0 54-15,0 0 40 16,0 0 8-16,0 0-24 16,97-11-54-16,-76 7-48 15,1 1-13-15,-8 2-14 16,1 1-1-16,-5 0-68 16,-2 0-88-16,-8 0-93 15,0 0-262-15,0 0-433 0</inkml:trace>
  <inkml:trace contextRef="#ctx0" brushRef="#br0" timeOffset="15203.04">15891 4863 1380 0,'0'0'247'0,"0"0"-88"16,0 0-23-16,126-15-64 15,-91 9-54-15,1 5-18 16,8 1-153-16,-8 0-98 16,-3 0-311-16</inkml:trace>
  <inkml:trace contextRef="#ctx0" brushRef="#br0" timeOffset="15738.62">16659 4780 1141 0,'0'0'395'0,"0"0"-237"16,0 0 13-16,0 0 25 0,0 0-58 16,0 0-56-16,0 0-16 15,44 106-2-15,-24-97-3 16,4-3-17-16,3-6-12 15,5 0-4-15,-2-6-4 16,-1-15 1-16,-4 0-4 16,-4-5-21-16,-10 0 1 15,-1-3 31-15,-10 4-6 16,0-2-3-16,0 1-4 16,-18 2 5-16,-6 4 9 15,-6 2-15-15,1 8-6 16,-4 5-12-16,0 5-10 15,4 0-12-15,4 15-20 0,2 7-31 16,10 4 16-16,5 3-26 16,8 2-89-16,8 9-78 15,17-6-106-15,1-7-321 0</inkml:trace>
  <inkml:trace contextRef="#ctx0" brushRef="#br0" timeOffset="15907.16">17178 4891 1431 0,'0'0'204'15,"0"0"-204"-15,0 0-398 16,0 0-181-16</inkml:trace>
  <inkml:trace contextRef="#ctx0" brushRef="#br0" timeOffset="16455.7">17811 4567 631 0,'0'0'1011'0,"0"0"-836"15,0 0-104-15,0 0 115 16,0 0-72-16,0 0-74 15,0 0-20-15,-95 12-3 16,82-3-9-16,2 3-2 16,-1-1-5-16,-1 4 8 15,8-1-3-15,-1 0-6 16,4-1 1-16,2 2-1 16,0-3 0-16,0-2-15 0,13-4 2 15,12-2-8-15,1-2 9 16,10-1 12-16,-5-1 5 15,-2 5-5-15,-3-1 18 16,-1 6 17-16,-10 2 7 16,-4 0 11-16,1 4 27 15,-6 0-8-15,-6 1 32 16,0-3-10-16,0 1-11 16,-3 0-32-16,-12-4-8 15,4 2-13-15,-7-8-10 16,0-2-20-16,0-3-33 15,-3 0-81-15,-12-31-123 0,10 0-284 16,2-4-239-16</inkml:trace>
  <inkml:trace contextRef="#ctx0" brushRef="#br0" timeOffset="16607.3">17710 4528 1220 0,'0'0'274'16,"0"0"-121"-16,0 0 72 16,0 0-84-16,145-26-84 15,-89 16-57-15,-7 2-186 16,-5-3-611-16</inkml:trace>
  <inkml:trace contextRef="#ctx0" brushRef="#br0" timeOffset="20006.77">2200 6360 1393 0,'0'0'499'0,"0"0"-378"16,0 0-76-16,0 0-7 16,0 0 5-16,0 0-18 15,0 0-15-15,5 49 14 16,-2-14 29-16,-3 10 11 0,0 2-29 15,0 3-5-15,0 0-14 16,0 3-4-16,0-4-6 16,0-5-5-16,0-7-1 15,0-4-18-15,0-9-59 16,0-6-44-16,0-12-86 16,3-3-131-16,0-3-392 0</inkml:trace>
  <inkml:trace contextRef="#ctx0" brushRef="#br0" timeOffset="20440.59">2167 6385 1043 0,'0'0'246'16,"0"0"-174"-16,0 0-2 15,0 0 48-15,0 0-30 16,133-71-5-16,-104 60 15 16,4 0-19-16,-5 5 8 15,-2 6-13-15,-8 0-22 0,3 6-11 16,-9 16 45-16,-4 8 7 15,-2 4 8-15,-6 1-29 16,0 0-22-16,0-2-9 16,0-3 1-16,-18-2-8 15,2-2-10-15,-7-6-15 16,3-4 0-16,-4-6-4 16,4-4-5-16,-4-6-18 15,-3 0-19-15,6-2-65 16,0-12-30-16,6-3-41 15,4 2-197-15,4 3-444 0</inkml:trace>
  <inkml:trace contextRef="#ctx0" brushRef="#br0" timeOffset="20940.28">2948 6303 1313 0,'0'0'324'15,"0"0"-194"-15,0 0 14 16,0 0-16-16,0 0-29 15,0 0-40-15,0 0-21 16,-98 89-13-16,91-56-5 16,5 9 2-16,-1 8 18 15,0 4 12-15,3 6-6 16,0 0-18-16,0-2 0 16,0-1-6-16,6-9-14 15,9-6-8-15,0-10 0 0,3-7-6 16,0-11-40-16,18-14-90 15,-10 0-103-15,0-6-248 0</inkml:trace>
  <inkml:trace contextRef="#ctx0" brushRef="#br0" timeOffset="21403.04">3149 6529 332 0,'0'0'995'0,"0"0"-792"0,0 0-136 15,0 0-15-15,0 0 48 16,0 0 37-16,0 0 0 15,57 38-39-15,-32-13-26 16,1 6-28-16,7 1 9 16,-1 2 2-16,-2-1-25 15,0-3-21-15,-4-4-8 16,-5-2 7-16,0-7-8 16,-3-2-6-16,-3-7-68 15,0-8-76-15,-4 0-149 16,-4 0-220-16</inkml:trace>
  <inkml:trace contextRef="#ctx0" brushRef="#br0" timeOffset="21707.73">3477 6425 1515 0,'0'0'330'16,"0"0"-218"-16,0 0 25 15,0 0-2-15,-71 104-53 16,58-64-31-16,5 2-5 16,-2 0-25-16,2-2-2 15,-2-2-5-15,-1-2-5 0,-4 3-8 16,0-3-1-16,0 0-17 15,1-5-83-15,7-6-91 16,5-11-160-16,-1-8-459 0</inkml:trace>
  <inkml:trace contextRef="#ctx0" brushRef="#br0" timeOffset="22100.68">3825 6631 1197 0,'0'0'559'16,"0"0"-457"-16,0 0-78 15,0 0 23-15,0 0 64 0,0 0 8 16,0 0-13-16,121 0-29 15,-85 0-32-15,2 0-19 16,-5 0-18-16,-1 0-8 16,-7 0 0-16,-7 0-152 15,-10 0-160-15,-8 0-325 0</inkml:trace>
  <inkml:trace contextRef="#ctx0" brushRef="#br0" timeOffset="22291.68">3874 6761 1513 0,'0'0'235'16,"0"0"-139"-16,0 0 21 16,0 0-62-16,0 0-19 15,0 0-36-15,138-9-15 16,-109 6-171-16,-1 1-308 0</inkml:trace>
  <inkml:trace contextRef="#ctx0" brushRef="#br0" timeOffset="22691.12">4308 6738 58 0,'0'0'1027'0,"0"0"-849"16,0 0 38-16,0 0-20 16,0 0-66-16,0 0-36 15,116 68 0-15,-83-63-8 16,0-5 4-16,3 0-3 15,-7 0-16-15,1-8-24 16,-9-3-4-16,-6-3-34 16,-9-3 31-16,-6-1 2 15,0 0-14-15,-13 2-1 0,-13 0-12 16,-10 4 9 0,-5 4-19-16,-7 7-5 0,1 1-23 15,1 0-33-15,8 0-51 16,6 1-21-16,14 17-30 15,8 0-148-15,10 2-376 0</inkml:trace>
  <inkml:trace contextRef="#ctx0" brushRef="#br0" timeOffset="23041.19">4894 6192 1341 0,'0'0'303'0,"0"0"-144"15,0 0 58-15,47 128-25 16,-35-80-34-16,3 5-43 16,-4-2-31-16,-1 2-5 15,-4 0-13-15,-4-3-30 16,-2 0-23-16,0 0-4 0,0-3-9 16,-2 1-4-16,-9 1-47 15,-2-4-62-15,1 10-73 16,4-11-125-16,1-13-453 0</inkml:trace>
  <inkml:trace contextRef="#ctx0" brushRef="#br0" timeOffset="24248.98">5511 6659 1287 0,'0'0'289'0,"0"0"-202"15,0 0-5-15,0 0 77 0,0 0 18 16,0 0-54-16,0 0-4 15,98-8-25-15,-73 4-17 16,4-2-10-16,-1 0-33 16,3-1-19-16,0 1-5 15,-5-1-10-15,-6 3-81 16,1 4-129-16,-9 0-187 16,-9 0-343-16</inkml:trace>
  <inkml:trace contextRef="#ctx0" brushRef="#br0" timeOffset="24441.46">5586 6822 1458 0,'0'0'293'0,"0"0"-220"0,0 0 6 16,0 0 58-16,0 0-51 15,122-6-51-15,-90 3-32 16,1 3-3-16,9 0-125 15,-9 0-239-15,-7 0-858 0</inkml:trace>
  <inkml:trace contextRef="#ctx0" brushRef="#br0" timeOffset="25202.44">6683 6144 962 0,'0'0'627'15,"0"0"-474"-15,0 0-13 16,0 0 14-16,0 0-25 16,0 0-22-16,0 0-26 15,-13 4-20-15,8 14-21 16,-5 10 10-16,5 6-5 16,-5 10-2-16,2 8-3 15,2 9 7-15,2 7-6 16,1 7-8-16,1 0-9 15,2 3-11-15,0 1-1 16,0-5-1-16,0-2-1 16,12-4 2-16,3-4-1 15,6-5 14-15,2-9-1 0,1-6-14 16,3-8 7-16,2-8 1 16,-5-4-5-16,-4-6-4 15,-2-4-3-15,-3-4-4 16,-2-2-2-16,-8-2-5 15,-2 0-54-15,0-5-103 16,-3 2-149-16,0-1-289 16,0-2-804-16</inkml:trace>
  <inkml:trace contextRef="#ctx0" brushRef="#br0" timeOffset="27493.34">7274 6122 1018 0,'0'0'282'16,"0"0"-76"-16,0 0 8 16,0 0 53-16,0 0-82 15,0 0-33-15,0 0-16 16,0 0-46-16,-10 16-44 16,2 6-14-16,-2 2 4 15,2 2-15-15,-2 2 3 0,-1 2-3 16,-4 0 9-16,0-4-7 15,0-2-5-15,7-8-7 16,2-3-4-16,-1-9-1 16,7-3-5-16,0-1-1 15,0 0-11-15,0 0-16 16,0 0-7-16,0 0 1 16,0 0 18-16,0 0 9 15,10 0 0-15,4 0-10 16,-2 0 1-16,9 0 6 15,-1 0-17-15,1 0 6 16,0 0 3-16,1 0-11 16,-6 3-11-16,2-3-17 0,0 0-17 15,-5 0 17-15,-1 0 10 16,-1 0 4-16,-1-7 0 16,-2-4 12-16,-3-3 21 15,2-3 9-15,-4-1 7 16,0 3 7-16,-3 0 0 15,3 5 14-15,-3 2 10 16,0 2 24-16,0 3 33 16,0 3-7-16,0 0-44 15,0 0-5-15,0 0-3 16,0 0-9-16,0 0-2 16,0 0 11-16,0 0-3 15,0 0-5-15,0 13-6 16,0 7 7-16,0 6-13 0,-3 4-8 15,-3 2-7-15,4-1 0 16,-5 0-1-16,7-3-7 16,0-2-98-16,-3 1-63 15,3-1-95-15,0-4-260 16,-3-4-385-16</inkml:trace>
  <inkml:trace contextRef="#ctx0" brushRef="#br0" timeOffset="28003.49">7344 7100 1328 0,'0'0'289'0,"0"0"-169"0,0 0-35 15,0 0 11 1,0 0 17-16,0 0-37 0,0 0-28 16,31 82-12-16,-14-73-13 15,-1-6 2-15,2-3 13 16,2 0 21-16,1-6-4 16,0-11 6-16,-4-5-25 15,-1-3-11-15,-8 1 8 16,-3 1 1-16,-5 2 33 15,0 3 36-15,-17 6-27 16,-7 2-16-16,-5 5-34 16,-1 4-26-16,-3 1-3 0,7 0-31 15,-5 4-53-15,11 10-68 16,4 8-91 0,8-4-138-16,5-4-396 0</inkml:trace>
  <inkml:trace contextRef="#ctx0" brushRef="#br0" timeOffset="28611.37">7889 6150 1060 0,'0'0'336'15,"0"0"-190"-15,0 0-57 16,0 0 69-16,0 0 3 0,0 0-13 16,0 0-33-1,100 109-25-15,-82-64 36 0,3 10-48 16,-1 7-45-16,-2 6-5 15,0 2 13-15,-3 2-1 16,1-1-10-16,-5-1 2 16,-2-2-12-16,-3-4 1 15,3-7-2-15,-9-2 11 16,0-7-5-16,0-3 11 16,0-5-10-16,0-7 0 15,0-2-2-15,-6-9 3 16,0-4-9-16,1-4-3 15,0-4-6-15,0-4-3 16,2-3-6-16,0-1-7 16,1 1-15-16,2-3-44 0,0 0-79 15,-7 0-165-15,4 0-326 16,0 0-1081-16</inkml:trace>
  <inkml:trace contextRef="#ctx0" brushRef="#br0" timeOffset="30795.07">8806 6717 1058 0,'0'0'404'0,"0"0"-237"0,0 0-68 15,0 0-11-15,0 0 11 16,0 0 30-16,-2 36-41 15,2-20-29-15,0 3-19 16,0-1 2-16,0-1-10 16,11 2-10-16,4-2-4 15,0-4 3-15,3-3-9 16,3-2 6-16,2-8-7 16,-2 0 0-16,3 0-10 15,-3-12 14-15,-3-7-15 16,-4-8 2-16,-2-2 7 15,-9-1 8-15,-3 0 6 0,0 3 0 16,0 2 6-16,-18 6-1 16,-3 2 9-16,-2 5 0 15,0 5-8-15,-5 7-25 16,2 0-4-16,2 0-1 16,6 5-32-16,9 7-28 15,3 2-87-15,6 5-24 16,0 12-20-16,15-5-30 15,3-2-334-15</inkml:trace>
  <inkml:trace contextRef="#ctx0" brushRef="#br0" timeOffset="31037.43">9223 6859 1330 0,'0'0'553'0,"0"0"-436"16,0 0-34-16,0 0-24 16,0 0-59-16,0 0-3 15,0 0-67-15,0 0-118 16,0 0-191-16,0 0-598 0</inkml:trace>
  <inkml:trace contextRef="#ctx0" brushRef="#br0" timeOffset="31811.45">9635 6607 1156 0,'0'0'388'15,"0"0"-247"-15,0 0-18 16,0 0 43-16,0 0-18 15,0 0-24-15,0 0-18 16,-62 6-50-16,53-6-29 16,0 0-3-16,0 0-8 15,0 0 8-15,6 0-6 16,-5 0-3-16,8 0-5 16,-4 0-8-16,4 0 3 15,0 0-5-15,0 0-6 16,0 0-3-16,0 0-3 15,-3 2-5-15,0 8 17 16,3 1 0-16,-5 4 0 0,2 0 0 16,3-2 0-1,0-1 0-15,0 0 0 0,0 1 0 16,0-4 0-16,0 0-7 16,0-4-13-16,0-1 4 15,8-2-6-15,4 0 8 16,4-2 7-16,0 0 5 15,2 0 1-15,0 0 0 16,3-2 0-16,-3-1 1 16,-3 0 0-16,0 3 0 15,0 0 0-15,-7 0 0 16,2 0 1-16,-2 8 16 16,-2 5 8-16,-2 0 27 0,-4 2 25 15,0-3 20 1,0 1-22-16,0 2-7 0,0-1-17 15,-10-2 9-15,2 0-32 16,-4-2 4-16,-1-2-14 16,2 0 12-16,-1-2-7 15,1 0-3-15,-2-4-14 16,4 1 7-16,0-3-11 16,-3 0-2-16,4 0 0 15,-5 0-17-15,-2 0-33 16,7-6-31-16,-7-1-94 15,4-1-101-15,4 0-234 16,1 4-233-16</inkml:trace>
  <inkml:trace contextRef="#ctx0" brushRef="#br0" timeOffset="33281.46">9716 6240 1242 0,'0'0'249'16,"0"0"-183"-16,0 0-30 16,0 0 25-16,0 0-8 15,0 0-8-15,0 0 2 16,41 60-6-16,-30-56 7 16,7-4 3-16,0 0 5 15,3 0 20-15,-3-12-11 16,0-6-16-16,-3-2-33 15,-3-2-3-15,-6-1-1 0,-6-2 14 16,0 2 32-16,-6 4 46 16,-12 0-12-16,-7 7-36 15,-1 5-18-15,-7 3-13 16,7 4-25-16,0 0-15 16,4 11-27-16,8 14-102 15,11 25-44-15,3-6-58 16,0-2-124-16</inkml:trace>
  <inkml:trace contextRef="#ctx0" brushRef="#br0" timeOffset="33641.49">10223 6817 1677 0,'0'0'543'15,"0"0"-474"-15,0 0-42 16,0 0-27-16,0 0-10 16,0 0-88-16,0 0-157 15,3 2-268-15</inkml:trace>
  <inkml:trace contextRef="#ctx0" brushRef="#br0" timeOffset="34646.33">10645 6695 1285 0,'0'0'299'0,"0"0"-219"15,0 0-41-15,0 0 39 0,0 0 24 16,0 0 33 0,0 0-6-16,15 43-26 0,-10-28-48 15,5-1-21-15,-2-2-9 16,2-3-7-16,-2-4-4 15,5-2 2-15,2-2 3 16,-1-1 2-16,-2 0-3 16,0-1-6-16,-1-13 11 15,2-5 1-15,-8-1-1 16,2-1-7-16,-7 1-3 16,0-3 5-16,0 5 13 15,0-2 14-15,-12 4-14 0,-6 0 5 16,0 4 13-16,-5 1-29 15,2 6-7-15,0 3 1 16,3 2-14-16,0 0-14 16,3 6-22-16,3 10-21 15,4 2-22-15,8 4-22 16,0 4-36-16,0-2-40 16,26 7-111-16,1-10-209 15,-1-7-491-15</inkml:trace>
  <inkml:trace contextRef="#ctx0" brushRef="#br0" timeOffset="34872.71">11053 6843 1446 0,'0'0'548'0,"0"0"-456"16,0 0-61-16,0 0-31 15,0 0-7-15,0 0-100 16,0 0-114-16,5-3-130 16,1 3-747-16</inkml:trace>
  <inkml:trace contextRef="#ctx0" brushRef="#br0" timeOffset="35396.32">11349 6551 1547 0,'0'0'259'16,"0"0"-148"-1,0 0 70-15,0 0-34 0,0 0-14 16,0 0-17-16,0 0-46 15,-95 30-49-15,95-20-8 16,0 4-11-16,10 4-1 16,7 2 9-16,4 0-9 15,3 3 20-15,2 2 12 16,1-2 13-16,-6-1-1 16,0-3-7-16,-9-2-3 15,2-3-8-15,-7-4-8 16,1-3-10-16,-5-1-2 0,-1-1-5 15,3-1 10-15,-5 1-2 16,0 2 1-16,-7 3 1 16,-11-1-12-16,-6 0-20 15,-5-1-27-15,-4-6-39 16,0-2-83-16,-5-19-126 16,12-10-322-16,5-4-776 0</inkml:trace>
  <inkml:trace contextRef="#ctx0" brushRef="#br0" timeOffset="35580.33">11189 6517 1190 0,'0'0'480'0,"0"0"-370"15,0 0-34-15,0 0 37 16,0 0-17-16,0 0-40 15,0 0-25-15,134-31-31 16,-98 29-10-16,-7-1-206 16,-5 1-502-16</inkml:trace>
  <inkml:trace contextRef="#ctx0" brushRef="#br0" timeOffset="37936.07">11506 6029 1179 0,'0'0'365'0,"0"0"-240"15,0 0-17-15,0 0 8 16,0 0-21-16,0 0-31 16,0 0-30-16,-47 94-4 15,47-75-7-15,0-1-8 0,0-2-3 16,3-2 3-16,2 0-5 15,5-4-4-15,3-4-5 16,-2 0 5-16,6-4-6 16,1-2 0-16,3 0 0 15,0-2 1-15,-1-13-1 16,1 2 1-16,-6-3 1 16,-2 1 8-16,-5 2 9 15,-1 3-17-15,-7 4 21 16,0 2 32-16,0 2 37 15,0 2 12-15,0 0 10 16,0 0-17-16,0 0-40 0,0 0-27 16,0 0-12-1,0 10-2-15,0 4 7 0,0 8-16 16,0 3 4-16,0 0-11 16,0 1 8-16,-4-4-8 15,4-1 0-15,0-7-28 16,0 3-121-16,0-4-46 15,0 0-77-15,4 0-111 16,-1-3-451-16</inkml:trace>
  <inkml:trace contextRef="#ctx0" brushRef="#br0" timeOffset="45872.45">12264 6653 1156 0,'0'0'407'16,"0"0"-273"-16,0 0-70 16,0 0-8-16,0 0-28 15,0 0 4-15,41 0 32 16,-20 0 17-16,1 0-11 15,-1 0-8-15,2 2-18 16,-2-2-17-16,-1 0-11 16,1 0-6-16,0 0-10 15,-6 0-25-15,0-6-106 16,-7-2-131-16,-1 2-218 16,-7 5-184-16</inkml:trace>
  <inkml:trace contextRef="#ctx0" brushRef="#br0" timeOffset="46083.89">12351 6773 1124 0,'0'0'291'15,"0"0"-115"-15,0 0 1 16,0 0-56-16,0 0-26 15,0 0-25-15,113 5-40 16,-90-4-30-16,1 2-13 16,-6-1-188-16,-6 2-351 0</inkml:trace>
  <inkml:trace contextRef="#ctx0" brushRef="#br0" timeOffset="76611.14">13120 6515 1015 0,'0'0'547'16,"0"0"-411"-16,0 0-75 15,0 0-3-15,0 0 29 16,0 0-30-16,0 21 3 16,0-9 7-16,5 3 0 15,2 3-3-15,-4 0 12 16,2 5-20-16,1-2-10 16,1 2-16-16,1-4-5 0,2-1-12 15,1-2-4-15,1-6-1 16,1-5-7-16,5-5 0 15,-2 0-1-15,9-12 0 16,-2-17 0-16,3-9-1 16,-5-6 1-16,-6 0 1 15,-5 2 6-15,-10 3-1 16,0 7 7-16,-10 7 26 16,-13 5 0-16,-3 8 8 15,-7 7 14-15,0 5-31 16,-1 0-30-16,3 21 9 15,3 7-9-15,10 10-30 0,0 4-51 16,10 2-26-16,8-2-57 16,0-2-15-16,18 4-102 15,5-12-228-15,1-6-640 0</inkml:trace>
  <inkml:trace contextRef="#ctx0" brushRef="#br0" timeOffset="76798.14">13565 6779 1403 0,'0'0'497'15,"0"0"-422"-15,0 0-48 0,0 0-27 16,0 0-55-16,0 0-169 15,0 0-358-15</inkml:trace>
  <inkml:trace contextRef="#ctx0" brushRef="#br0" timeOffset="77293.83">13818 6615 1220 0,'0'0'392'15,"0"0"-226"-15,0 0-91 16,0 0 3-16,0 0-34 15,0 0 1-15,0 0 16 16,0 63-6-16,3-42-14 16,3 3-4-16,3-4-15 15,2 0-7-15,7-4-3 16,0-3 0-16,13-8-1 16,-3-2 4-16,6-3-13 15,-1-7-2-15,-4-14 14 0,-2-8 2 16,-6-3-6-1,-7-1-9-15,-5-2 16 0,-9 1-2 16,0 0 15-16,-9 4 25 16,-8 4-5-16,-13 8-4 15,-1 9-17-15,0 9-29 16,-2 0-2-16,0 21-5 16,1 7-59-16,4 6-92 15,2 16-58-15,8-8-155 16,3-6-298-16</inkml:trace>
  <inkml:trace contextRef="#ctx0" brushRef="#br0" timeOffset="77877.28">14392 6409 1264 0,'0'0'367'16,"0"0"-212"-16,0 0 0 16,0 0-4-16,0 0-76 15,0 0-28-15,0 0-1 16,-33 63 4-16,30-38-8 16,-3 3-2-16,2 2-3 15,4 1-12-15,0 2-10 16,0 1-8-16,0-1 1 15,0 0-8-15,18-3 0 16,-3-4 0-16,3-5 0 16,3-10-8-16,-3-5-4 15,0-6-31-15,-3 0-7 0,-4-2 50 16,-4-12 17-16,-4-4 9 16,-3 0 6-16,0 0 8 15,-3 3 16-15,-10 3-1 16,1 1 0-16,1 8-25 15,-1 3-11-15,1 0-19 16,1 3-37-16,2 17 36 16,-2 7-41-16,7 0-102 15,3 5-65-15,0 9-109 16,18-11-199-16,3-9-71 0</inkml:trace>
  <inkml:trace contextRef="#ctx0" brushRef="#br0" timeOffset="78478.19">14914 6491 1106 0,'0'0'514'16,"0"0"-378"-16,0 0-25 15,0 0 31-15,0 0-36 16,0 0-28-16,0 0-4 16,41-7 13-16,-28 9-7 15,-1 15 2-15,-6 5-2 16,-4 6-2-16,-2 4-16 16,0 2-17-16,0 2-21 15,-15-2-8-15,-5 2-15 16,-4-4-1-16,1-4-9 15,-2-6-80-15,4-7-32 0,8-8-28 16,0-7-30-16,3 0-7 16,5-18 8-16,5-4 101 15,0 0 72-15,0 4 5 16,3 8 65-16,4 6 26 16,-2 4 7-16,3 0-49 15,5 7 17-15,2 8 23 16,-4 3-19-16,4 0-35 15,-2 0-16-15,2-4-11 16,-2-1-8-16,3-4-27 16,2-6-87-16,-1-3-177 15,-1 0-305-15</inkml:trace>
  <inkml:trace contextRef="#ctx0" brushRef="#br0" timeOffset="79178.31">15493 6381 1175 0,'0'0'350'0,"0"0"-212"16,0 0 21-16,0 0-24 15,0 0-40-15,0 0-21 16,0 0-5-16,-104 13 9 16,92-10-13-16,4-2-25 15,2-1 2-15,2 2-8 16,1-2 3-16,3 0-13 15,0 0-9-15,0 0-15 16,0 0 0-16,0 4 1 16,-2 1 0-16,-1 3-1 15,3 4-1-15,-3 1 0 16,-2 6 0-16,0 1 1 16,3 0-1-16,-1 2 1 0,-3-3-2 15,4-2 1-15,-2-1-12 16,4-6-12-16,0-3-1 15,0-4-33-15,0-1-17 16,0-2 1-16,0 0 17 16,12 0 38-16,3-6 20 15,0-4 19-15,3 2-7 16,-1 0 0-16,5 2-1 16,-4 4 13-16,-2 2 0 15,2 0-8-15,-3 4-1 16,0 13 14-16,-6 0 17 15,0 1-4-15,-3 3 7 16,-3-4-2-16,-3 1 11 0,0-1 21 16,0 4 5-16,-9-3-17 15,-6 0-16-15,-3-1-13 16,3-2-9-16,-3-2-17 16,2-5-2-16,-2-2-10 15,3-5-6-15,-6-1-48 16,0 0-61-16,-15 0-126 15,3 4-90-15,0 2-508 0</inkml:trace>
  <inkml:trace contextRef="#ctx0" brushRef="#br0" timeOffset="80418.02">2300 7958 899 0,'0'0'396'16,"0"0"-235"-16,0 0-100 15,0 0 31-15,0 0 5 16,0 0-2-16,29 124-1 16,-19-88-25-16,-4-1-21 15,-6 7-14-15,0 1-4 16,0-2-10-16,0 2-7 16,0-8-7-16,-3 0-6 15,-3-9-26-15,-3-6-81 0,0-9-46 16,7-9-59-16,-5-2-174 15</inkml:trace>
  <inkml:trace contextRef="#ctx0" brushRef="#br0" timeOffset="80796">2300 7897 1091 0,'0'0'274'0,"0"0"-141"15,0 0 10-15,0 0 1 16,119-87 29-16,-83 77-77 16,0 4-38-16,-10 6-10 15,1 0-3-15,-6 16 0 16,-6 6 28-16,-7 2 34 15,-2 2 16-15,-6 2-13 16,0-2-17-16,0 1-32 16,-14 1-6-16,-8-2-22 15,-1 0-22-15,-3-4-11 16,-5-2-7-16,5-4-26 16,-4-8-37-16,4-8-45 15,2 0-64-15,6-12-93 16,9-10-210-16,3 0-183 0</inkml:trace>
  <inkml:trace contextRef="#ctx0" brushRef="#br0" timeOffset="81229.35">3141 7853 1400 0,'0'0'253'0,"0"0"-107"16,0 0 18-16,0 0-38 16,0 0-51-16,0 0-13 15,0 0 6-15,-62 104-6 16,52-64-3-16,5 1-13 16,-1 6 3-16,0 0-11 15,3 4-16-15,3 1-3 16,0-2-7-16,0-2-4 0,3-3-7 15,9-7-1 1,3-8-8-16,3-10-71 0,0-6-68 16,11-14-49-16,-6 0-158 15,-5 0-375-15</inkml:trace>
  <inkml:trace contextRef="#ctx0" brushRef="#br0" timeOffset="81587.39">3391 8129 1041 0,'0'0'497'16,"0"0"-383"-16,0 0 46 15,0 0 37-15,0 0-71 16,0 0-15-16,0 0-23 16,118 128-28-16,-90-100-10 15,-2 3 9-15,0-1-23 16,-4-2-17-16,-4-2-8 15,-4-4-11-15,-2-2 0 16,-9-5-26-16,2-4-90 0,-5-11-78 16,0 0-176-16,0 0-411 15</inkml:trace>
  <inkml:trace contextRef="#ctx0" brushRef="#br0" timeOffset="81812.8">3611 8169 1388 0,'0'0'616'0,"0"0"-462"15,0 0-37-15,0 0 37 16,-87 109-26-16,69-81-61 0,7-2-31 16,-1-2-20-1,2 0-16-15,2 0-9 0,2-4-74 16,2 2-140-16,4-6-280 15,0-6-444-15</inkml:trace>
  <inkml:trace contextRef="#ctx0" brushRef="#br0" timeOffset="82084.08">3830 8292 897 0,'0'0'705'0,"0"0"-551"16,0 0-102-16,0 0 85 15,0 0-2-15,0 0-35 16,0 0-32-16,110 1-35 15,-86-1-16-15,-6 0 4 16,2 0-21-16,-4-4-130 16,-8-2-183-16,-8 1-470 0</inkml:trace>
  <inkml:trace contextRef="#ctx0" brushRef="#br0" timeOffset="82279.56">3871 8434 1094 0,'0'0'528'0,"0"0"-433"16,0 0 9-16,0 0-21 16,0 0-83-16,137-22-127 15,-101 14-361-15,-6-2-429 0</inkml:trace>
  <inkml:trace contextRef="#ctx0" brushRef="#br0" timeOffset="82760.28">4406 8174 1461 0,'0'0'248'15,"0"0"-156"-15,0 0 60 16,0 0-10-16,0 0-30 16,0 0 5-16,0 0-67 0,10-48-38 15,-7 75 12-15,2 5 16 16,-2 8-19-16,4 1-6 15,-2-4-6-15,-2-2-8 16,0-5 7-16,0-6-7 16,1-4 0-16,-4-6-1 15,0-6 14-15,0-4 13 16,0-2 20-16,0 0 38 16,0-2 21-16,-10 0-39 15,-8 0-41-15,3 0-13 16,-2 0-7-16,2 0 0 15,3 0-5-15,4 0 0 16,5 0-1-16,-1 0 0 16,4 0-19-16,0 0-28 15,0 0-29-15,4 2 3 0,12 0 4 16,2-2-81 0,10 0-65-16,-2-4-85 0,-5-10-320 0</inkml:trace>
  <inkml:trace contextRef="#ctx0" brushRef="#br0" timeOffset="83031.56">4725 7997 1332 0,'0'0'344'16,"0"0"-154"-16,0 0 42 0,0 0-24 15,0 0-7 1,0 0-19-16,95 121-51 0,-87-80-37 16,-1 3-23-16,-7 0-22 15,0 1-16-15,0-5-14 16,0 0-7-16,-3-5-12 16,-7 0 0-16,2-5-77 15,-7 2-122-15,3-8-328 16,-4-8-560-16</inkml:trace>
  <inkml:trace contextRef="#ctx0" brushRef="#br0" timeOffset="83698.8">5645 8300 1416 0,'0'0'489'0,"0"0"-423"16,0 0 12-16,0 0 48 16,0 0-14-16,0 0-11 15,136-31-48-15,-105 25-23 16,-1 3-15-16,-1-1-14 0,-5-3-1 15,-4 5-98 1,-10 2-91-16,-10 0-212 0,0 0-354 0</inkml:trace>
  <inkml:trace contextRef="#ctx0" brushRef="#br0" timeOffset="83880.31">5740 8449 1433 0,'0'0'249'0,"0"0"-97"16,0 0 18-16,0 0-82 15,0 0-46-15,131-13-42 16,-87 11-16-16,-5 0-252 16,-6 2-755-16</inkml:trace>
  <inkml:trace contextRef="#ctx0" brushRef="#br0" timeOffset="84979.9">6876 7822 1234 0,'0'0'386'0,"0"0"-233"15,0 0-23-15,0 0 31 16,0 0-68-16,0 0-38 16,0 0 2-16,-36 16 5 15,26 4-10-15,2 8 8 16,-7 11-13-16,0 4-16 0,1 10 14 16,-4 2 1-16,6 5-12 15,-1 1-11-15,8 2-11 16,5-4-11-16,0-2 4 15,0-3-5-15,15-6-7 16,5-6-52-16,4-2-79 16,9 6-78-16,-4-11-117 15,-4-5-421-15</inkml:trace>
  <inkml:trace contextRef="#ctx0" brushRef="#br0" timeOffset="85530.93">7193 8024 1179 0,'0'0'232'0,"0"0"-128"16,0 0 45-16,0 0-5 15,0 0-25-15,0 0-14 16,0 0-33-16,-44 87-23 16,44-73-10-16,0 2 4 15,0 2-4-15,12-1-2 16,-1 0-5-16,1 1-2 15,1-3 1-15,1 1-6 16,1-5-6-16,0-2-5 0,6-8-5 16,2-1 6-16,0 0-3 15,5-3 4-15,1-14-16 16,-2-2-39-16,0-4-44 16,-4 1-35-16,-5 0-65 15,-3-9-94-15,-9 8-203 16,-2 2-357-16</inkml:trace>
  <inkml:trace contextRef="#ctx0" brushRef="#br0" timeOffset="85756.34">7431 7986 1370 0,'0'0'342'0,"0"0"-158"16,0 0-31-16,0 0-58 15,0 0-14-15,-3 109-9 16,-4-73-4-16,5 5-25 16,-7 0-23-16,2 2-11 15,5-3-9-15,-1-3 0 16,3-1-79-16,0 7-87 16,0-11-206-16,0-8-621 0</inkml:trace>
  <inkml:trace contextRef="#ctx0" brushRef="#br0" timeOffset="86334.3">7377 8694 606 0,'0'0'847'15,"0"0"-669"-15,0 0-50 16,0 0 42-16,0 0-36 16,0 0-47-16,0 0-18 15,0-40-11-15,0 40-21 16,0 18-4-16,3 6 57 16,0 5-35-16,1 1-27 15,1 0-16-15,-2-4-1 16,0-6-4-16,0-2-5 15,-3-6 6-15,0-4-6 16,0-3 7-16,0-5 7 16,0 0 33-16,0 0 41 0,-3 0-28 15,-12 0-36-15,7 0-10 16,-2 0 8-16,7 0 3 16,3 0-4-16,0 0-23 15,0 0-16-15,0 0-18 16,13-5 25-16,4 4 9 15,7-6-1-15,-3 3-82 16,2 0-37-16,2-2-85 16,-11 4-151-16,-2 0-570 0</inkml:trace>
  <inkml:trace contextRef="#ctx0" brushRef="#br0" timeOffset="91966.81">8150 7782 1542 0,'0'0'392'0,"0"0"-282"16,0 0-44-16,0 0 54 16,0 0-11-16,39 128-24 15,-28-66-26-15,-1 7 2 16,-5 8-6-16,-5-2 0 16,0 6-9-16,0-1-11 15,-3 2-16-15,-12 0-1 16,-3-1-2-16,-2-8-14 15,2-2-2-15,0-13 0 16,7-8-51-16,4-12-96 16,4-8-158-16,3-10-230 15,0-10-180-15</inkml:trace>
  <inkml:trace contextRef="#ctx0" brushRef="#br0" timeOffset="93550.1">8919 8343 1335 0,'0'0'378'15,"0"0"-248"-15,0 0 6 16,0 0 10-16,0 0-34 15,0 0-24-15,0 0 10 0,-35 63-15 16,35-37-22-16,0 2-19 16,0 2-20-16,0 2-4 15,0 2 3-15,15-3-1 16,3-4-9-16,2-4-3 16,4-7-8-16,6-6 0 15,-1-10 0-15,1 0-7 16,-1-10-17-16,2-17-4 15,-11-8 22-15,-2-5 5 16,-7 1 0-16,-11-1 1 16,0 2 18-16,-5 5-3 15,-16 6-14-15,-5 7 0 16,-5 8 9-16,3 12-10 0,-6 0-18 16,1 8-16-1,7 16-32-15,8 3-75 0,3 4-32 16,15 15-98-16,0-8-66 15,6-5-293-15</inkml:trace>
  <inkml:trace contextRef="#ctx0" brushRef="#br0" timeOffset="93804.43">9427 8599 1495 0,'0'0'514'0,"0"0"-420"15,0 0-68-15,0 0-26 16,0 0-72-16,0 0-141 15,0 0-144-15,-17 0-271 0</inkml:trace>
  <inkml:trace contextRef="#ctx0" brushRef="#br0" timeOffset="94684.58">9768 8306 1169 0,'0'0'546'0,"0"0"-425"16,0 0-42-16,0 0 27 15,0 0-14-15,0 0-14 16,0 0-15-16,-62 0-11 16,57 0 4-16,-5 0-5 15,5 0 4-15,-4 1-18 16,2 4-3-16,-1-4-10 0,5 4-9 15,-3-4-9-15,6 2-5 16,0-1-1-16,0-1-11 16,0 6 10-16,0-1-1 15,0 3-4-15,0 4 6 16,0 1 0-16,0 2 1 16,-3 1 0-16,3 2 1 15,0-3-2-15,0-2 0 16,0-2-1-16,0-6-8 15,0-2-8-15,3-4-9 16,6 0-3-16,9 0 9 16,0-2 13-16,0-6-5 15,0 0 10-15,3 2 1 0,-4 3 0 16,4 3 0-16,-3 0 1 16,0 0 0-16,-4 3 1 15,-5 9 1-15,0 2 11 16,0 5 15-16,-9 0 38 15,0 3 5-15,0 2 21 16,0-1-10-16,-7-2-25 16,-4-1-11-16,-4-2-11 15,3-4-8-15,-2-3-12 16,-1-6 9-16,2 0-9 16,-2-4-6-16,7-1-2 15,-7 0-7-15,4 0-25 0,1-7-74 16,-2-8-68-16,1-8-121 15,1 4-260-15,5 2-574 0</inkml:trace>
  <inkml:trace contextRef="#ctx0" brushRef="#br0" timeOffset="96001.07">9983 7950 1149 0,'0'0'253'15,"0"0"-134"-15,0 0-5 16,0 0 60-16,3-101-35 0,3 82-24 16,-4 5-16-16,-2 6-11 15,0 4-11-15,0 4 9 16,0 0-29-16,0 0-11 16,0 4-6-16,0 15 5 15,0 7 2-15,0 6-14 16,0 1-21-16,0 2 1 15,-2-2-11-15,-1-4 5 16,3-8-7-16,-3-2-7 16,3-7-21-16,0-5-72 15,0-5-87-15,0-2-70 16,3 0-131-16,2-9-355 0</inkml:trace>
  <inkml:trace contextRef="#ctx0" brushRef="#br0" timeOffset="96951.04">10475 8450 1521 0,'0'0'336'0,"0"0"-231"16,0 0-26-16,0 0 27 16,0 0-10-16,0 0-6 15,0 118-16-15,10-87-13 16,8-2-16-16,0-3-21 16,0-4-11-16,2-5-3 15,4-11-4-15,2-6-5 16,4 0 5-16,1-17-4 0,-3-11-2 15,0-8-14-15,-7-4 13 16,-10 0 1-16,-8 2 18 16,-3 1 6-16,-6 6 10 15,-20 5-7-15,-2 3 1 16,-3 12 3-16,-3 5 4 16,1 6-23-16,7 0-12 15,3 14-16-15,8 6-23 16,2 6-21-16,10-1-59 15,3 4-52-15,13 9-108 16,8-7-101-16,5-6-359 0</inkml:trace>
  <inkml:trace contextRef="#ctx0" brushRef="#br0" timeOffset="97137.54">10999 8658 1625 0,'0'0'241'16,"0"0"-190"-16,0 0-51 16,0 0-29-16,0 0-159 15,0 0-389-15</inkml:trace>
  <inkml:trace contextRef="#ctx0" brushRef="#br0" timeOffset="97527.5">11130 8466 1545 0,'0'0'557'16,"0"0"-444"-16,0 0-19 16,0 0-49-16,0 0-38 0,0 0 5 15,0 0 23 1,41 52 14-16,-23-32 17 0,6 2 14 16,-4 0-10-16,-2-3-9 15,-3 2-3-15,0-5-10 16,-4 0-13-16,-1-3-6 15,-4-2-9-15,-1-2-11 16,-1-3-8-16,-1-3 6 16,-3 1-1-16,0-1-4 15,0-2 8-15,0 3-4 16,-3 1-6-16,-15-1-44 16,-2-3-40-16,-5 2-77 15,-14-3-101-15,13-4-230 0,-1-9-370 16</inkml:trace>
  <inkml:trace contextRef="#ctx0" brushRef="#br0" timeOffset="97718.99">11225 8374 1416 0,'0'0'534'0,"0"0"-454"16,0 0-47-16,0 0-13 15,0 0 32-15,0 0-14 16,0 0-38-16,116-24-7 16,-87 24-143-16,-9 0-216 15,-2 0-1208-15</inkml:trace>
  <inkml:trace contextRef="#ctx0" brushRef="#br0" timeOffset="98352.3">11454 7849 1257 0,'0'0'504'0,"0"0"-417"16,0 0-55-16,0 0 38 16,0 0 10-16,0 0 19 15,0 0 18-15,103-21-8 16,-88 34-13-16,-2 9-6 16,-11 6-22-16,-2-1-23 0,0 4 11 15,-7-5-15-15,-4-2-19 16,2-8-17-16,6-6-5 15,3-6-29-15,0-1-30 16,0 0 2-16,12-2 32 16,6 4 18-16,0 1 7 15,-4 2 0-15,-2 0 1 16,-2 4 22-16,-4 1 31 16,-6 4 30-16,0 0 25 15,-6 0-5-15,-12-1-28 16,-7 1-31-16,2-4-15 15,0-1-28-15,2-4-2 16,6-4-27-16,0-4-46 0,15-4-107 16,0-16-313-16,0 0-627 15</inkml:trace>
  <inkml:trace contextRef="#ctx0" brushRef="#br0" timeOffset="98901.85">12315 8430 485 0,'0'0'1139'16,"0"0"-936"-16,0 0-48 15,0 0 31-15,131-36-66 16,-93 28-58-16,-2 0-32 16,-10 4-17-16,-5 4-13 15,-18 0-64-15,-3 9-207 0,-3 8-480 16</inkml:trace>
  <inkml:trace contextRef="#ctx0" brushRef="#br0" timeOffset="99085.35">12187 8628 1698 0,'0'0'313'15,"0"0"-206"-15,0 0 15 16,0 0-23-16,136-32-57 15,-97 30-27-15,-1 1-15 16,22-1-64-16,-12-1-227 16,-10 2-705-16</inkml:trace>
  <inkml:trace contextRef="#ctx0" brushRef="#br0" timeOffset="101053.11">14100 7616 1393 0,'0'0'383'15,"0"0"-218"-15,0 0-77 16,0 0 31-16,0 0-21 16,0 0-10-16,0 0-11 15,-17 100-10-15,13-78-22 0,-2 1-11 16,4 0 9 0,-4-4 0-16,2-4-10 0,-2-3-6 15,4-1-8-15,-1-5 5 16,3-3-13-16,0 0-10 15,0-2-1-15,0-1-7 16,0 2-10-16,3 0 16 16,9 3 0-16,-4 0 0 15,10 1-8-15,-3 1-12 16,3-2-9-16,0 2-19 16,-4-1-15-16,4-2-28 15,0-3-16-15,-3-1 7 16,-3 0 21-16,0 0 11 15,0-10 38-15,-4-3 15 16,-4-1 16-16,2-3 10 0,-3 3 31 16,-3 2 20-16,0 2 33 15,0 4 32-15,0 2 8 16,0 0-21-16,0 4-39 16,0 0-21-16,0 0-19 15,0 0-6-15,0 0-5 16,0 0-2-16,0 0-2 15,0 4-1-15,0 10 1 16,-6 6 4-16,3 5-10 16,-6 3-4-16,3-1-3 15,3 2-5-15,-6-4-1 16,6 4 1-16,-3-4 0 16,4-2-1-16,-2-5 0 15,1-3-41-15,3-4-62 16,0-7-79-16,0-4-90 0,12 0-107 15,3-11-365-15</inkml:trace>
  <inkml:trace contextRef="#ctx0" brushRef="#br0" timeOffset="101325.89">14433 7610 1260 0,'0'0'403'0,"0"0"-231"15,0 0-93-15,0 0 54 16,0 0-20-16,0 0-21 16,0 0-18-16,15 118 2 15,-9-92 1-15,-1-2-31 16,-2 1-22-16,4-4-11 15,-4-2-13-15,-3-4-15 16,8 4-123-16,-4-5-149 16,-1-5-454-16</inkml:trace>
  <inkml:trace contextRef="#ctx0" brushRef="#br0" timeOffset="101499.42">14490 8065 1654 0,'0'0'397'0,"0"0"-270"15,0 0-127-15,0 0-29 16,0 0-206-16,0 0-102 16,0 0-553-16</inkml:trace>
  <inkml:trace contextRef="#ctx0" brushRef="#br0" timeOffset="102048.48">13829 8282 1230 0,'0'0'503'0,"0"0"-409"16,0 0-48-16,0 0 88 15,0 0 21-15,137-25 1 16,-65 15 41-16,12-4-69 16,13 0-42-16,25-2-38 15,21-4-21-15,-9 5 48 0,-23 2-14 16,-21 5-36-16,-28 8-14 16,-1 0 0-16,-12 0-11 15,-18 6-35-15,-23 13-87 16,-19 12-102-16,-22-3-148 15,-9-3-672-15</inkml:trace>
  <inkml:trace contextRef="#ctx0" brushRef="#br0" timeOffset="104921.32">13871 8620 1162 0,'0'0'499'15,"0"0"-355"-15,0 0-41 16,0 0 28-16,0 0-22 16,0 0-38-16,0 0-43 15,0 0 22-15,12 0 8 16,6-2 0-16,-3-2-12 16,0 3-13-16,-1 1-7 15,-1 0 4-15,2 0-11 16,-4 0-8-16,-2 0 1 0,0 5-5 15,0 3 7 1,-6 3-3-16,0 1 3 0,-3-1-2 16,0 1-6-16,0 4-5 15,0-1 12-15,-6-3-13 16,4-2-25-16,2 0-51 16,0-4-24-16,0 0 39 15,11 0 36-15,-2 2 24 16,2 5 1-16,-1-2 5 15,-5 3 35-15,-5 4 49 16,0-3-7-16,0 4-9 16,-12-2-8-16,-2-3-1 15,-4-1-25-15,3-5-19 0,3-4-11 16,-2-4-9 0,2 0-17-16,2 0-43 0,-1-16-28 15,1-4-41-15,8-8-57 16,2 6-182-16,0 2-425 0</inkml:trace>
  <inkml:trace contextRef="#ctx0" brushRef="#br0" timeOffset="105186.12">14364 8482 1505 0,'0'0'290'0,"0"0"-196"16,0 0 23-16,0 0-23 16,0 0-49-16,0 0-17 15,0 126-9-15,0-96-10 16,0 0-8-16,0 1-1 15,0 7-125-15,0-10-220 16,0-5-699-16</inkml:trace>
  <inkml:trace contextRef="#ctx0" brushRef="#br0" timeOffset="105354.17">14377 8953 1590 0,'0'0'283'16,"0"0"-283"-16,0 0-11 15,0 0-233-15,0 0-471 0</inkml:trace>
  <inkml:trace contextRef="#ctx0" brushRef="#br0" timeOffset="106304.63">14747 8663 1295 0,'0'0'334'0,"0"0"-206"15,0 0-43-15,0 0 10 16,0 0-9-16,0 0-24 16,0 0 18-16,0-39-5 0,0 35-2 15,0 1 8-15,0 0 5 16,0 2-6-16,0 1-7 15,0 0-13-15,0 0-24 16,-2 0-18-16,2 9-9 16,-6 12 1-16,3 4-4 15,1 6-5-15,-3 1-1 16,5-2 0-16,0-4-1 16,0-2 0-16,0-6 1 15,0-4 0-15,0-2 1 16,-2-4 0-16,-1-2 8 15,-3 0 0-15,1-5 3 16,-5 2-2-16,5-3 8 16,-5 0-1-16,2 0-7 15,1 0-2-15,4 0-7 0,-2 0 5 16,5 0-6-16,0 0-14 16,0-3-20-16,0 1-42 15,0-3-61-15,2 1-67 16,16-2-83-16,-3 0-195 15,1 0-425-15</inkml:trace>
  <inkml:trace contextRef="#ctx0" brushRef="#br0" timeOffset="106560.45">14914 8613 1177 0,'0'0'482'0,"0"0"-381"15,0 0-81-15,0 0-4 16,0 0 6-16,0 0 35 16,0 0 20-16,23 5-4 15,-16 8-16-15,-4 2-34 16,3 6-23-16,-6 0-25 15,0 17-161-15,0-7-174 16,0-3-420-16</inkml:trace>
  <inkml:trace contextRef="#ctx0" brushRef="#br0" timeOffset="106695.59">14935 8932 1147 0,'0'0'547'0,"0"0"-415"15,0 0-83-15,0 0-49 16,0 0-146-16,0 0-391 0</inkml:trace>
  <inkml:trace contextRef="#ctx0" brushRef="#br0" timeOffset="107160.36">15389 8274 1215 0,'0'0'531'15,"0"0"-404"-15,0 0-75 16,0 0 31-16,0 0 23 16,0 0 44-16,0 0-12 15,60 0-18-15,-42 0-22 16,2-2-51-16,1-1-25 16,-3 2-22-16,-3-1-11 15,-7 2-95-15,-8 0-137 16,0 0-253-16,-11 9-510 0</inkml:trace>
  <inkml:trace contextRef="#ctx0" brushRef="#br0" timeOffset="107338.89">15389 8274 1365 0,'16'142'521'15,"-8"-142"-387"-15,2 0 30 16,-2 0-34-16,4 0-63 15,-1 0-46-15,2 0-21 16,5 2-125-16,-1-2-269 16,-8 2-922-16</inkml:trace>
  <inkml:trace contextRef="#ctx0" brushRef="#br0" timeOffset="109645.74">16289 7830 1211 0,'0'0'497'0,"0"0"-300"15,0 0-48-15,0 0 40 16,0 0 2-16,0 0-39 16,0 0-33-16,0-2-24 15,0 8-21-15,0 9-18 16,-2 3-11-16,-4 0-19 0,-1 1-10 16,2-1 1-16,-1 3-3 15,3-3 1-15,-3-3-4 16,3 0-11-16,3-3 0 15,-3 0-9-15,3-2 9 16,0 0-12-16,0 0-9 16,0 0-16-16,6-2 1 15,3 0-9-15,-1 0 3 16,2-1 11-16,-2 2 19 16,2-3 0-16,-2 2 1 15,-2-2-5-15,1-2-11 16,1 1 5-16,4-4-4 15,-1-1-3-15,5 0 0 0,4 0 7 16,1-10-8-16,4-8 3 16,-2-3 8-16,1 0-3 15,-7-3 20-15,1 1 2 16,-5 1 1-16,-8 3 6 16,-2 2 30-16,0 2 18 15,-3 2 18-15,0 4 9 16,0-1-19-16,0 1-20 15,-6 3-2-15,4 4-7 16,-4 1-1-16,6 1-1 16,0 0-15-16,0 0-16 15,0 0 8-15,0 0-9 0,0 3 0 16,0 17 0-16,0 7 10 16,0 6 1-16,0 2-10 15,0 0 7-15,0 1-8 16,0-3 1-16,0-1-1 15,0 1 1-15,0-2-1 16,0-3 0-16,0-2 0 16,0-1 0-16,0-4 0 15,0-5 0-15,0-3-3 16,0-3-43-16,0-2-46 16,0-4-56-16,0-1-96 15,0 0-264-15,0-1-379 0</inkml:trace>
  <inkml:trace contextRef="#ctx0" brushRef="#br0" timeOffset="110524.4">16870 8292 958 0,'0'0'746'0,"0"0"-520"15,0 0-15-15,0 0-7 16,0 0-35-16,0 0-44 15,0 0-12-15,-5 0 2 0,5 0-18 16,0 0-25 0,0 0-5-16,0 0-11 0,0 0-10 15,0 0-32-15,0 0-7 16,0 0-7-16,0 0-9 16,0 0-80-16,0-4-131 15,0-1-399-15,5 4-319 0</inkml:trace>
  <inkml:trace contextRef="#ctx0" brushRef="#br0" timeOffset="112357.02">17271 8118 1066 0,'0'0'531'0,"0"0"-382"16,0 0-82-16,0 0 22 15,0 0 32-15,0 0-17 16,0 0-41-16,-21 104-13 16,21-83 2-16,14 2-9 15,1-1 3-15,5-4-15 16,1-5-6-16,7-3 5 0,-2-6-2 15,7-4-6-15,3-1 20 16,5-19-9-16,-2-9-12 16,-3-1-21-16,-7-5 0 15,-9 0 0-15,-13 1 13 16,-7 4 3-16,0-1 31 16,-21 6 20-16,-12 0-17 15,-5 6-9-15,-1 5-10 16,1 6 3-16,4 5-14 15,6 3-20-15,6 0-1 16,8 17-30-16,4 7-66 16,7 2-30-16,3 4-11 15,13 10-94-15,10-8-121 16,1-9-229-16</inkml:trace>
  <inkml:trace contextRef="#ctx0" brushRef="#br0" timeOffset="112641.76">17882 8268 479 0,'0'0'1249'0,"0"0"-1031"16,0 0-217-16,0 0-1 16,0 0-124-16,0 0-54 15,0 0-183-15</inkml:trace>
  <inkml:trace contextRef="#ctx0" brushRef="#br0" timeOffset="114993">16768 8219 1083 0,'0'0'362'0,"0"0"-275"16,0 0-62-16,0 0 8 16,0 0 50-16,0 0 33 15,0 0-2-15,41 10-6 16,-26 0-21-16,-3 2-21 16,4 3-16-16,-5 1-22 0,4-2-3 15,-6 2-8-15,0-3-6 16,-1 0-3-16,-4-1 1 15,2-2-9-15,-4-2 2 16,1-2-1-16,0-2-1 16,-3 0-18-16,0-3-74 15,4 2-105-15,-1-3-65 16,0 0-77-16,-3 0-299 0</inkml:trace>
  <inkml:trace contextRef="#ctx0" brushRef="#br0" timeOffset="115313.65">16955 8209 902 0,'0'0'305'16,"0"0"-209"-16,0 0-66 15,0 0 56-15,0 0 39 16,0 0 19-16,0 0 6 16,-3 7-24-16,0 2-26 15,-6 5-37-15,3 3-17 16,-2-1-17-16,1 1-10 0,-1 1-12 16,1-1-6-16,1-3-2 15,1-1 1 1,-1-2-23-16,2-5-55 0,2 0-60 15,-1-4-38-15,3 0-78 16,-3-2-119-16</inkml:trace>
  <inkml:trace contextRef="#ctx0" brushRef="#br0" timeOffset="115524.09">16824 8336 912 0,'0'0'368'0,"0"0"-210"16,0 0-106-16,0 0 12 0,0 0-3 16,0 0 28-16,0 0 19 15,46-4-17-15,-29 4-27 16,4 0-20-16,0 4-24 16,-1 0-20-16,12-1-40 15,-7 0-136-15,-4-3-436 0</inkml:trace>
  <inkml:trace contextRef="#ctx0" brushRef="#br0" timeOffset="117325.3">18554 8125 829 0,'0'0'887'15,"0"0"-637"-15,0 0-156 0,0 0-7 16,0 0-30-16,0 0-1 15,0 0-4-15,2 54-18 16,4-34-4-16,1-1 20 16,1-2-11-16,-3-1-1 15,5-4-5-15,3-1-19 16,-2-3 2-16,6-5-1 16,1-3 7-16,0 0-10 15,6 0 1-15,-1-11-7 16,2-7 6-16,-7-5-10 15,-4 3 11-15,-5-2-7 0,-6 3 6 16,-3-2 4 0,0 2-7-16,-5 2 21 0,-16-1-9 15,0 2 7-15,-6 2-5 16,-6 8-23-16,6 4-5 16,-6 2-24-16,7 0-10 15,-1 15-45-15,3 4-53 16,9 3-11-16,4 4-32 15,5 12-64-15,2-6-47 16,4-4-272-16</inkml:trace>
  <inkml:trace contextRef="#ctx0" brushRef="#br0" timeOffset="117829.95">19121 7971 1401 0,'0'0'382'15,"0"0"-246"-15,0 0 65 16,0 0-52-16,0 0-68 0,0 0-7 16,0 0-16-16,-69 84-19 15,67-63-24-15,2 4-8 16,0-1 1-16,0-2-8 16,0 0 0-16,5-5 7 15,8 0-7-15,-2-7-1 16,7-4-12-16,2-3-1 15,2-3-7-15,4 0-4 16,-8-11 1-16,3-5-17 16,-6-3 19-16,-9 4 22 15,-4 1 9-15,-2 3 13 16,0 7 45-16,-17 4 0 16,-4 0-19-16,-5 0-26 15,-2 13-13-15,2 5-9 16,2 2-6-16,9 2-7 0,3-1-42 15,9 0-48-15,3 0 4 16,3 0-99-16,22-4-134 16,-5-5-309-16</inkml:trace>
  <inkml:trace contextRef="#ctx0" brushRef="#br0" timeOffset="118324.13">19638 7950 1337 0,'0'0'341'16,"0"0"-155"-16,0 0 61 16,0 0-52-16,0 0-12 15,0 0-21-15,36 105-64 16,-36-65-38-16,0 1-24 16,-18-1-18-16,-3 0-18 15,-3-9 0-15,0 0-33 0,1-9-47 16,2-9-84-16,-4-4-55 15,9-9-24-15,-2 0 40 16,5-10 91-16,8-9 87 16,2 4 25-16,3-3 42 15,0 3 6-15,6 5 4 16,5 4 66-16,1 3-9 16,3 3 0-16,0 0-5 15,6 0-15-15,0 12-22 16,-3-3-24-16,0 4-31 15,2-5-12-15,1-2-51 16,8-6-118-16,-4 0-165 16,-2-6-481-16</inkml:trace>
  <inkml:trace contextRef="#ctx0" brushRef="#br0" timeOffset="118678.19">20047 7874 1637 0,'0'0'396'16,"0"0"-247"-16,0 0-19 0,0 0-49 15,0 0-42 1,0 0-20-16,0 0-4 0,-8 98-2 15,29-77-4-15,-1-1 0 16,1 2 9-16,-3-2 22 16,0 1 9-16,-3 2-1 15,-9-3 11-15,-4 0-2 16,-2-2-8-16,0 0-20 16,-2-2-14-16,-16 0-15 15,-6-1-17-15,1-2-68 16,-2-5-68-16,-7-8-97 15,8-1-250-15,3-16-293 0</inkml:trace>
  <inkml:trace contextRef="#ctx0" brushRef="#br0" timeOffset="118857.71">20014 7820 1273 0,'0'0'542'0,"0"0"-372"16,0 0-68-16,0 0 58 15,0 0-29-15,0 0-24 16,141-12-46-16,-100 7-33 16,3-1-28-16,2-1-65 15,1-1-109-15,-6 2-222 16,-11 2-911-16</inkml:trace>
  <inkml:trace contextRef="#ctx0" brushRef="#br0" timeOffset="131065.7">20873 8101 1340 0,'0'0'604'0,"0"0"-445"16,0 0-38-16,0 0-10 16,0 0-5-16,0 0-34 15,18-8-21-15,-9 8 3 16,4 0 23-16,1 0-25 0,6 0-9 16,-2 0-10-16,7 0-24 15,-4 0-8-15,2 0-1 16,1 0-43-16,-7 0-99 15,-1 0-162-15,-8 0-251 16,-8 0-249-16</inkml:trace>
  <inkml:trace contextRef="#ctx0" brushRef="#br0" timeOffset="131230.26">20898 8201 1358 0,'0'0'387'15,"0"0"-324"-15,0 0-3 0,0 0 54 16,0 0-44-16,0 0-65 16,142 2-5-16,-104 2-141 15,-5 0-347-15</inkml:trace>
  <inkml:trace contextRef="#ctx0" brushRef="#br0" timeOffset="131880.53">21993 8105 1363 0,'0'0'483'0,"0"0"-398"16,0 0-22-16,0 0 13 16,0 0 13-16,0 0 3 15,0 0-18-15,-5 92-12 16,23-70 11-16,-3-2-5 15,5-2-17-15,-2-3-18 16,9-8-5-16,-4-1-10 16,7-6 6-16,-4 0 4 15,5-7-6-15,-5-14-13 16,-5-7 3-16,-3-4-4 16,-12-4-1-16,-6 0 5 0,0-4-3 15,-17-2 4 1,-19 2-7-16,-10 2-4 0,2 5 7 15,-7 9 4-15,4 13 23 16,6 8-22-16,2 3-14 16,6 24-44-16,7 16-78 15,8 9-70-15,18 20-44 16,0-10-116-16,3-11-313 0</inkml:trace>
  <inkml:trace contextRef="#ctx0" brushRef="#br0" timeOffset="132219.62">22496 8338 705 0,'0'0'1145'15,"0"0"-898"-15,0 0-190 16,0 0-57-16,0 0-41 16,0 0-178-16,0 0-163 15,6 5-679-15</inkml:trace>
  <inkml:trace contextRef="#ctx0" brushRef="#br0" timeOffset="133181.07">23214 7988 1277 0,'0'0'310'0,"0"0"-224"15,0 0-17-15,0 0 26 16,0 0-4-16,0 0 17 16,0 0 2-16,87-21-15 15,-73 22-13-15,-2 16 9 16,-2 5 10-16,-2 6-34 0,-2 4-14 15,-2 2-26-15,-4 1 0 16,0 3-9-16,0-5-5 16,-18-1-13-16,-7-3-1 15,-1-5-36-15,-4-4-23 16,1-7-32-16,-2-6-58 16,5-7-23-16,3 0-18 15,5-8-10-15,3-9 160 16,12 2 41-16,3 1 31 15,0-1-18-15,0 8 13 16,8 0 30-16,10 5 55 16,-3 2-4-16,6 0-18 15,-3 6-24-15,2 9 21 16,1-4-5-16,-6 3-19 16,0 0-14-16,-4-3-20 0,2-1-13 15,-5-2-15-15,5-4 0 16,-1-2-104-16,9-2-86 15,-3-2-168-15,-5-10-552 0</inkml:trace>
  <inkml:trace contextRef="#ctx0" brushRef="#br0" timeOffset="133898.65">24067 7820 1215 0,'0'0'635'0,"0"0"-452"16,0 0-62-16,0 0 9 15,0 0-37-15,0 0 8 16,-143 50-1-16,111-39-33 15,5-4-11-15,0-2-23 16,7-1-12-16,2-2-1 16,3-2 2-16,2 1-9 15,8-1-5-15,-1 0-8 16,1 0 2-16,1 0-2 0,4 0 0 16,0 0-6-16,0 0 6 15,0 0-2-15,0 0-4 16,0 0 5-16,0 0 0 15,-3 4-7-15,0 2 1 16,0 6 6-16,-6 2 0 16,3 4 0-16,-2 3 1 15,-2 1 0-15,2-2 0 16,1-2-1-16,4-2-6 16,1-4 6-16,2-1-5 15,0-6-18-15,0-2-33 16,9 0 0-16,9-3 29 15,3 0 28-15,2 0 11 0,6 0-11 16,2-4-8 0,-1-1 8-16,-7 5 0 0,-2 0 1 15,-6 0-1-15,-4 0 2 16,-4 15 24-16,-4 1 16 16,-3 3 25-16,0 4 2 15,0 0-2-15,-15 0 0 16,-1 0-13-16,-1-3 1 15,-4-1-4-15,0-2-4 16,3-3-13-16,-2-5-19 16,2-5-1-16,3-2-8 15,4-2-6-15,-2 0-16 16,5-3-25-16,-2-8-19 16,2 0-73-16,-2 1-79 0,2 2-161 15,-2 4-454-15</inkml:trace>
  <inkml:trace contextRef="#ctx0" brushRef="#br0" timeOffset="135341.81">2419 9724 1119 0,'0'0'698'16,"0"0"-533"-16,0 0-117 16,0 0-20-16,0 0 34 15,0 0-1-15,0 116 20 0,0-76-12 16,5 4 8-16,2 2-28 16,-1-2-16-16,-1-4-14 15,0-6-11-15,-3-4-7 16,1-8 1-16,0-8-2 15,-3-6-1-15,0-3-58 16,0-5-58-16,0 0-41 16,0-27-63-16,0-3-159 15,0-2-552-15</inkml:trace>
  <inkml:trace contextRef="#ctx0" brushRef="#br0" timeOffset="135681.9">2431 9629 1194 0,'0'0'285'15,"0"0"-189"-15,0 0 5 16,0 0 11-16,0 0 27 16,124-44 10-16,-91 44-42 15,3 0-22-15,-3 2 3 16,-1 14 12-16,-11 5-18 15,-6 4-19-15,-5 1 1 16,-10 4 3-16,0 2-12 16,-5-1-1-16,-15 1-11 15,-4-3-24-15,-5-2-1 16,-1-5-17-16,4-6-1 16,-4-9-14-16,3-7-38 0,0 0-26 15,1-1-37-15,2-17-35 16,9-1-27-16,5-8-108 15,10 3-224-15,0 5-389 0</inkml:trace>
  <inkml:trace contextRef="#ctx0" brushRef="#br0" timeOffset="136098.79">3357 9561 1275 0,'0'0'336'15,"0"0"-191"-15,0 0 40 16,0 0-31-16,0 0-36 16,0 0 3-16,0 0-26 15,-82 92-3-15,74-64-13 16,-2 4-18-16,2 4-26 0,-2 7 4 16,7 2-24-1,0 4-3-15,3-1-3 0,0 0-7 16,0 0 8-16,0-4-10 15,16-1-13-15,2-7-62 16,5-8-74-16,16-9-62 16,-8-7-136-16,2-9-390 0</inkml:trace>
  <inkml:trace contextRef="#ctx0" brushRef="#br0" timeOffset="136431.91">3637 9815 1352 0,'0'0'367'15,"0"0"-247"-15,0 0 8 16,0 0 37-16,0 0-29 16,0 0-28-16,93 121-10 15,-70-94-20-15,-2 4-7 16,-1-3-23-16,-2 0-13 16,-5-2-15-16,-2-1 1 15,-4-2-20-15,-5-4-1 0,1-4-39 16,0-5-101-16,-3-7-136 15,0-3-276-15,0 0-431 0</inkml:trace>
  <inkml:trace contextRef="#ctx0" brushRef="#br0" timeOffset="136685.73">3902 9847 1350 0,'0'0'513'0,"0"0"-381"16,0 0-20-16,0 0 21 15,0 0-25-15,-93 107-37 16,76-79-16-16,4 0-18 16,2 5-17-16,-1-4-20 15,6 0-2-15,-3 2-62 16,3-5-59-16,1-2-41 15,-2-2-103-15,4-8-219 16,3-6-597-16</inkml:trace>
  <inkml:trace contextRef="#ctx0" brushRef="#br0" timeOffset="136979.94">4136 9986 1395 0,'0'0'506'0,"0"0"-469"15,0 0-22-15,0 0 72 16,0 0 7-16,0 0-24 15,0 0-23-15,119-4-22 16,-92 4-4-16,-1-6-18 16,2 2-3-16,-10-5-96 15,-2 3-110-15,-9 0-104 0,-7 5-585 16</inkml:trace>
  <inkml:trace contextRef="#ctx0" brushRef="#br0" timeOffset="137165.44">4205 10084 1520 0,'0'0'341'0,"0"0"-288"16,0 0-35-16,0 0 52 16,0 0-19-16,0 0-51 15,0 0-9-15,136-4-169 0,-109-2-216 0</inkml:trace>
  <inkml:trace contextRef="#ctx0" brushRef="#br0" timeOffset="137648.17">4680 9876 1051 0,'0'0'395'16,"0"0"-241"-16,0 0 13 0,0 0-2 16,0 0-11-16,0 0-26 15,0 0-13-15,107-19 10 16,-92 21-8-16,-7 13-21 15,-4 1-13-15,-4 3-13 16,0 6-14-16,-10 3-22 16,-10 3-34-16,-6-4-6 15,-2-1-66-15,2-6-16 16,-2-6-47-16,12-7-54 16,1-7 29-16,2 0-2 15,10 0 34-15,3-9 50 0,0-1 42 16,0-1 18-1,13 4 18-15,5 1 63 0,2 5 27 16,1 1 25-16,3 0-10 16,2 0-44-16,1 0-20 15,-6 7 2-15,2 0 3 16,-5 2-34-16,0-3-12 16,-5-4-98-16,-2-2-134 15,-4 0-251-15,-2 0-681 0</inkml:trace>
  <inkml:trace contextRef="#ctx0" brushRef="#br0" timeOffset="137904.47">5075 9697 1360 0,'0'0'517'0,"0"0"-326"15,0 0 20-15,0 0 15 16,0 0-56-16,74 122-19 16,-71-79-39-16,-3 2-31 15,0 2-32-15,0 0-25 16,-9-2-18-16,-3-1-6 16,4-6-55-16,-5-4-64 15,-2 0-102-15,4-9-307 16,2-9-522-16</inkml:trace>
  <inkml:trace contextRef="#ctx0" brushRef="#br0" timeOffset="138165.79">5575 9901 1884 0,'0'0'524'0,"0"0"-492"16,0 0 5-16,0 0 44 16,0 0-31-16,0 0-30 0,0 0-12 15,88 0-8-15,-73 0-131 16,-9 0-229-16,-4 0-694 0</inkml:trace>
  <inkml:trace contextRef="#ctx0" brushRef="#br0" timeOffset="138350.31">5575 9901 1502 0,'70'123'349'0,"-60"-123"-151"16,8 0-62-16,2 0-30 0,4 0-62 16,9-6-44-16,-4-6-374 15,-9 2-888-15</inkml:trace>
  <inkml:trace contextRef="#ctx0" brushRef="#br0" timeOffset="139233.46">7087 9507 970 0,'0'0'741'15,"0"0"-551"-15,0 0-81 16,0 0 40-16,0 0-22 0,0 0-17 16,0 0-12-16,-49 44-21 15,41-14-1-15,3 8-10 16,-2 8-5-16,-2 10 0 16,0 4 0-16,0 9-14 15,3 3-2-15,-3 0-14 16,9 0-13-16,0 0-9 15,0-2-7-15,0-2 6 16,3-1-8-16,12-9-42 16,0-6-78-16,17-2-85 15,1-14-114-15,-5-12-317 0</inkml:trace>
  <inkml:trace contextRef="#ctx0" brushRef="#br0" timeOffset="140133.57">7467 9676 933 0,'0'0'639'16,"0"0"-482"-16,0 0-18 16,0 0 28-16,0 0-26 15,0 0-26-15,0 0-14 0,-39 99-31 16,30-77-29-16,3-1-11 15,3-3-6 1,-4-3-11-16,5-1-2 0,2-5-5 16,0-1-6-16,0-4-10 15,0 2-2-15,0-2-9 16,0 0 5-16,9 2 4 16,0 1 12-16,3 2 0 15,3-1 0-15,-4-2-29 16,4 0-21-16,1-2 2 15,-1-4-13-15,-1 0 38 16,3 0 2-16,-1 0-7 16,-1-10 6-16,-4 0 11 0,-2-3 10 15,4 1-22 1,-8-2 8-16,1 3 14 0,-1-3-3 16,-1-1 4-16,-4 1 7 15,3 2 27-15,-3 1 0 16,0 2 4-16,0 1 38 15,0 4 5-15,0 2-20 16,0 0-16-16,0 0-6 16,0 2-2-16,0 0-4 15,0 0 5-15,0 0 0 16,0 0-4-16,0 0-3 16,0 6 23-16,0 8-25 15,0 7-12-15,0 5-9 0,-3 6-8 16,-1-1 1-1,2 5 0-15,-1-3 5 0,3 1-5 16,-3-1-1-16,0-4 0 16,1-1-25-16,2-3-75 15,0-6-36-15,0-5-47 16,0-10-69-16,0-4-221 16,0 0-497-16</inkml:trace>
  <inkml:trace contextRef="#ctx0" brushRef="#br0" timeOffset="140793.81">7567 10419 1129 0,'0'0'582'0,"0"0"-451"16,0 0-100-16,0 0 42 16,0 0 18-16,0 0 21 15,0 0-16-15,69-28-2 16,-60 28-8-16,0 0-9 15,-6 0 19-15,-3 12 5 16,0 9-23-16,0 0-19 16,0 5-24-16,-12 2-25 15,-6 1-3-15,0-6-7 0,-3-3-18 16,3-5-46-16,0-8-26 16,0-3 4-16,5-4-3 15,0 0-6-15,8-4 20 16,1-7 44-16,1 0 19 15,3 3 11-15,0 2 1 16,0 2 8-16,7 1 13 16,4 0 33-16,4 2 18 15,0 1-14-15,6 0-9 16,-3 0-12-16,2 5-12 16,1 6-2-16,-3-2-22 15,3-1-1-15,-4 0-93 16,4-3-98-16,-3-4-75 15,-3-1-492-15</inkml:trace>
  <inkml:trace contextRef="#ctx0" brushRef="#br0" timeOffset="141167.31">8150 9695 1119 0,'0'0'557'15,"0"0"-362"-15,0 0 3 0,42 102-8 16,-34-56-13-16,-2 10-47 15,-2 1-25-15,-4 7-23 16,0 3-11-16,0 2-2 16,-4 1-21-16,-5-2-17 15,-3 1-5-15,1-8-16 16,-4-9-2-16,6-7-8 16,-3-7-25-16,2-10-59 15,-1-6-74-15,-1-7-133 16,4-10-374-16</inkml:trace>
  <inkml:trace contextRef="#ctx0" brushRef="#br0" timeOffset="142184.1">9043 10160 1350 0,'0'0'565'0,"0"0"-450"16,0 0-35-16,0 0 19 15,0 0 3-15,0 0-22 16,0 0-28-16,-23 66-2 16,23-48-8-16,3 0 2 15,9 2-9-15,3-1-3 0,-1-1-18 16,8-5-5-16,-1-2-3 16,-1-5-5-16,7-6-1 15,-4 0 19-15,2-6-19 16,-4-13-4-16,-1-8-9 15,-9-3-23-15,2 0 24 16,-11 0 12-16,-2 1 0 16,0 5 9-16,-8 7 7 15,-10 2-7-15,-2 7-1 16,-1 4 2-16,0 4 18 16,3 0-28-16,3 4-4 15,3 13-45-15,6 1-15 16,3 1-58-16,3 3-40 15,6 9-37-15,15-8-104 16,-1-5-234-16</inkml:trace>
  <inkml:trace contextRef="#ctx0" brushRef="#br0" timeOffset="142437.44">9644 10371 1400 0,'0'0'618'16,"0"0"-461"-16,0 0-43 16,0 0-37-16,0 0-36 15,0 0-27-15,0 0-14 16,0 0-54-16,0 0-69 15,0 0-103-15,0 0-291 16,0 3-542-16</inkml:trace>
  <inkml:trace contextRef="#ctx0" brushRef="#br0" timeOffset="143134.57">10084 10128 1273 0,'0'0'385'15,"0"0"-261"-15,0 0-11 16,0 0 4-16,0 0-45 16,0 0 4-16,0 0 1 15,-126 6 27-15,115-3-30 16,-1-2-25-16,7 1-22 0,-2 1-1 16,7-2-11-1,0 1-9-15,0 1-6 0,0-2-12 16,0 3-4-16,0 2 8 15,0 5 8-15,0 0 0 16,0 1 0-16,0 2 1 16,0 3 0-16,0-4 0 15,0 3-1-15,0-3-9 16,0-1-16-16,0-3-15 16,0-3 4-16,9 1-10 15,0-3-31-15,0-2 17 16,9-2 25-16,-3 0 35 0,3 0 1 15,3 0 0-15,0 0 8 16,-1 0-9-16,1 0 1 16,-3 6 5-16,-3 0-4 15,-1 4 20-15,-5-1 12 16,-3 4 13-16,-3 1 29 16,-3 2 23-16,0 0 5 15,0 0-8-15,-6 0-16 16,-9 0-8-16,-3-4-21 15,-3-4-10-15,3-4-17 16,1-4-7-16,-1 0-4 16,4 0-13-16,-1 0-9 15,5-7-24-15,5-2-70 16,5-5-94-16,0 0-123 16,0 4-483-16</inkml:trace>
  <inkml:trace contextRef="#ctx0" brushRef="#br0" timeOffset="143842.21">10307 9637 1239 0,'0'0'328'0,"0"0"-178"16,0 0-52-16,0 0-25 16,0 0 2-16,0 0 26 15,0 0-17-15,14-13 3 16,-4 13 6-16,-5 2-1 16,5 15 19-16,-5 5-13 15,-2 2-42-15,-3 5-21 16,0-2-9-16,0 2-13 15,-12-2 1-15,-2-3-14 0,-4-3-8 16,-3-8-26 0,3-4-24-16,3-8-8 0,0-1-20 15,7 0 10-15,-2-6 55 16,7-6 14-16,3 3-4 16,0 0 3-16,0 4 8 15,0 2 13-15,6 2 14 16,6 1 7-16,1 0 0 15,5 0-16-15,-2 0-4 16,6 8-7-16,2 0-7 16,4 8-114-16,0-4-221 15,-5 2-564-15</inkml:trace>
  <inkml:trace contextRef="#ctx0" brushRef="#br0" timeOffset="144097.51">10532 10426 1774 0,'0'0'483'15,"0"0"-407"-15,0 0-58 16,0 0-18-16,0 0-29 16,0 0-50-16,0 0-88 0,25-2-197 15,-20 2-956-15</inkml:trace>
  <inkml:trace contextRef="#ctx0" brushRef="#br0" timeOffset="144635.59">10874 10261 1119 0,'0'0'558'0,"0"0"-409"15,0 0-73-15,0 0 73 16,0 0-16-16,0 0-58 15,0 0-1-15,27 113-17 16,-19-98-14-16,5-1 12 16,2-5-9-16,3-3-15 15,-2-6-10-15,2 0 3 16,0 0-7-16,0-19-5 0,0-4-3 16,-6-2-1-16,-6-5-1 15,-3 0 2-15,-3 1 2 16,-3 1-4-16,-18 5 9 15,-5 2-7-15,-4 6 3 16,1 8-4-16,1 7 13 16,2 0-21-16,8 13-8 15,6 9-86-15,6 6-56 16,6 15-27-16,0-8-71 16,0-3-370-16</inkml:trace>
  <inkml:trace contextRef="#ctx0" brushRef="#br0" timeOffset="144826.59">11197 10491 1592 0,'0'0'328'15,"0"0"-251"-15,0 0-77 16,0 0-159-16,0 0-344 16,0 0-412-16</inkml:trace>
  <inkml:trace contextRef="#ctx0" brushRef="#br0" timeOffset="145185.14">11415 10229 1031 0,'0'0'826'0,"0"0"-624"15,0 0-166-15,0 0-26 16,0 0 25-16,0 0 23 15,0 0-20-15,80 53 7 16,-57-30-3-16,1-2 19 16,1 4 12-16,-12-2-15 0,0-2-11 15,-10-1 7-15,-3 0-8 16,0-4-17-16,0-2-12 16,-16-3-17-16,-4-2-10 15,-1-5-57-15,-2-4-91 16,-13-8-101-16,10-14-302 15,-2-5-549-15</inkml:trace>
  <inkml:trace contextRef="#ctx0" brushRef="#br0" timeOffset="145329.26">11423 10203 1228 0,'0'0'334'16,"0"0"-182"-16,0 0-12 15,0 0-42-15,0 0-58 16,155-32-40-16,-119 21-170 16,-6 4-437-16</inkml:trace>
  <inkml:trace contextRef="#ctx0" brushRef="#br0" timeOffset="145884.76">11804 9595 1644 0,'0'0'394'0,"0"0"-248"16,0 0 23-16,0 0 9 15,0 0-49-15,0 0-30 16,0 0-19-16,33 126-23 16,-33-100-26-16,-7-2-11 15,-7-2-20-15,-7-5-5 16,4-3-44-16,-4-9-26 16,-4-2-11-16,7-3-42 15,4 0 16-15,2-3 4 16,4-7 51-16,8 4 25 15,0-1 19-15,0 2 13 16,0 4 34-16,8 1 24 16,7 0-3-16,0 0 15 15,2 6-5-15,1 6-28 0,0 2-22 16,0 0-15-16,6 2-117 16,-3-4-147-16,-7-3-435 0</inkml:trace>
  <inkml:trace contextRef="#ctx0" brushRef="#br0" timeOffset="146205.91">12297 10156 1476 0,'0'0'486'16,"0"0"-337"-16,0 0 24 15,0 0 41-15,0 0-37 16,142 0-51-16,-112 0-70 15,-6 0-35-15,-4 0-21 16,-4 0-29-16,-14 0-153 16,-2 4-205-16,0 4-427 0</inkml:trace>
  <inkml:trace contextRef="#ctx0" brushRef="#br0" timeOffset="146394.41">12238 10376 1728 0,'0'0'631'16,"0"0"-475"-16,0 0-59 15,0 0 13-15,0 0-24 16,118-2-18-16,-76-4-27 16,-7-3-41-16,10 3-64 15,-12 2-210-15,-10 2-434 0</inkml:trace>
  <inkml:trace contextRef="#ctx0" brushRef="#br0" timeOffset="148054.49">14385 9340 1438 0,'0'0'482'0,"0"0"-262"0,0 0-67 16,0 0-4-16,0 0-44 16,0 0-51-16,0 0-31 15,-6 16 1-15,6 6 17 16,3 3 6-16,-3 0 14 16,0 4-1-16,0-4 0 15,0 1-9-15,0-2-15 16,-8-1-12-16,-2-4-11 15,2-5-6-15,5 1-7 16,0-5-2-16,3-2-6 16,0 0-5-16,0-2-14 15,3-2-9-15,5 2-2 16,5 0 25-16,-5 0 4 16,4 0 8-16,0 0-6 15,0-1-9-15,0 0-10 0,-1 1-23 16,5-2-2-1,-1-2-7-15,3-2 6 0,-3 0-2 16,3 0 7-16,-2-10-14 16,-1-6 0-16,1-4 21 15,-7 0 25-15,-3-2 15 16,-4 1 6-16,-2 4-5 16,0 3 10-16,0 4 32 15,0 6 47-15,0 4 32 16,0 0-34-16,0 0-35 15,0 0-13-15,-2 7-24 16,-1 12-4-16,0 5 12 16,-4 7 4-16,7 0 1 0,0 5-5 15,0-2-9 1,0-2-5-16,0-2-8 0,0-1 4 16,0-7-6-16,0-3-6 15,0-5-21-15,0-3-67 16,0-5-21-16,0-6-131 15,0 0-93-15,7 0-313 0</inkml:trace>
  <inkml:trace contextRef="#ctx0" brushRef="#br0" timeOffset="148264.93">14819 9446 1495 0,'0'0'594'0,"0"0"-445"16,0 0-95-16,0 0 6 15,0 0 2-15,0 0-16 16,0 0-46-16,15 89-21 16,-2-59-140-16,-8-4-236 15,3-2-547-15</inkml:trace>
  <inkml:trace contextRef="#ctx0" brushRef="#br0" timeOffset="148422.01">14924 9842 1647 0,'0'0'700'16,"0"0"-542"-16,0 0-86 15,0 0-72-15,0 0-25 16,0 0-207-16,0 0-319 15,11 0-676-15</inkml:trace>
  <inkml:trace contextRef="#ctx0" brushRef="#br0" timeOffset="149186.47">13993 10068 1726 0,'0'0'388'16,"0"0"-276"-16,0 0-59 16,0 0 8-16,0 0 8 15,0 0 43-15,0 0-8 16,167 6-44-16,-99 2-16 15,6 0-21-15,6-2-10 16,10-2 2-16,2-4-9 16,3 0-5-16,3 0 6 15,3 0-5-15,-6-12 4 16,-3-4 0-16,-9 0-6 0,-12-2-33 16,-17 2-24-16,-13 1-8 15,-17 8-41-15,-17 6-47 16,-11 1-78-16,-20 11-87 15,-5 5-725-15</inkml:trace>
  <inkml:trace contextRef="#ctx0" brushRef="#br0" timeOffset="149805.31">14163 10374 1408 0,'0'0'377'15,"0"0"-194"-15,0 0-80 16,0 0 44-16,0 0-2 15,0 0 20-15,0 0-25 16,118 5-26-16,-109 15-13 16,-5 6-21-16,-4 6-21 15,0 0-21-15,-15 4-15 16,-13 2-23-16,-4-1 0 16,-6-5-33-16,2-2-37 15,-3-8-39-15,6-6-15 16,3-7 25-16,7-9 7 15,8 0-43-15,12-2 55 16,3-9 65-16,0-5 15 0,12 2 30 16,12 1 42-1,-1 6 22-15,5 1-11 0,1 6-23 16,-2 0-19-16,-1 0-9 16,5 13-16-16,-8 3-7 15,0 1-9-15,1-2-16 16,-6-4-80-16,7-5-112 15,-5-6-125-15,-9 0-444 0</inkml:trace>
  <inkml:trace contextRef="#ctx0" brushRef="#br0" timeOffset="150020.76">14557 10281 1840 0,'0'0'486'16,"0"0"-397"-16,0 0 6 15,0 0-7-15,0 0-51 16,0 0-22-16,0 0-15 16,0 72-10-16,0-28-146 15,0-9-177-15,0-2-312 0</inkml:trace>
  <inkml:trace contextRef="#ctx0" brushRef="#br0" timeOffset="150178.34">14554 10706 1420 0,'0'0'619'15,"0"0"-482"-15,0 0-92 16,0 0-45-16,0 0-88 15,0 0-147-15,0 0-256 0</inkml:trace>
  <inkml:trace contextRef="#ctx0" brushRef="#br0" timeOffset="150810.67">14980 10405 1257 0,'0'0'357'16,"0"0"-252"-16,0 0 34 15,0 0 33-15,0 0-21 16,0 0-23-16,0 0 68 16,83 19-50-16,-80 8-52 15,-3 3-24-15,0 2-19 16,-6-2-17-16,-12 1-13 16,-5-4-21-16,1-4-29 15,-4-3-45-15,2-7-29 16,3-7-52-16,1-6 0 15,2 0 40-15,8-6 57 0,2-7 32 16,8-3 26-16,0 3 6 16,0 1 19-16,5 6 19 15,11 1 42-15,-1 5 15 16,5 0-2-16,-2 0-21 16,3 0-26-16,0 9-27 15,-1 3-10-15,-2 3-15 16,3-3-4-16,-3-2-72 15,3-4-98-15,-4-3-86 16,-4-3-386-16</inkml:trace>
  <inkml:trace contextRef="#ctx0" brushRef="#br0" timeOffset="151038.06">15372 10301 1597 0,'0'0'626'0,"0"0"-507"16,0 0-67-16,0 0 17 16,0 0-17-16,0 0-28 15,0 0-24-15,9 106-91 16,-9-76-166-16,0-2-428 0</inkml:trace>
  <inkml:trace contextRef="#ctx0" brushRef="#br0" timeOffset="151209.1">15363 10707 1517 0,'0'0'801'0,"0"0"-530"16,0 0-177-16,0 0-57 15,0 0-37-15,0 0-18 16,0 0-99-16,3 0-124 16,0 0-262-16,-3 0-539 0</inkml:trace>
  <inkml:trace contextRef="#ctx0" brushRef="#br0" timeOffset="155014.47">16025 10004 1493 0,'0'0'638'16,"0"0"-403"-16,0 0-175 0,0 0-23 15,0 0 9-15,0 0 18 16,0 0-6-16,110-18-22 16,-80 14-14-16,-3 0-3 15,-1 2-10-15,-1 0-9 16,-12 2-46-16,2 0-85 16,-15 0-150-16,0 0-351 15,0 8-438-15</inkml:trace>
  <inkml:trace contextRef="#ctx0" brushRef="#br0" timeOffset="155221.94">16034 10153 1536 0,'0'0'647'0,"0"0"-516"15,0 0-67-15,0 0 59 16,0 0-38-16,0 0-41 15,116 15-26-15,-92-5-18 16,-1 0-10-16,-2 2-142 16,1-1-116-16,-8-4-315 0</inkml:trace>
  <inkml:trace contextRef="#ctx0" brushRef="#br0" timeOffset="174662.67">17119 9417 317 0,'0'0'1141'16,"0"0"-862"-16,0 0-94 15,0 0-26-15,0 0-27 16,0 0-10-16,-10-14 4 15,5 14-7-15,2 0-31 16,-7 0-31-16,-1 0-23 16,-4 11 2-16,-3 7-9 15,3 4-14-15,-3 6 5 0,3 2-4 16,4 5-4-16,1 0-4 16,5 4 3-16,2-1-9 15,3 2 1-15,0-2 0 16,0 4-1-16,8-3 0 15,5-3 0-15,2-4-1 16,3-9-6-16,0-2 1 16,0-9-13-16,-2-8 2 15,6-4-2-15,-8 0 19 16,4-12 19-16,-3-6-7 16,-5-6-10-16,-5 1 13 15,-5 0-5-15,0 2 0 16,0 6 1-16,-12-2 1 0,-3 7-6 15,-3 2 10 1,-3 2 2-16,3 5-7 0,2 1-11 16,1 0 0-16,2 0-10 15,2 13-16-15,-1 7-14 16,9 4-41-16,0 2-23 16,3 3-41-16,0-2-94 15,24 4-39-15,2-7-102 16,1-8-416-16</inkml:trace>
  <inkml:trace contextRef="#ctx0" brushRef="#br0" timeOffset="174856.16">17477 9934 1470 0,'0'0'364'0,"0"0"-252"16,0 0-106-16,0 0-6 15,0 0-248-15,0 0-95 16,0 0-437-16</inkml:trace>
  <inkml:trace contextRef="#ctx0" brushRef="#br0" timeOffset="175546.31">18158 9854 1318 0,'0'0'356'0,"0"0"-242"0,0 0-28 15,0 0 16 1,0 0 9-16,0 0-38 0,-5 114-36 16,13-89-4-16,7-4-11 15,6-3-3-15,-1-4 6 16,8-9 3-16,4-5-11 16,-2 0-2-16,3-5 13 15,-7-17 13-15,-2-3-14 16,-7-8-8-16,-7-1 2 15,-7 1 3-15,-3-1 20 16,-3 5 3-16,-22 3-4 16,-1 5 18-16,-3 6 24 15,2 6-37-15,3 6-26 0,1 3-22 16,5 0-13 0,5 0-37-16,5 6-17 0,1 5-28 15,7 6-61-15,0 8-27 16,10 0-90-16,1-3-279 0</inkml:trace>
  <inkml:trace contextRef="#ctx0" brushRef="#br0" timeOffset="175758.75">18690 10028 446 0,'0'0'1440'0,"0"0"-1194"16,0 0-173-16,0 0-33 15,0 0-40-15,0 0-24 16,0 0-100-16,30-29-102 16,-16 26-180-16,-2 3-686 0</inkml:trace>
  <inkml:trace contextRef="#ctx0" brushRef="#br0" timeOffset="176646.9">19088 9585 1351 0,'0'0'292'0,"0"0"-102"15,0 0 18-15,0 0-55 16,0 0-47-16,0 0-26 16,0 0-19-16,-20 14-10 15,10 6-14-15,-1 6-8 16,-2 5 9-16,1 6 5 15,4 1-4-15,2 4-13 16,4-2-9-16,2 1-11 16,0-6-5-16,0-4 5 0,5-8-6 15,6-4-1-15,7-8-5 16,0-8-1-16,0-3 7 16,7 0 6-16,-5-12 10 15,1-10-4-15,-7-4 2 16,-2-1 2-16,-6 1-7 15,-6 5 1-15,0 5 4 16,0 6 16-16,-11 6 17 16,-4 4-18-16,-3 0-29 15,0 1-12-15,0 17-91 16,7 5-30-16,4 2-26 16,7 6-40-16,0-4-162 15,3-6-350-15</inkml:trace>
  <inkml:trace contextRef="#ctx0" brushRef="#br0" timeOffset="177213.39">19487 9712 720 0,'0'0'647'16,"0"0"-425"-16,0 0-62 15,0 0 64-15,0 0-24 16,0 0-47-16,0 0 12 16,77-23-31-16,-66 29-31 15,-2 17-35-15,-6 4-5 16,-3 7-9-16,0 6-18 16,-8 3-14-16,-13-1-8 15,-4-4-7-15,-1-2-7 16,-1-4-6-16,3-5-54 0,1-8-46 15,5-9-56 1,5-8-38-16,8-2 68 0,5-6 48 16,0-13 66-16,0-2 18 15,3 0 27-15,12 8 13 16,0 3 13-16,-4 6 30 16,4 4 12-16,0 0-31 15,3 0-10-15,-3 2-29 16,3 10-5-16,-4 1-20 15,1 2-15-15,-2-3-103 16,5 3-90-16,-7-8-258 16,1-3-497-16</inkml:trace>
  <inkml:trace contextRef="#ctx0" brushRef="#br0" timeOffset="177763.92">20054 9609 1476 0,'0'0'359'16,"0"0"-245"-16,0 0 9 15,0 0-18-15,0 0-43 16,0 0-24-16,0 0-16 15,-74 4-8-15,56 2 5 0,6-1 6 16,-4-3 5-16,8 1-8 16,-2-1-7-16,8-1-14 15,-4 4 5-15,3-1-6 16,1 2-6-16,-2 2 5 16,-2 0-6-16,3 3 6 15,3 0 1-15,0 1 0 16,0 0-9-16,0-2 2 15,0 2-2-15,0-6 0 16,0 0-9-16,0-2-26 16,13-2 4-16,0-2 1 15,5 0 17-15,10 0 14 16,-5-4 8-16,1-2 1 0,-1 6 0 16,-1 0 8-16,-5 0 19 15,1 0 13-15,-9 14 26 16,-3 4 10-16,-6 4 11 15,0 3 13-15,0 0-1 16,-11 0-20-16,-4-1-21 16,0-4-13-16,-3-2-12 15,2-4-14-15,1-4-11 16,7-5-9-16,-4-5-54 16,-9 0-75-16,3-10-155 15,-3-9-332-15</inkml:trace>
  <inkml:trace contextRef="#ctx0" brushRef="#br0" timeOffset="178550.83">17422 9886 1205 0,'0'0'519'0,"0"0"-356"15,0 0-90-15,0 0 32 16,0 0 26-16,0 0-2 16,0 0-28-16,47 27-36 15,-39-10-16-15,2 2-18 16,-2-2-13-16,-1-1-7 16,-1 2-2-16,-4-2-9 15,5 0-11-15,-4-2-97 16,0-3-47-16,2-2-77 15,5-5-126-15,-5-4-309 0</inkml:trace>
  <inkml:trace contextRef="#ctx0" brushRef="#br0" timeOffset="178747.31">17541 9918 1525 0,'0'0'307'0,"0"0"-164"15,0 0 13-15,0 0-51 16,0 0-38-16,0 0-39 16,0 0-16-16,-49 104-12 15,44-88-16-15,-5 2-95 16,2-6-208-16,0-4-330 0</inkml:trace>
  <inkml:trace contextRef="#ctx0" brushRef="#br0" timeOffset="178896.91">17415 10028 1104 0,'0'0'488'16,"0"0"-348"-16,0 0 69 15,0 0-17-15,0 0-67 16,126-2-43-16,-97 2-44 16,-2 0-32-16,5 0-6 15,-7 4-151-15,-7 0-491 0</inkml:trace>
  <inkml:trace contextRef="#ctx0" brushRef="#br0" timeOffset="179654.39">20680 9796 1540 0,'0'0'552'0,"0"0"-466"16,0 0-33-16,0 0 24 15,0 0-11-15,138-3-18 16,-100 3 1-16,-6 0-30 16,-2 3-19-16,-9 1-71 15,-13 2-94-15,-4 1-307 16,-4-1-343-16</inkml:trace>
  <inkml:trace contextRef="#ctx0" brushRef="#br0" timeOffset="179847.87">20669 9956 1332 0,'0'0'322'16,"0"0"-116"-16,0 0 36 15,0 0-136-15,134 0-70 16,-105 0-36-16,6 0-24 16,-4 1-207-16,-11-1-475 0</inkml:trace>
  <inkml:trace contextRef="#ctx0" brushRef="#br0" timeOffset="195504.2">21640 9701 1837 0,'0'0'355'16,"0"0"-265"-16,0 0-40 16,0 0 53-16,0 0-44 15,0 0-17-15,-38 80-5 16,38-49 5-16,0 3-8 15,0-2-10-15,14-3-2 0,1-2-7 16,5-4 0 0,8-4-14-16,1-7 5 0,1-7-5 15,6-5 17-15,-4-5-10 16,4-20 4-16,-9-8 8 16,-6-5-2-16,-10-4-3 15,-11 2 5-15,0-2-2 16,-18 7 7-16,-14 3-3 15,-9 6 5-15,-2 8-12 16,2 6-7-16,5 8-8 16,13 4-1-16,7 0-65 15,14 8-80-15,2 12-36 16,2 12-42-16,16-7-145 16,0-2-276-16</inkml:trace>
  <inkml:trace contextRef="#ctx0" brushRef="#br0" timeOffset="195706.65">22243 10004 1602 0,'0'0'487'15,"0"0"-408"-15,0 0-54 16,0 0-25-16,0 0-72 0,0 0-193 16,0 0-382-16</inkml:trace>
  <inkml:trace contextRef="#ctx0" brushRef="#br0" timeOffset="196420.75">22558 9703 1107 0,'0'0'363'16,"0"0"-215"-16,0 0-49 15,0 0 31-15,0 0-38 0,0 0 2 16,0 0-16-16,98-27-10 16,-80 27-6-16,-10 0 1 15,5 6 5-15,-11 7 5 16,1 1-17-16,-3 1 1 15,0-2-2-15,-5 1-16 16,-13 3-15-16,5-6-5 16,0-3-18-16,3-2-1 15,7-2-16-15,3-1-61 16,0-2-50-16,0 4 53 16,18-1 34-16,3 4 27 15,2 3 12-15,-5 3 0 0,-3 5 1 16,-9 2 20-16,-6 5 50 15,0 5 22 1,-6-1 2-16,-14 1 0 0,-13 0 6 16,-1-3-30-16,0-4-21 15,4-7-8-15,3-1-19 16,7-9-8-16,2-5-7 16,6-2-7-16,3 0-16 15,0-14-111-15,6-10-57 16,3 2-130-16,0 2-323 0</inkml:trace>
  <inkml:trace contextRef="#ctx0" brushRef="#br0" timeOffset="199088.16">23045 9709 1169 0,'0'0'392'16,"0"0"-238"-16,0 0-30 0,0 0-8 16,0 0-12-16,0 0-26 15,0 0-31-15,-6 6-10 16,19-6 18-16,-2 0 13 16,7 0-5-16,2 0-3 15,1 0-16-15,4 0-12 16,-7 0-7-16,-5-2 0 15,0 2-13-15,-8 0-11 16,-2 0 8-16,4 0-9 16,-7 12 1-16,3 2 29 0,-3 10-5 15,0 2 3-15,0 4-13 16,0 7-1-16,0-1-4 16,0 4-10-16,-10 0 9 15,-1 2-8-15,-1 0-1 16,1-4 1-16,-2-4-1 15,1-6-39-15,6-8-88 16,1-9-79-16,5-10-90 16,0-1-414-16</inkml:trace>
  <inkml:trace contextRef="#ctx0" brushRef="#br0" timeOffset="199258.71">23078 10024 1490 0,'0'0'491'0,"0"0"-395"16,0 0-53-16,0 0 38 16,0 0 45-16,0 0-28 15,0 0-46-15,143 19-48 16,-111-16-4-16,6-3-145 16,-7 0-173-16,-8 0-414 0</inkml:trace>
  <inkml:trace contextRef="#ctx0" brushRef="#br0" timeOffset="199905.48">23872 9695 1555 0,'0'0'353'0,"0"0"-218"16,0 0 36-16,0 0-59 16,0 0-13-16,0 0-19 15,0 0-36-15,-90-13-22 16,80 12 0-16,-1-1 1 0,2 2-7 15,0 0-10 1,4 0 4-16,1 0-9 0,-2 0-1 16,3 0-12-16,-2 10-3 15,2 4 8-15,-9 4 6 16,2 0 1-16,-1 5 7 16,-1 0-7-16,1-1-1 15,1-1 1-15,2-3-2 16,8-2 1-16,0-2-5 15,0-4-8-15,0-4-44 16,3-4-4-16,14-2 26 16,4 0 21-16,3 0 15 15,2 0 14-15,4-4-14 16,-4 0 0-16,-1 1 13 16,-7 3 2-16,-4 0 3 0,-5 7 9 15,-6 10 22-15,0 6-6 16,-3 1 29-16,0 6 23 15,-3 0 1-15,-18 0-7 16,-2 0-23-16,-5-3-15 16,2-2-11-16,3-2-10 15,-2-8-10-15,4-4-11 16,6-8 6-16,4-3-15 16,2 0-22-16,0-16-43 15,0-14-137-15,3 4-339 16,-2 2-415-16</inkml:trace>
  <inkml:trace contextRef="#ctx0" brushRef="#br0" timeOffset="201330.68">2380 11520 798 0,'0'0'883'0,"0"0"-671"16,0 0-134-16,0 0 9 16,0 0 22-16,0 0-8 15,0 0 5-15,13 74 1 16,-5-35-18-16,2 4-32 16,-2 7-20-16,2 5-20 15,-2-3-8-15,-3-2-8 16,2-8-1-16,-1-5-9 0,-3-10-49 15,2-7-58-15,-1-10-58 16,2-10-63-16,-6 0-286 16,0-13-332-16</inkml:trace>
  <inkml:trace contextRef="#ctx0" brushRef="#br0" timeOffset="201623.41">2365 11416 1273 0,'0'0'228'0,"0"0"-164"15,0 0 61-15,0 0 18 16,0 0-25-16,141-19 38 16,-112 19-29-16,-2 9-31 15,-6 4 23-15,-7 5-33 16,-5 3 11-16,-9 1-8 15,0 4 20-15,-9 2-36 16,-17 0-32-16,-8 0-25 16,-1-4-16-16,0-5-24 15,5-9-44-15,4-7-50 16,1-3-97-16,11-9-152 16,2-8-444-16</inkml:trace>
  <inkml:trace contextRef="#ctx0" brushRef="#br0" timeOffset="201988.94">3177 11314 1756 0,'0'0'269'0,"0"0"-163"15,0 0 9-15,0 0-17 16,0 0-12-16,0 0-33 0,-80 118-17 16,70-78 7-16,8 6 2 15,2 4-13-15,0 2-9 16,0 0-13-16,0 2-4 15,2-2-6-15,8 1 1 16,4-6-1-16,1-4-30 16,3-5-82-16,15-4-79 15,-7-11-135-15,2-8-277 0</inkml:trace>
  <inkml:trace contextRef="#ctx0" brushRef="#br0" timeOffset="202372.91">3637 11539 1315 0,'0'0'500'0,"0"0"-421"16,0 0-16-16,0 0 70 16,0 0-2-16,0 0-23 15,65 129-10-15,-37-86-10 16,-2 0-24-16,1 1-6 15,-1 1-13-15,-5-5-13 16,-3-9-9-16,-3-6-11 16,-4-5-11-16,-1-8-1 15,-5-7-61-15,-2-5-86 16,4-5-106-16,-4-17-119 16,-3-6-395-16</inkml:trace>
  <inkml:trace contextRef="#ctx0" brushRef="#br0" timeOffset="202607.29">3910 11574 1572 0,'0'0'542'16,"0"0"-443"-16,0 0 34 15,0 0 23-15,0 0-46 16,-85 126-28-16,67-86-25 15,-3 1-19-15,3 3-20 16,-3-4-16-16,4-4-2 16,4-4-58-16,2-6-90 15,11-10-119-15,0-10-295 16,0-6-817-16</inkml:trace>
  <inkml:trace contextRef="#ctx0" brushRef="#br0" timeOffset="202855.13">4110 11744 1453 0,'0'0'361'0,"0"0"-230"16,0 0 96-16,0 0-52 15,0 0-30-15,142-30-41 0,-115 28-46 16,2 2-32-16,-11 0-26 16,0 0-39-16,-8 0-165 15,-10 0-262-15,0 0-448 0</inkml:trace>
  <inkml:trace contextRef="#ctx0" brushRef="#br0" timeOffset="203039.64">4169 11893 1362 0,'0'0'391'0,"0"0"-233"15,0 0 69-15,0 0-70 16,0 0-21-16,0 0-1 16,0 0-69-16,134-15-66 15,-98 2-69-15,-7 1-198 0,-5 0-359 16</inkml:trace>
  <inkml:trace contextRef="#ctx0" brushRef="#br0" timeOffset="203890.37">4781 11489 1363 0,'0'0'265'0,"0"0"-112"16,0 0 47-16,0 0-21 16,0 0-22-16,0 0-22 15,0 0-40-15,65-13-16 16,-61 30-31-16,-4 2 25 15,0 3-5-15,-4 0-17 16,-10 0-23-16,2-4-14 16,2-4-14-16,4-6-23 15,4-4-53-15,2-4-63 16,0 0-35-16,8 0 42 16,7 0 83-16,6 4 36 15,-3 4 13-15,-3 4 1 16,-5 2 59-16,-8 7 73 0,-2-2 14 15,0 6 9-15,-12 1-12 16,-9-1-47-16,1 0-43 16,-4-7-29-16,9-4-10 15,3-8-15-15,3-6-10 16,2 0-64-16,7-14-174 16,0-13-299-16,7 1-387 0</inkml:trace>
  <inkml:trace contextRef="#ctx0" brushRef="#br0" timeOffset="204138.72">5226 11293 1735 0,'0'0'499'16,"0"0"-436"-16,0 0 130 15,0 0 38-15,0 0-70 16,66 147-44-16,-57-97-34 16,-7 4-29-16,1 3-27 15,-3 0-15-15,0-1-12 16,-3 1 0-16,-10-3-25 16,-12 12-87-16,1-16-154 15,4-12-416-15</inkml:trace>
  <inkml:trace contextRef="#ctx0" brushRef="#br0" timeOffset="205076.71">5966 11640 1428 0,'0'0'590'0,"0"0"-430"16,0 0-73-16,0 0-10 16,0 0-35-16,0 0-1 15,0 0 50-15,72 0-30 16,-39 0-34-16,1 0-11 15,-3 0-16-15,-5 0-57 16,1-1-94-16,-9-1-99 16,-7-1-352-16</inkml:trace>
  <inkml:trace contextRef="#ctx0" brushRef="#br0" timeOffset="205373.93">5945 11935 1194 0,'0'0'635'16,"0"0"-460"-16,0 0-69 15,0 0 68-15,0 0 1 0,0 0-61 16,122-10-42 0,-89 6-44-16,3-1-14 0,-3 4-14 15,5 1-114-15,-9 0-179 16,-5 0-609-16</inkml:trace>
  <inkml:trace contextRef="#ctx0" brushRef="#br0" timeOffset="206157.34">7267 11444 864 0,'0'0'776'0,"0"0"-652"15,0 0-32-15,0 0 55 16,0 0-3-16,0 0-8 16,0 0-27-16,-26-7-24 15,26 7-30-15,-3 0-15 16,-4 10-12-16,-4 11-11 15,2 8 2-15,-5 8 23 16,-1 7 1-16,2 6-4 16,2 5-5-16,7 2-9 15,1 4-4-15,3-3-12 0,0-3 5 16,0-5-13-16,7-5-1 16,4-7-51-16,4-6-71 15,12-3-93-15,-7-11-263 16,1-8-608-16</inkml:trace>
  <inkml:trace contextRef="#ctx0" brushRef="#br0" timeOffset="210909.69">7632 11396 863 0,'0'0'839'15,"0"0"-603"-15,0 0-75 16,0 0-15-16,0 0-33 15,0 0-36-15,0 0-37 16,-5-2-21-16,-1 9-3 16,3 4 4-16,-6 0 12 15,3 3 1-15,1 0 0 16,-2 1-14-16,1-1-4 16,4-1-15-16,-1-5 6 15,3 1-5-15,0-3-1 0,0-2 0 16,0 0-11-16,0-2-19 15,0 0-12-15,0 0 5 16,0 1 12-16,0-2 5 16,5 2-6-16,8-1 11 15,-2-1-4-15,1 2-2 16,3-2-18-16,-4-1 1 16,5 0 2-16,-4 0-2 15,2 0 1-15,-2-4 16 16,3-6-14-16,-4-2-13 15,2-3 22-15,-8 1 25 16,2-1 1-16,-1-1 0 16,-6 0 46-16,0 2 16 0,0 0 6 15,0 1 11-15,0 6 17 16,0 0 5-16,0 6-7 16,0 1-21-16,0 0-30 15,0 0-4-15,0 0-17 16,-3 8-11-16,0 14-11 15,3 8-8-15,0 6 8 16,0 4 1-16,0 0-1 16,0-2 4-16,0-1-3 15,0-6-2-15,0-5 2 16,0-3-2-16,0-6-19 16,0-4-65-16,0-6-51 15,3 4-85-15,2-5-100 16,-5-2-338-16</inkml:trace>
  <inkml:trace contextRef="#ctx0" brushRef="#br0" timeOffset="211510.59">7683 12037 1202 0,'0'0'566'0,"0"0"-406"16,0 0-46-16,0 0-1 16,0 0-29-16,0 0-5 15,0 0-1-15,21-38-2 16,-16 36-15-16,2 2-6 16,-4 0-5-16,3 0 1 15,-6 9 4-15,0 4 11 16,0 3-14-16,0 2-12 0,0 0-11 15,0-6-14-15,-6-2-10 16,3-6-5-16,3-1-37 16,0-3-36-16,0 0-8 15,0 0 20-15,11 0 42 16,2 0 19-16,-1 0 0 16,-4 0-1-16,-2 0 1 15,1 0 0-15,-7 12 29 16,0 2 52-16,0 4-14 15,0 2-9-15,-3 0-7 16,-12-1-16-16,0 0-8 16,0-2-14-16,-1-6-3 15,5-3-10-15,-7-4-25 16,6-4-32-16,1 0-69 16,4-26-93-16,4-1-306 0,3 0-283 0</inkml:trace>
  <inkml:trace contextRef="#ctx0" brushRef="#br0" timeOffset="211925.99">8339 11372 677 0,'0'0'1049'0,"0"0"-728"16,0 0-214-16,0 0 5 15,0 0 54-15,28 121-32 16,-23-63-34-16,-2 7-6 16,1 6-3-16,-4-1-32 15,0 1-18-15,0 0-4 16,0-5-10-16,-9 0-13 0,-4-6-5 16,5-4-8-1,-2-7-1-15,2-5-25 0,5-10-73 16,3-4-117-16,0-12-169 15,0-10-490-15</inkml:trace>
  <inkml:trace contextRef="#ctx0" brushRef="#br0" timeOffset="213476.86">9130 11819 1495 0,'0'0'386'16,"0"0"-194"-16,0 0-83 15,0 0 43-15,0 0-9 16,0 0-50-16,0 0-46 16,-30 7-36-16,30 12 1 0,0 7 9 15,0 4 12 1,0 6-3-16,0-2-6 0,0 1-9 16,10-8-15-16,-2-1 1 15,7-6 8-15,0-8-9 16,0-3-2-16,3-9-4 15,3 0-13-15,-3-9 19 16,2-14 10-16,-6-12 1 16,1-3-4-16,-5-6 2 15,-7 2-8-15,-3 4 13 16,-3 4-1-16,-15 6-2 16,-5 10-1-16,-5 8 28 15,2 10-12-15,1 0-26 16,2 10-13-16,-1 11-38 15,9 10-20-15,7-2-40 0,8 2-55 16,0 1-55-16,21 2-94 16,5-6-85-16,1-9-356 0</inkml:trace>
  <inkml:trace contextRef="#ctx0" brushRef="#br0" timeOffset="213658.87">9578 12046 1549 0,'0'0'506'0,"0"0"-437"0,0 0-39 16,0 0-30-1,0 0-21-15,0 0-162 0,0 0-200 16,-5-7-349-16</inkml:trace>
  <inkml:trace contextRef="#ctx0" brushRef="#br0" timeOffset="-213119.09">10107 11662 202 0,'0'0'1267'0,"0"0"-1027"16,0 0-121-1,0 0 11-15,-128 0-9 0,107 0-19 16,4 0-27-16,6 0-1 16,1 0-4-16,4 0-8 15,6 0-13-15,-2 2-28 16,2 1-10-16,0-2-10 16,-3 5-1-16,0 3-1 15,3 1 0-15,-7 1 1 16,4 3 0-16,-2 1 0 15,2 0 4-15,-1 2-4 16,4-4-1-16,0 3-1 16,0 1-7-16,0-2 9 15,0 2-1-15,0-3 0 16,0 0 1-16,0-4 1 0,0-4-1 16,0-2-40-16,0-2-8 15,4-2-23-15,4 0 1 16,2 0 55-16,7-4 15 15,-2-4 1-15,3-1 0 16,0 6-1-16,2 3 0 16,-2 0 0-16,3 2 2 15,-6 14 25-15,-3 2 7 16,-3 6 12-16,-4 2 47 16,-5 2-13-16,0-2 4 15,0 0 13-15,-5-2-20 16,-10-1-14-16,-3-5-21 0,-3-3-8 15,0-2-8 1,1-5-4-16,-4-7-22 0,-3-1 0 16,6 0-42-16,-2-19-56 15,5-8-58-15,0-18-146 16,9 7-361-16,4 1-440 0</inkml:trace>
  <inkml:trace contextRef="#ctx0" brushRef="#br0" timeOffset="-212489.75">10179 11165 639 0,'0'0'557'0,"0"0"-420"0,0 0-12 16,0 0 42-16,0 0-41 16,0 0 1-16,0 0 8 15,59 17-39-15,-56-4 5 16,-3 1-1-16,0 3 2 15,0 4-20-15,-15 0-45 16,4-2-17-16,-2-3-6 16,5-4-14-16,1-2 0 15,4-3 0-15,3-3-46 16,0-1-47-16,0 1 25 16,10 0 42-16,-2 2 19 0,5-2 0 15,-5 3 7 1,-1-3 1-16,-4 1 37 0,-3 0 27 15,0 0 24-15,-3 4 7 16,-9-4-35-16,-4 1-11 16,-2-1-11-16,3-5-15 15,4 0-23-15,-1 0-1 16,6 0-64-16,4 0-68 16,-1 0-178-16,3 0-582 0</inkml:trace>
  <inkml:trace contextRef="#ctx0" brushRef="#br0" timeOffset="-212235.93">10470 12049 1340 0,'0'0'107'16,"0"0"-107"-16,0 0-330 15,0 0-384-15</inkml:trace>
  <inkml:trace contextRef="#ctx0" brushRef="#br0" timeOffset="-211735.27">10856 11901 166 0,'0'0'1452'0,"0"0"-1173"16,0 0-196-16,0 0 51 15,0 0 6-15,0 0-16 16,0 102-54-16,0-80-37 15,9-4-5-15,2 1 2 16,2-8-7-16,-1-2-3 16,-1-5-5-16,7-4 13 15,0 0-1-15,5-13-3 16,-5-11-7-16,3-4-3 16,-3-8 1-16,-3-2-8 0,-8-1 5 15,-7 2-1 1,0 3 8-16,-18 4 20 0,-12 6-2 15,-3 8 32-15,-3 7-20 16,4 9-16-16,2 0-33 16,6 11 0-16,4 13-58 15,7 8-30-15,8 4-87 16,5 8-112-16,5-6-237 16,8-9-314-16</inkml:trace>
  <inkml:trace contextRef="#ctx0" brushRef="#br0" timeOffset="-211296.44">11248 12062 1647 0,'0'0'563'0,"0"0"-472"15,0 0-79-15,0 0-12 16,0 0-112-16,0 0-172 16,0 0-327-16</inkml:trace>
  <inkml:trace contextRef="#ctx0" brushRef="#br0" timeOffset="-210867.58">11498 11747 1031 0,'0'0'896'16,"0"0"-626"-16,0 0-122 16,0 0-30-16,0 0-70 15,0 0-29-15,0 0-10 16,-18 81 9-16,36-56-11 16,2-2-1-16,4 0-4 15,-6-3 13-15,0-2 22 16,-6 0 12-16,-6-4 21 15,-6 0 8-15,0-2 1 16,0 1-13-16,0-2-18 16,-9-1-11-16,-9 0-15 15,1-2-22-15,-1 1-20 16,-3-7-56-16,-9-2-73 0,6-9-212 16,4-7-393-16</inkml:trace>
  <inkml:trace contextRef="#ctx0" brushRef="#br0" timeOffset="-210679.57">11451 11747 1521 0,'0'0'494'0,"0"0"-379"15,0 0 42-15,0 0 7 16,0 0-74-16,0 0-52 15,134 7-38-15,-105-4-116 0,-2-2-247 16,-6 2-1165-16</inkml:trace>
  <inkml:trace contextRef="#ctx0" brushRef="#br0" timeOffset="-206683.23">11768 11430 1257 0,'0'0'363'0,"0"0"-197"16,0 0-3-16,0 0-33 15,0 0-56-15,0 0-20 16,0 0-10-16,0-77-15 16,0 63 27-16,0 4-6 15,0 2 20-15,0 6-23 16,0 1-9-16,0 1-21 15,0 0-3-15,0 0-7 0,0 0-6 16,0 0-1-16,0 0 0 16,0 0 0-16,0 10 9 15,0 5-9-15,0 6 0 16,0 1 9-16,0 1 0 16,0 2-8-16,0-3 1 15,0-4-1-15,0 1 0 16,0-6-1-16,0-3-31 15,0 2-124-15,0-6-93 16,3-1-353-16</inkml:trace>
  <inkml:trace contextRef="#ctx0" brushRef="#br0" timeOffset="-205793.59">12582 11985 1264 0,'0'0'521'0,"0"0"-314"16,0 0-123-16,0 0 8 15,0 0 26-15,0 0-2 16,0 0 8-16,62-19-26 0,-34 17-22 16,1-3-34-16,-3 4-9 15,7-4 1-15,-3-1-17 16,2 2-16-16,-2 0-1 15,-9 0-40-15,0 2-102 16,-14 2-125-16,-5 0-245 16,-2 0-363-16</inkml:trace>
  <inkml:trace contextRef="#ctx0" brushRef="#br0" timeOffset="-205616.06">12591 12140 1452 0,'0'0'558'0,"0"0"-469"16,0 0-46-16,0 0 53 0,0 0-12 15,0 0-48-15,119-7-36 16,-72 7-12-16,-5 0-130 16,-9-1-257-16</inkml:trace>
  <inkml:trace contextRef="#ctx0" brushRef="#br0" timeOffset="-202998.05">14603 11476 1370 0,'0'0'604'16,"0"0"-400"-16,0 0-108 15,0 0 9-15,0 0-4 16,0 0-50-16,0 0-26 16,0 20-6-16,-3-6-5 15,3 2-7-15,0 1 11 16,-4-4 0-16,-2 1 0 0,6 3-2 16,-8 0-4-16,5 1-4 15,-4 3-7-15,2-2 0 16,2 2 1-16,0-6-1 15,3-1 1-15,0-1-2 16,0-4-3-16,0 0-12 16,9-4 9-16,3 1 0 15,6-3-31-15,0-3 24 16,-2 0-13-16,2 0 26 16,0-4-37-16,0-9 13 15,-3-1-12-15,-2-1 2 16,-5-2 18-16,-3-1-5 15,2 0 21-15,-7 0 1 0,0 2 8 16,0 4 29-16,0 1 25 16,0 6-5-16,0 2 3 15,0 0 16-15,0 3-16 16,0 0-26-16,0 0-13 16,0 14-10-16,-2 13-12 15,-5 6 0-15,7 6 0 16,0 1 1-16,0-2 7 15,0-3-7-15,0-2 4 16,0-6-5-16,0-4 0 16,0-7 0-16,0-6 0 15,0-2-67-15,2-6-81 16,3-2-85-16,-3 0-156 16,-2-9-570-16</inkml:trace>
  <inkml:trace contextRef="#ctx0" brushRef="#br0" timeOffset="-202781.62">14955 11490 1497 0,'0'0'507'0,"0"0"-369"16,0 0-107-16,0 0 0 15,0 0 0-15,0 0-7 16,0 0-24-16,10 86-9 0,-2-54-105 16,2-3-145-1,-5-4-284-15</inkml:trace>
  <inkml:trace contextRef="#ctx0" brushRef="#br0" timeOffset="-202647.98">14997 11861 1122 0,'0'0'576'0,"0"0"-382"16,0 0-77-16,0 0-36 16,0 0-81-16,0 0-16 15,0 0-113-15,4-64-228 0</inkml:trace>
  <inkml:trace contextRef="#ctx0" brushRef="#br0" timeOffset="-202231.09">14272 12152 1453 0,'0'0'569'0,"0"0"-415"16,0 0-124-16,0 0-29 15,0 0 35-15,0 0 41 16,120 1 0-16,-61-2-7 15,13-5-8-15,5-3 10 16,11 1-17-16,4-2-5 16,3 5-15-16,1-1-17 15,-10 1-11-15,-8 5-5 16,-14 0-2-16,-7 0-61 16,-13 0-128-16,-14 0-192 15,-15 0-422-15</inkml:trace>
  <inkml:trace contextRef="#ctx0" brushRef="#br0" timeOffset="-201614.73">14385 12358 1347 0,'0'0'315'0,"0"0"-230"16,0 0 35-16,0 0 32 15,0 0-11-15,0 0-55 16,0 0-4-16,92-17-30 15,-89 17 12-15,1 13-10 0,-4 1 17 16,0 2-19-16,-4 3-27 16,-7-4-13-16,-1 0-12 15,9-4-13-15,0-1-60 16,3-2-25-16,0 1 6 16,3-2 44-16,12 1 26 15,-4 4 22-15,-1 1 0 16,-5 1 22-16,-2 4 50 15,-3 1 46-15,-3 3-1 16,-18 1-18-16,1-5-43 16,-1-2-11-16,3-6-22 15,6-8-23-15,3-2-34 16,7-14-129-16,2-14-128 0,0 0-388 16</inkml:trace>
  <inkml:trace contextRef="#ctx0" brushRef="#br0" timeOffset="-201416.26">14727 12296 1751 0,'0'0'560'16,"0"0"-526"-16,0 0-34 0,0 0-9 15,0 0 3-15,0 0-4 16,0 0-56-16,51 122-159 16,-39-97-361-16</inkml:trace>
  <inkml:trace contextRef="#ctx0" brushRef="#br0" timeOffset="-201257.67">14790 12651 1662 0,'0'0'402'16,"0"0"-302"-16,0 0-100 15,0 0-16-15,0 0-176 0,0 0-197 16,0 0-1080-16</inkml:trace>
  <inkml:trace contextRef="#ctx0" brushRef="#br0" timeOffset="-200597.93">15220 12394 1024 0,'0'0'262'0,"0"0"-120"16,0 0 56-16,0 0 14 16,0 0-60-16,0 0-20 15,0 0-8-15,-6-84-23 16,6 84-30-16,0 0-25 16,-2 6-12-16,2 11-10 15,0 0-12-15,0 5-3 16,0 0-8-16,0-2 1 15,0-1-1-15,0-2 5 16,0 1-3-16,0-2 7 16,0 3-9-16,0-3 0 0,0-1-1 15,0-1 1-15,0-1-1 16,0-8-51-16,0 0-113 16,0-5-90-16,0 0-220 15,0 0-329-15</inkml:trace>
  <inkml:trace contextRef="#ctx0" brushRef="#br0" timeOffset="-199832.98">15511 12356 861 0,'0'0'206'15,"0"0"-132"-15,0 0 0 16,0 0-10-16,0 0-15 16,0 0 16-16,0 0 35 15,0-26 31-15,0 20 15 16,0 0-19-16,0 2-17 16,0 0 5-16,0 2-24 15,0 2-24-15,0 0 2 16,0 0-5-16,0 0-20 15,0 0-5-15,0 0 4 16,0 0-13-16,0 14 6 16,0 4 17-16,-6 4-13 15,3 5-8-15,1-2-19 0,-5 4-4 16,4-6-1-16,0 0-7 16,3-5 5-16,0-6-6 15,0-4-44-15,0-8-108 16,0 0-149-16,10 0-226 0</inkml:trace>
  <inkml:trace contextRef="#ctx0" brushRef="#br0" timeOffset="-199600.59">15461 12711 1498 0,'0'0'625'16,"0"0"-466"-16,0 0-8 15,0 0-25-15,0 0-63 16,0 0-63-16,0 0-7 16,0 0-81-16,-3 0-95 15,-4 0-198-15,2 3-1106 0</inkml:trace>
  <inkml:trace contextRef="#ctx0" brushRef="#br0" timeOffset="-198213.29">16145 11816 1482 0,'0'0'370'0,"0"0"-241"16,0 0 15-16,0 0-13 16,0 0-42-16,0 0-51 15,0 0-1-15,-33 41 21 16,33-22 17-16,0 4-11 15,0-3-21-15,0 0-24 16,0-1-4-16,5-5 1 16,5-1-5-16,-2-5-10 15,7-6 5-15,0-2-5 16,-1 0 11-16,1-10-6 16,3-10 0-16,-3-8 9 0,1-4-2 15,-8-1-4-15,-5 0 5 16,-3 1-7-16,0 6 8 15,-6 6 5-15,-15 6 4 16,-2 7 1-16,-7 7-10 16,1 0-15-16,1 8-10 15,5 11-39-15,2 1-30 16,9-2-9-16,6 2-27 16,6-2-53-16,0 0-42 15,8-7-128-15,10-2-210 0</inkml:trace>
  <inkml:trace contextRef="#ctx0" brushRef="#br0" timeOffset="-197999.84">16569 11945 1416 0,'0'0'398'0,"0"0"-315"15,0 0-83-15,0 0-57 16,0 0-32-16,0 0-134 16,0 0-405-16</inkml:trace>
  <inkml:trace contextRef="#ctx0" brushRef="#br0" timeOffset="-197579.97">16798 11859 1521 0,'0'0'339'0,"0"0"-241"16,0 0-9-16,0 0 16 0,0 0-36 15,0 0-10-15,0 0 17 16,80 76-17-16,-62-70 0 16,2-6-10-16,1 0-20 15,-3 0-9-15,0-15-2 16,0-2-6-16,-3-3-1 15,-7-5 2-15,-1-2-1 16,-7 2 7-16,0 4 23 16,-7 1-11-16,-11 2 1 15,-5 4-20-15,-1 3 4 16,-3 8-16-16,3 3-13 16,4 0-92-16,-1 9-94 0,0 22-137 15,6-5-244 1,7-5-484-16</inkml:trace>
  <inkml:trace contextRef="#ctx0" brushRef="#br0" timeOffset="-197129.67">17327 11644 1530 0,'0'0'385'15,"0"0"-237"-15,0 0-25 0,0 0-29 16,0 0-8-16,0 0-7 16,0 0-4-16,-61 89-17 15,56-61-6-15,-1-2 7 16,6-1-22-16,0 0-16 15,0-5-12-15,3-5-9 16,15-4 0-16,5-5-1 16,1-6-11-16,6 0 0 15,-6 0 0-15,-4-13-7 16,-5 2 13-16,-5-1 6 16,-10 2 9-16,0 4 17 15,0 0 7-15,-4 3 13 16,-10 3 8-16,-1 0-25 0,0 0-15 15,0 11-7-15,4 5-7 16,-2 5-35-16,8 2-28 16,2-1-31-16,3 2-39 15,0-3-81-15,8 0-96 16,10-7-217-16,6-7-528 0</inkml:trace>
  <inkml:trace contextRef="#ctx0" brushRef="#br0" timeOffset="-196664.41">17826 11689 1126 0,'0'0'358'16,"0"0"-163"-16,0 0 18 16,0 0-5-16,0 0-41 15,0 0 2-15,0 0-15 16,65 45-35-16,-63-18-23 16,-2 1-29-16,0-1-15 15,-8 4-16-15,-12-2-9 16,-5-2-15-16,-1-1-12 15,-3-6-36-15,1-5-37 0,5-8-36 16,2-7-39-16,6 0 10 16,6-5 6-16,5-6 48 15,4-5 53-15,0 2 21 16,7 3 10-16,11 2 14 16,-4 5 40-16,1 2 20 15,0 2-3-15,0 0 3 16,1 0-1-16,0 2-31 15,-3 8-23-15,2-5-19 16,0 0-46-16,6-5-146 16,-4 0-156-16,-3-2-602 0</inkml:trace>
  <inkml:trace contextRef="#ctx0" brushRef="#br0" timeOffset="-196279.43">18230 11628 1403 0,'0'0'635'0,"0"0"-478"16,0 0-68-16,0 0 65 16,0 0-44-16,0 0-34 15,0 0-19-15,-42 0-25 16,35 0-30-16,5 9 7 15,-4-2-8-15,6 3 0 0,0 3-1 16,0 3 1 0,0 1 1-16,0 4-1 0,8 1 5 15,5 2-6-15,2-2 8 16,0 1 17-16,-4-2 54 16,-1-3-6-16,-5-4-20 15,-2-3-14-15,-3 0-11 16,0-5-9-16,0-2-5 15,0 0-14-15,-15 0 0 16,-6-1-87-16,-2-3-49 16,-10-3-70-16,7-13-169 15,5-7-487-15</inkml:trace>
  <inkml:trace contextRef="#ctx0" brushRef="#br0" timeOffset="-196107.89">18150 11640 1448 0,'0'0'391'0,"0"0"-169"16,0 0-23-16,0 0-40 15,0 0-40-15,121-24-69 16,-88 20-50-16,-4-2-1 16,14-3-167-16,-12 5-116 15,-7 1-386-15</inkml:trace>
  <inkml:trace contextRef="#ctx0" brushRef="#br0" timeOffset="-194869.68">18967 11908 1431 0,'0'0'558'16,"0"0"-416"-16,0 0-103 15,0 0 38-15,0 0 19 16,0 0-16-16,0 0-22 16,83-27-14-16,-60 24-21 15,-2 3-14-15,-9 0-9 0,-1 0-83 16,-7 0-92-16,-4 3-156 16,0 3-394-16</inkml:trace>
  <inkml:trace contextRef="#ctx0" brushRef="#br0" timeOffset="-194678.19">18967 11908 882 0,'-63'87'861'0,"63"-87"-579"16,0 0-167-16,0 0-41 16,9 0 5-16,9 2 44 15,8-2-22-15,5 2-31 16,0-2-30-16,0 0-27 0,-5 0-13 15,7 0-112-15,-10 0-106 16,-7 0-397-16</inkml:trace>
  <inkml:trace contextRef="#ctx0" brushRef="#br0" timeOffset="-191244.82">20330 11801 1538 0,'0'0'387'15,"0"0"-218"-15,0 0-118 16,0 0 32-16,0 0-17 16,0 0 16-16,-33 100-5 15,51-79-15-15,2-2-13 16,8-2-11-16,4-6 0 15,-2-8-3-15,6-3-7 0,-3 0-7 16,-4-6-6-16,-2-11-2 16,-6-7-6-16,-7-2-6 15,-5-4-2-15,-9-6 1 16,0 1-1-16,-5 2 1 16,-17 2 1-16,-10 5 0 15,-4 8 28-15,-2 6-5 16,-1 8 8-16,6 4-5 15,4 0-27-15,7 10-1 16,8 9-8-16,2 6-32 16,6 8-27-16,6 0-38 15,0 6-71-15,18 9-53 16,6-14-125-16,5-2-339 0</inkml:trace>
  <inkml:trace contextRef="#ctx0" brushRef="#br0" timeOffset="-191069.78">20867 11985 1490 0,'0'0'479'16,"0"0"-479"-16,0 0-106 15,0 0-135-15,0 0-512 0</inkml:trace>
  <inkml:trace contextRef="#ctx0" brushRef="#br0" timeOffset="-190508.28">21335 11754 1475 0,'0'0'540'0,"0"0"-411"16,0 0-75-16,0 0 5 15,0 0-35-15,0 0 10 16,0 0 64-16,20 22 9 16,-6-5-25-16,-2 1-3 15,-6 2-27-15,-6 2 1 16,0 1 4-16,0 2-13 15,-18 3-27-15,-5-4-17 16,-4-5-49-16,0-2-57 16,-2-7-37-16,1-6-15 15,2-4 0-15,8 0 41 0,3-6 107 16,7-6 10-16,8-2 44 16,0 5-14-16,5 0-11 15,13 3 56-15,0 6 34 16,0 0 12-16,3 0-24 15,-1 0-22-15,-2 12-14 16,0 1-28-16,-3 4-11 16,-4 0-2-16,5-4-20 15,-7-1-63-15,9-4-159 16,0-4-262-16,-7-4-430 0</inkml:trace>
  <inkml:trace contextRef="#ctx0" brushRef="#br0" timeOffset="-190077.43">21916 11684 1733 0,'0'0'339'15,"0"0"-208"-15,0 0 36 16,0 0-15-16,0 0-47 16,0 0-57-16,0 0-27 0,-113 37-21 15,113-30-7 1,0 4 5-16,0 4 2 0,0 2 1 16,0 5 9-16,10 0 0 15,1 0 8-15,7 2-12 16,0-4 5-16,2 0-2 15,-2-5 4-15,0 2 9 16,-6-3 4-16,-3 1 20 16,-2-5 8-16,-7 5-9 15,0-1-5-15,-13 1-2 16,-10 4-15-16,-5-2-14 16,-3-4-9-16,-3 0-35 15,1-9-75-15,4-4-79 0,2-17-174 16,12-9-496-16</inkml:trace>
  <inkml:trace contextRef="#ctx0" brushRef="#br0" timeOffset="-189913.87">21833 11690 1476 0,'0'0'513'15,"0"0"-369"-15,0 0 75 16,0 0-22-16,0 0-87 15,134-7-47-15,-101 7-60 16,6-2-3-16,10 2-149 16,-7-3-189-16,-7 1-429 0</inkml:trace>
  <inkml:trace contextRef="#ctx0" brushRef="#br0" timeOffset="-188659.72">2542 13207 1540 0,'0'0'391'0,"0"0"-338"16,0 0-44-16,0 0-9 0,0 0 23 16,0 130 16-1,0-82 14-15,2 4-8 0,-2 2-14 16,0-2-18-16,0-4-12 15,0-6-1-15,0-7-55 16,0-9-88-16,0-17-80 16,0-7-125-16,0-2-608 0</inkml:trace>
  <inkml:trace contextRef="#ctx0" brushRef="#br0" timeOffset="-188373.48">2544 13094 1219 0,'0'0'207'0,"0"0"-104"16,0 0 59-16,0 0-12 16,0 0 17-16,137 89-30 15,-114-60-30-15,-8 3 7 16,-6-4-1-16,-9 2-22 15,0-4 3-15,-3 3-8 16,-18-3-22-16,-2-4-35 16,-8-5-16-16,3-2-13 15,-3-9-52-15,2-6-50 16,-7-6-113-16,9-15-255 16,9-2-230-16</inkml:trace>
  <inkml:trace contextRef="#ctx0" brushRef="#br0" timeOffset="-187991.98">3504 13153 1652 0,'0'0'273'0,"0"0"-165"16,0 0 9-16,0 0-21 16,0 0-8-16,0 0-5 15,0 0-28-15,-101 87-12 16,98-50 5-16,3 5-8 15,0 8-4-15,0 6-8 16,8 2-11-16,10 0-7 16,3-2-4-16,2-1 1 15,5-8-7-15,1-2-80 16,1-9-107-16,20-6-16 16,-12-12-151-16,-2-10-656 0</inkml:trace>
  <inkml:trace contextRef="#ctx0" brushRef="#br0" timeOffset="-187706.25">3956 13372 1722 0,'0'0'352'0,"0"0"-233"16,0 0 17-16,0 0-29 0,0 0-5 15,90 133-17-15,-65-97-39 16,-1 0-19-16,-4 1-15 16,-2-4-12-16,-5-4-3 15,-2-6-124-15,-4-2-116 16,-7-7-240-16,0-8-730 0</inkml:trace>
  <inkml:trace contextRef="#ctx0" brushRef="#br0" timeOffset="-187519.75">4136 13419 1884 0,'0'0'468'0,"0"0"-401"0,0 0 65 15,0 0 4-15,-124 122-51 16,112-94-54-16,3-1-31 16,2-1-49-16,7 4-118 15,0-6-192-15,0-6-476 0</inkml:trace>
  <inkml:trace contextRef="#ctx0" brushRef="#br0" timeOffset="-187292.35">4490 13497 1662 0,'0'0'532'0,"0"0"-467"15,0 0-32-15,0 0 8 16,0 0-5-16,0 0-15 15,0 0-21-15,116 19-29 16,-98-19-108-16,-7 0-216 16,-1 0-1118-16</inkml:trace>
  <inkml:trace contextRef="#ctx0" brushRef="#br0" timeOffset="-187121.8">4490 13497 1570 0,'36'111'311'0,"-36"-111"-241"0,11 1 31 16,10-1-8-16,4 2-31 15,1 2-22-15,-3 0-40 16,13 0-113-16,-13-1-181 16,-2-3-494-16</inkml:trace>
  <inkml:trace contextRef="#ctx0" brushRef="#br0" timeOffset="-186759.27">5000 13309 1433 0,'0'0'524'16,"0"0"-416"-16,0 0 1 15,0 0-11-15,0 0-32 16,-62 113-15-16,57-88-10 16,5-3-19-16,0-4-10 15,0-3-10-15,0-3-1 16,8-3 0-16,2-1 0 15,5-2 6-15,3-2 2 16,-2-4-8-16,6 0 15 0,4 0-5 16,1-14-11-16,0-4-42 15,2-12-106-15,-8 6-116 16,-6 0-335-16</inkml:trace>
  <inkml:trace contextRef="#ctx0" brushRef="#br0" timeOffset="-186557.3">5159 13325 1380 0,'0'0'562'16,"0"0"-392"-16,0 0-6 0,0 0 37 16,-10 116-58-1,7-80-60-15,0 2-44 0,3-1-21 16,0-2-18-16,0-3-58 15,0 4-79-15,0-9-229 16,0-7-645-16</inkml:trace>
  <inkml:trace contextRef="#ctx0" brushRef="#br0" timeOffset="-186301.97">5547 13183 1824 0,'0'0'338'15,"0"0"-208"-15,0 0 118 16,0 0-23-16,0 0-50 16,42 129-50-16,-42-72-35 15,0 3-45-15,0 0-25 16,0-2-7-16,0-3-13 15,-6-4-53-15,-2 4-145 16,-2-16-391-16,2-10-882 0</inkml:trace>
  <inkml:trace contextRef="#ctx0" brushRef="#br0" timeOffset="-185731.99">6472 13481 1356 0,'0'0'620'0,"0"0"-453"0,0 0-74 15,0 0 24-15,0 0 18 16,0 0 15-16,0 0-7 16,83-4 0-16,-50 4-56 15,-7 0-50-15,0 0-20 16,-4 0-17-16,-8 6-40 16,-4 8-170-16,-10-2-163 15,0 0-301-15</inkml:trace>
  <inkml:trace contextRef="#ctx0" brushRef="#br0" timeOffset="-185575.41">6495 13641 1761 0,'0'0'541'16,"0"0"-501"-16,0 0 15 16,0 0 76-16,0 0-32 15,119 0-36-15,-57 0-63 16,-6-1-168-16,-5-3-352 0</inkml:trace>
  <inkml:trace contextRef="#ctx0" brushRef="#br0" timeOffset="-184958.56">7511 13141 1573 0,'0'0'367'0,"0"0"-231"15,0 0-15-15,0 0-12 16,0 0-11-16,0 0-13 15,0 0 5-15,-33 136-9 0,25-85-4 16,2 12-7-16,-1 1-17 16,4 2-13-16,3 0-12 15,0-3-11-15,0-5-4 16,0-4-5-16,0-6-8 16,10-6-66-16,1-5-78 15,17-18-139-15,-5-5-246 16,3-14-367-16</inkml:trace>
  <inkml:trace contextRef="#ctx0" brushRef="#br0" timeOffset="-184439.92">7906 13207 1333 0,'0'0'404'0,"0"0"-276"15,0 0-98-15,0 0-9 16,0 0 18-16,0 0 16 0,0 0 21 15,-9 108-10-15,9-89-20 16,9 2-18-16,0-1-15 16,0-2-12-16,0-2 5 15,3-4 5-15,3-4-10 16,6-4-1-16,-3-4 0 16,8 0-11-16,-3-14 0 15,5-12-2-15,-5-3-11 16,1-4-35-16,-6 3 30 15,-9 6 29-15,0 8 6 16,-9 6 41-16,0 6 61 16,0 4 36-16,0 0-12 15,0 0-37-15,0 14-63 16,0 8-17-16,-9 10-8 16,0 5 9-16,3 4 1 0,-1 1-5 15,2-5-11-15,-1-1-1 16,4-7-34-16,2-2-136 15,0-9-218-15,0-7-746 0</inkml:trace>
  <inkml:trace contextRef="#ctx0" brushRef="#br0" timeOffset="-183886.41">7960 13850 1425 0,'0'0'392'15,"0"0"-244"-15,0 0-28 16,0 0-17-16,0 0-32 0,0 0-22 16,0 0 16-1,17 108 8-15,-5-92-17 0,6 0-28 16,-3-2-11-16,0-6-3 15,3-5-13-15,3-3 5 16,0 0 0-16,-3-13 5 16,2-12-11-16,-5 0-8 15,-1 1 3-15,-7 4 5 16,-4 3 12-16,0 10-12 16,-3 3 50-16,0 4 28 15,0 0-8-15,0 0-22 16,0 16-26-16,0 6-14 15,0 1-7-15,0 7 0 0,0-3 1 16,0-1-1 0,0-6-1-16,0-2-75 0,5-9-74 15,10-9-114-15,-6 0-347 16,6-6-1092-16</inkml:trace>
  <inkml:trace contextRef="#ctx0" brushRef="#br0" timeOffset="-183591.69">8649 13305 1588 0,'0'0'538'0,"0"0"-457"0,0 0 70 16,0 0 11-16,32 104-30 15,-22-58-30-15,-5 7-31 16,5 3-11-16,-5 3-24 16,-5 5-11-16,0 2-14 15,0 5 4-15,-2-4-14 16,-14 0-1-16,1-1-33 16,0-7-90-16,-6 7-111 15,10-16-264-15,-4-14-627 0</inkml:trace>
  <inkml:trace contextRef="#ctx0" brushRef="#br0" timeOffset="-182940.42">9264 13808 1458 0,'0'0'614'16,"0"0"-446"-16,0 0-117 16,0 0-15-16,0 0 14 15,0 0 5-15,0 0 9 0,3 96-5 16,9-70-17-16,-1 1-6 16,7-7-17-16,-6-7-10 15,4-5 3-15,-3-8-10 16,3 0 10-16,-1-5 7 15,3-22-1-15,-3-5-13 16,-7-8-5-16,-5-4 0 16,-3 0 0-16,0-4 14 15,-24 8 17-15,1 6 3 16,-7 9-13-16,3 13 23 16,7 12 11-16,-1 0-40 15,6 21-15-15,5 13-72 16,8 5-26-16,2 6-84 0,2 9-90 15,20-11-239-15,2-10-539 16</inkml:trace>
  <inkml:trace contextRef="#ctx0" brushRef="#br0" timeOffset="-182751.93">9626 13983 1467 0,'0'0'355'0,"0"0"-355"15,0 0-23 1,0 0-237-16,0 0-69 0,0 0-815 0</inkml:trace>
  <inkml:trace contextRef="#ctx0" brushRef="#br0" timeOffset="-182291.16">9896 13736 1250 0,'0'0'577'0,"0"0"-389"16,0 0-33-16,0 0-29 15,0 0-34-15,0 0-32 16,0 0-9-16,-2 0-33 15,2 3-8-15,12 5 42 16,-1 7 24-16,4 3-18 16,3 2-1-16,3 4-3 15,0 2-20-15,-1 1-8 16,-5-4 5-16,1-1-12 0,-8-4-8 16,-5-4-1-16,-3-4-1 15,0-2 0-15,0-2-9 16,-14-1-35-16,-11-5-113 15,-4 0-73-15,-12-25-102 16,5-5-296-16,6 0-504 0</inkml:trace>
  <inkml:trace contextRef="#ctx0" brushRef="#br0" timeOffset="-182165.5">9896 13736 537 0,'-51'3'870'15,"58"-8"-600"-15,9-3-67 16,-3 2-4-16,8-2-50 0,0-1-1 15,1 3-57-15,1-4-91 16,13-1-18-16,-7 3-234 16,-8-5-527-16</inkml:trace>
  <inkml:trace contextRef="#ctx0" brushRef="#br0" timeOffset="-181107.32">10149 13078 1568 0,'0'0'395'16,"0"0"-260"-16,0 0-65 15,0 0 3-15,0 0-35 0,0 0-2 16,0 0 5-16,-9 61-5 16,4-40 5-16,1 3-4 15,-2-1-3-15,3-3 13 16,-2-3-7-16,1 0-16 16,4-3-24-16,0-2 1 15,0-2 6-15,0-2-7 16,0-2-2-16,0-2 2 15,0 0-12-15,9-1-24 16,0-3-4-16,6 0 21 16,0 0 3-16,3 0 5 15,3-7 4-15,-3-3 5 16,-3-2-26-16,-2 2-2 16,0-1 11-16,-8 4 8 15,0-1 11-15,-5 2 17 0,0 2 6 16,0 1 45-16,0 3 14 15,0 0-11-15,0 0-26 16,0 9-24-16,0 9-14 16,0 8 2-16,0 5 0 15,-5 7-3-15,5-1-6 16,0 1-1-16,0-4-90 16,0 5-76-16,0-10-113 15,0-3-528-15</inkml:trace>
  <inkml:trace contextRef="#ctx0" brushRef="#br0" timeOffset="-180903.86">10331 14022 1265 0,'0'0'1019'15,"0"0"-812"-15,0 0-155 16,0 0-32-16,0 0-20 16,0 0-95-16,0 0-181 15,8-32-698-15</inkml:trace>
  <inkml:trace contextRef="#ctx0" brushRef="#br0" timeOffset="-180257.08">10657 13749 1627 0,'0'0'403'16,"0"0"-236"-16,0 0-42 16,0 0 18-16,0 0-51 15,0 0-34-15,0 0-24 16,-15 17 2-16,15 7 48 0,12 6-10 15,-1 0-26-15,7-2-29 16,0-6-4-16,0-4-15 16,3-9 0-16,4-8-7 15,-2-1 1-15,-2 0-1 16,2-16-7-16,-5-7-27 16,-3-6 12-16,-6-5 14 15,-7-3 0-15,-2 0-8 16,0 3 8-16,-11 7 15 15,-12 9 0-15,-2 13 20 16,-1 5 15-16,-4 0-35 16,3 23-27-16,4 8-12 0,10 7-74 15,13 12-92 1,0-6-143-16,3-9-352 0</inkml:trace>
  <inkml:trace contextRef="#ctx0" brushRef="#br0" timeOffset="-180072.58">11025 13914 1698 0,'0'0'248'0,"0"0"-221"0,0 0-27 16,0 0-154-1,0 0-61-15,0 0-172 0</inkml:trace>
  <inkml:trace contextRef="#ctx0" brushRef="#br0" timeOffset="-179694.57">11281 13680 1844 0,'0'0'384'16,"0"0"-221"-16,0 0-1 0,0 0-31 16,0 0-77-16,0 0-53 15,0 0 0-15,-27 56 6 16,45-40-6-16,5 2-1 15,-1-2 2-15,4 0-2 16,-2-2 6-16,-3 0 9 16,-4-3 14-16,-1 0-5 15,-8-3 23-15,-4-2 29 16,-4 0-6-16,0 0-1 16,0 0 0-16,-7 0-39 15,-14 0-30-15,1-2-18 16,-6-4-65-16,-13 0-118 15,6-10-144-15,7-6-386 0</inkml:trace>
  <inkml:trace contextRef="#ctx0" brushRef="#br0" timeOffset="-179539.98">11225 13646 1483 0,'0'0'493'16,"0"0"-387"-16,0 0-16 15,0 0-28-15,0 0-37 16,0 0-25-16,139-2-102 16,-106 8-440-16</inkml:trace>
  <inkml:trace contextRef="#ctx0" brushRef="#br0" timeOffset="-178389.55">11727 13262 1255 0,'0'0'661'0,"0"0"-419"16,0 0-140-16,0 0 36 15,0 0 6-15,0 0-46 16,0 0-56-16,-54 95-5 15,54-74 4-15,0 2-9 16,9-3-11-16,2-4-6 16,2-4-9-16,2-6 2 0,-4-3-8 15,7-3-5-15,0-3 5 16,-6-17 31-16,3-6-29 16,-12-5 4-16,-3 0-6 15,0-1 19-15,-20 4 12 16,-14 6-17-16,-4 5 3 15,2 8-17-15,-3 9-39 16,6 0-45-16,15 8-14 16,18 28-176-16,13-3-294 15,13 0-398-15</inkml:trace>
  <inkml:trace contextRef="#ctx0" brushRef="#br0" timeOffset="-177953.69">12493 13784 1470 0,'0'0'607'15,"0"0"-486"-15,0 0-10 16,0 0 93-16,0 0-73 16,0 0-41-16,116-8-35 15,-96 8-42-15,-5 0-13 16,-9 0-155-16,-6 0-367 0,0 0-835 0</inkml:trace>
  <inkml:trace contextRef="#ctx0" brushRef="#br0" timeOffset="-177788.63">12410 13930 1498 0,'0'0'531'0,"15"0"-438"16,11 0 66-16,7 0 66 15,3 0-117-15,3 0-73 16,-7 0-35-16,1 0-128 16,-10 0-348-16,-8 0-1045 0</inkml:trace>
  <inkml:trace contextRef="#ctx0" brushRef="#br0" timeOffset="-175138.67">13889 13690 1495 0,'0'0'361'15,"0"0"-243"-15,0 0-31 16,0 0 37-16,0 0-15 0,0 0-32 16,0 0-13-16,-14 88 7 15,19-70-24-15,8 0-6 16,1 1 2-16,4-2-1 16,2 1-11-16,1-3-10 15,1-4 2-15,1-1-13 16,-2-8-3-16,2-2-6 15,5 0 8-15,-5-2-2 16,1-19 3-16,-3-8-10 16,-6-1 0-16,-7-5 1 15,-5-5 0-15,-3 3 10 16,-6-2 1-16,-20 3-3 16,-7 2 7-16,-11 8 35 0,3 4-3 15,-5 10-24 1,7 12-2-16,6 0-22 0,7 12-4 15,11 19-62-15,10 6-31 16,5 8-63-16,12 1-60 16,38 8-74-16,1-10-206 15,-7-12-555-15</inkml:trace>
  <inkml:trace contextRef="#ctx0" brushRef="#br0" timeOffset="-174927.25">14649 13896 1264 0,'0'0'852'16,"0"0"-754"-16,0 0-98 15,0 0-28-15,0 0-84 16,0 0-231-16,0 0-732 0</inkml:trace>
  <inkml:trace contextRef="#ctx0" brushRef="#br0" timeOffset="-174404.62">15048 13650 1667 0,'0'0'367'0,"0"0"-239"0,0 0-14 15,0 0-9-15,0 0-34 16,0 0-40-16,0 0 3 16,-26 84 14-16,26-58-3 15,2-2-14-15,7-2-10 16,8-2-2-16,1-6-4 15,0-4-6-15,6-4-2 16,1-6 2-16,-2 0 0 16,0 0 0-16,1-16-8 15,-6-4 0-15,-3-4-1 16,-5-4 0-16,-10 0 6 16,0 2 5-16,-5 2 35 15,-18 3 26-15,-10 7-25 16,-6 5 0-16,-5 7-47 15,0 2-2-15,6 0-58 0,4 18-47 16,8 2-94-16,17 10-142 16,3-6-256-16,6-4-462 0</inkml:trace>
  <inkml:trace contextRef="#ctx0" brushRef="#br0" timeOffset="-173823.17">15757 13481 1122 0,'0'0'798'15,"0"0"-563"-15,0 0-100 16,0 0 25-16,0 0-58 0,0 0-21 15,0 0-18-15,-64 65-17 16,58-40-22-16,2 6 1 16,-2 0-5-16,4 4-5 15,2-7-15-15,0 2 1 16,0-4 5-16,0-4-6 16,8-2 0-16,4-6-7 15,4-4-47-15,1-4-15 16,4-6 17-16,0 0 11 15,-3 0-3-15,-3-18 27 16,-1 2 15-16,-5-2 2 16,-9 4 30-16,0 2 30 15,0 5 13-15,-15 4 28 16,-3 3-20-16,-5 0-45 16,-1 8-36-16,0 8-3 0,7 2-14 15,5 1-69-15,9 0-68 16,3 4-115-16,21-8-93 15,2-3-234-15</inkml:trace>
  <inkml:trace contextRef="#ctx0" brushRef="#br0" timeOffset="-173320.51">16248 13559 1347 0,'0'0'488'16,"0"0"-353"-16,0 0 56 15,0 0-23-15,0 0-6 16,0 0-22-16,0 0-36 16,51 49-4-16,-51-25-12 15,0 2-26-15,0 2-23 16,-18 0-10-16,-7 2-15 0,-1-2-14 16,-3-4-27-16,2-6-36 15,-2-6-50-15,7-8-28 16,5-4-12-16,7 0-54 15,8-10 8-15,2-4 115 16,0-2 84-16,2 4 10 16,11 4 54-16,-2 4 27 15,4 4 7-15,0 0 22 16,3 0-24-16,3 0-3 16,-1 10-29-16,7 0-30 15,-3-2-19-15,3-2-15 16,-1-4-64-16,12-2-163 15,-2 0-238-15,-5-13-663 0</inkml:trace>
  <inkml:trace contextRef="#ctx0" brushRef="#br0" timeOffset="-172670.73">16819 13451 1237 0,'0'0'513'0,"0"0"-322"16,0 0-21-16,0 0-46 15,0 0-22-15,0 0 11 0,-116 13-33 16,98-8-40-16,3-2-19 15,4 2-9-15,1-1-6 16,5-2-4-16,5-2-2 16,0 2 0-16,0-2 0 15,0 0 0-15,-3 0-1 16,-1 2 0-16,1 2 1 16,0 0 2-16,0 0-2 15,1 0 2-15,-1 2-2 16,3 0 1-16,0 2-1 15,0-2-1-15,0 2 0 16,0-2 1-16,0-2 0 0,0 2 0 16,0-4-6-16,3 1-6 15,2-2 0-15,5-1 6 16,1 0-2-16,7 0 7 16,0 0 1-16,2 0 0 15,4-4 10-15,-2 2-9 16,-2 2 6-16,-6 0 5 15,-1 0 3-15,-5 8 19 16,-1 8 39-16,-7 3 22 16,0 0 2-16,0 3-11 15,-7 0 2-15,-7 1-21 16,-1-6-8-16,-6 2-29 16,6-7-3-16,3-2-18 0,-2-4 0 15,2-5-8 1,-1-1-1-16,2 0-30 0,1 0-25 15,2 0-50-15,3 0-99 16,-2 0-143-16,1 0-341 0</inkml:trace>
  <inkml:trace contextRef="#ctx0" brushRef="#br0" timeOffset="-58871.36">3180 15458 1053 0,'0'0'221'0,"0"0"-148"15,0 0-25-15,0 0 33 16,0 0-3-16,0 0-21 15,44 0-6-15,-32 15 10 16,-4-5 4-16,2 7 14 16,-7 4-3-16,2 1-19 15,0 1-2-15,-5 8-16 16,0-5-10-16,0 6-8 16,0-8-15-16,0 1-5 15,0-8 8-15,0-3-9 0,0-8 0 16,0-6-11-1,0 0-14-15,0 0-36 0,0-18 35 16,11-6 25-16,1-10-16 16,3 2-7-16,2-3-7 15,1 3 9-15,-6 9 3 16,3 3 13-16,-7 5 5 16,-5 9 1-16,4 2 11 15,-7 4 25-15,0 0 23 16,0 0 2-16,0 0-6 15,0 0-15-15,0 0-2 16,0 0-1-16,0 0-9 0,0 0 8 16,0 0 17-1,0 0 12-15,0 0-16 0,0 0-4 16,0 4-10-16,0 10-14 16,-3 4-7-16,-4 0-8 15,5 4 0-15,-1 1-5 16,0-2 0-16,3-1 0 15,0 3 0-15,0-1 1 16,0-1 5-16,0-4-7 16,0-3-1-16,6-4-6 15,3-1-32-15,0-9-71 16,8 0-56-16,-4 0-115 16,-2-5-524-16</inkml:trace>
  <inkml:trace contextRef="#ctx0" brushRef="#br0" timeOffset="-57721.44">5842 15651 1187 0,'0'0'248'15,"0"0"-174"-15,0 0-23 16,0 0 33-16,0 0-8 15,0 0-10-15,0 0-15 16,26 98-6-16,-11-86-1 16,3-2 0-16,0-4-4 15,0-4-4-15,3-2-9 0,2 0-5 16,-5-8 7 0,6-14-13-16,-6-4 9 15,-6-2-10-15,-1-6 0 0,-8 2-6 16,-3 1 7-16,0-1 0 15,-14 4 15-15,-14 2 5 16,2 8 19-16,-10 1 29 16,6 6-41-16,-2 9-22 15,2 2-20-15,9 2-1 16,3 22-19-16,6 10-113 16,12 29-62-16,0-9-129 15,0-4-569-15</inkml:trace>
  <inkml:trace contextRef="#ctx0" brushRef="#br0" timeOffset="-56454.3">9097 15500 1219 0,'0'0'322'15,"0"0"-204"-15,0 0-48 16,0 0 60-16,0 0-28 16,0 0-35-16,0 0-28 15,-15-60-10-15,15 60-16 16,0 0-13-16,0 0 0 15,0 18 5-15,0 4 26 0,0 10-3 16,10 0-11-16,-2 7-3 16,-1-4-8-16,-2 2 0 15,1-7-4-15,-3-6 4 16,-3-2-4-16,0-8-1 16,0-3 0-16,0-6 5 15,-6-5 5-15,-9 0-1 16,1 0 2-16,-4 0 4 15,0-12 24-15,6 2 16 16,-3 2 17-16,6-2 4 0,7 5-5 16,-1 5-20-1,3 0-52-15,0 0-14 0,5 0-2 16,16 2 15-16,0 11 1 16,5-3 0-16,2-2-16 15,13 2-144-15,-8-3-92 16,3-7-351-16</inkml:trace>
  <inkml:trace contextRef="#ctx0" brushRef="#br0" timeOffset="-55253.99">12917 15473 1160 0,'0'0'372'0,"0"0"-222"16,0 0-10-16,0 0 25 15,0 0-36-15,0 0-26 0,0 0-3 16,57-37-13-16,-48 37-10 16,4 0-17-16,-5 12 1 15,0 2-9-15,-4 4-15 16,-1 4-9-16,-3 3-10 16,0 5-6-16,-3-4 0 15,-14 2-6-15,-4-1-6 16,-4 3-24-16,-1-7-58 15,0-2-9-15,1-6-53 16,1-7 15-16,7-8 45 16,8 0 60-16,0-4 24 15,9-11 31-15,0-2-14 16,0-3 5-16,2 3 13 16,14 6 33-16,-7 1 1 15,5 6-5-15,-2 4-17 0,1 0-14 16,1 1 0-16,3 16 10 15,-1 5-15-15,4 0-4 16,-2-3-17-16,0 2-1 16,0-4-6-16,5-2-83 15,23-11-119-15,-2-4-53 16,-3 0-534-16</inkml:trace>
  <inkml:trace contextRef="#ctx0" brushRef="#br0" timeOffset="-54253.66">16551 15396 436 0,'0'0'690'16,"0"0"-498"-16,0 0-61 15,0 0 37-15,0 0-7 0,0 0-31 16,0 0-1-16,86-13-23 15,-71 17-30-15,0 9-24 16,-7 5 0-16,-4-6-12 16,-4 6 4-16,0 0 11 15,0 0-9-15,-18 2-13 16,1-1-9-16,-1-4-15 16,0-5-9-16,5-1-5 15,5-5-14-15,5-4-2 16,3 0-23-16,0 0-41 15,0 0 27-15,14 0 39 16,1 0 19-16,6 0 0 16,-3 0 0-16,-3 4 9 0,-3 10 18 15,-3 4 21-15,-4 0 15 16,-5 4 4-16,0-4 1 16,0 0 2-16,-3 0-6 15,-15 0-6-15,-2 0-7 16,-4-8-6-16,-2 2-18 15,-1-5-12-15,3-7-6 16,-2 0-8-16,8 0-1 16,0 0-29-16,9-2-57 15,-2-15-78-15,1 3-113 16,4 3-365-16</inkml:trace>
  <inkml:trace contextRef="#ctx0" brushRef="#br0" timeOffset="-52616.02">20227 15337 1510 0,'0'0'501'0,"0"0"-394"16,0 0-9-16,0 0 36 15,0 0 0-15,0 0-56 0,0 0-24 16,0-3-17-16,0 3-14 16,0 0-10-16,0 7 5 15,0 8 9-15,-5-3 4 16,-3 4-10-16,-2 0-15 16,5 2 1-16,-1-6-6 15,1-1 1-15,5 2-2 16,-4-5-12-16,4-2-8 15,0 3-7-15,0-6-11 16,0 3 10-16,7 2 4 16,4-2 9-16,1 1 14 15,3 2 1-15,-1-4 0 16,4-2 0-16,0 0-9 16,7-3-12-16,-5 0 8 15,7 0 11-15,-4-4 1 0,-2-7-17 16,1-3 8-16,-9-4 0 15,0 4 10-15,-5 2 2 16,-1-1 5-16,-4 2 4 16,-3 4 2-16,0-6 11 15,0 7 16-15,0 4 5 16,0 2 4-16,0 0-13 16,0 0-9-16,0 0-16 15,0 0-11-15,0 12 0 16,0 7 5-16,0 2 4 15,0 8 1-15,0 0 4 16,0-1-7-16,0 3-1 0,-6-1-5 16,2 2 5-1,-4-6-6-15,5-8 0 0,0 0-18 16,3-14-158-16,0-2-142 16,0-2-348-16</inkml:trace>
  <inkml:trace contextRef="#ctx0" brushRef="#br0" timeOffset="-50567.45">1002 16802 1252 0,'0'0'234'16,"0"0"-172"-16,0 0-40 15,0 0 8-15,-5 116 1 16,5-88 1-16,0 2-9 16,0-2-17-16,0-6 0 15,0 0-5-15,0-3-1 16,0-6-36-16,0-1-120 15,0-6-131-15,0-2-767 0</inkml:trace>
  <inkml:trace contextRef="#ctx0" brushRef="#br0" timeOffset="-50201.43">969 16705 901 0,'0'0'350'15,"0"0"-234"-15,0 0-29 16,0 0 57-16,0 0 19 16,0 0-20-16,119-6-4 15,-92 20-55-15,0-1-18 0,-7 4-8 16,-5-2 3-16,-5-1 4 15,-5 0 7-15,-5 2 13 16,0 2-16-16,-15-1-16 16,-11 2-26-16,-7 4-27 15,-6-6-1-15,-2 5-35 16,0-4-15-16,-5-4-35 16,10 0-14-16,5-2-5 15,10-8-54-15,14-4-63 16,7 0-64-16,0-12-642 0</inkml:trace>
  <inkml:trace contextRef="#ctx0" brushRef="#br0" timeOffset="-49868.33">1668 16571 1506 0,'0'0'306'15,"0"0"-219"-15,0 0-51 16,0 0 41-16,0 0 22 16,0 0-6-16,0 0-17 0,-119 116-31 15,107-72-13-15,-3 5-1 16,7 8 0-16,-2 2-6 15,2 3-4-15,5 3-8 16,3-8 2-16,0 0-13 16,0-7-1-16,11-10-1 15,7-8-5-15,3-10-91 16,20-14-86-16,-5-8-156 16,-6 0-235-16</inkml:trace>
  <inkml:trace contextRef="#ctx0" brushRef="#br0" timeOffset="-49561.64">1915 16856 1403 0,'0'0'249'16,"0"0"-144"-16,0 0 49 15,0 0-46-15,0 0-25 16,95 125-15-16,-72-89-16 16,1-1-28-16,-7 1-7 15,-1-4-8-15,-5-1 0 16,-2-5-9-16,-6-8-41 0,3-12-109 15,-6-6-216 1,0 0-663-16</inkml:trace>
  <inkml:trace contextRef="#ctx0" brushRef="#br0" timeOffset="-49368.16">2066 16918 1413 0,'0'0'381'15,"0"0"-220"-15,0 0 1 16,0 0-3-16,-107 120-36 16,89-84-53-16,5-4-40 0,5-1-20 15,0-3-10-15,8-6-89 16,0-4-124-16,0-11-374 0</inkml:trace>
  <inkml:trace contextRef="#ctx0" brushRef="#br0" timeOffset="-49095.88">2365 16981 1330 0,'0'0'381'0,"0"0"-292"16,0 0-34-16,0 0 36 15,0 0-14-15,0 0-29 16,0 0-25-16,110 31-23 16,-94-26-3-16,2-5-117 15,-3 0-78-15,-10 0-541 0</inkml:trace>
  <inkml:trace contextRef="#ctx0" brushRef="#br0" timeOffset="-48901.39">2365 17111 1154 0,'0'0'635'0,"0"0"-573"16,0 0-16-16,0 0 46 15,0 0-26-15,0 0-35 16,126 0-31-16,-82 0-75 16,-11 0-180-16,-4 0-413 0</inkml:trace>
  <inkml:trace contextRef="#ctx0" brushRef="#br0" timeOffset="-48586.23">2900 17004 1197 0,'0'0'358'16,"0"0"-234"-16,0 0 38 16,0 0 14-16,0 0-73 15,113 34-16-15,-88-14-27 0,-5 6-4 16,-2-4-33 0,-4 1-10-16,-4-1-13 0,-2-8-70 15,-5-6-123-15,1-4-187 16,-4-4-932-16</inkml:trace>
  <inkml:trace contextRef="#ctx0" brushRef="#br0" timeOffset="-48384.77">3064 17008 1553 0,'0'0'374'16,"0"0"-241"-16,0 0 32 15,0 0-31-15,0 0-77 16,-80 121-31-16,77-99-26 0,3 0-69 16,0-8-86-16,6-6-200 15,6-8-440-15</inkml:trace>
  <inkml:trace contextRef="#ctx0" brushRef="#br0" timeOffset="-48141.42">3316 16790 1415 0,'0'0'297'16,"0"0"-104"-16,0 0 34 0,0 0-5 15,39 102-46-15,-34-58-43 16,-1 1-33-16,-4 8-41 15,0-3-24-15,0-1-16 16,0-3-10-16,-7 2-9 16,-1-8-40-16,-10 4-99 15,9-12-171-15,-2-10-378 0</inkml:trace>
  <inkml:trace contextRef="#ctx0" brushRef="#br0" timeOffset="-45533.36">5265 17079 781 0,'0'0'839'0,"0"0"-645"16,0 0-128-16,0 0 18 16,0 0 23-16,0 0-31 15,0 0-26-15,-26 45-7 16,26-27-6-16,12 1-1 16,-1-1-7-16,1 4 2 0,-1-6-7 15,5-6-6 1,-4 0-11-16,-1-6-7 0,4-4 0 15,0 0 8-15,-2-4 11 16,0-15-1-16,0-4-2 16,-8-7 3-16,-5-2-2 15,0-4 2-15,-2 6-4 16,-16 1-3-16,-3 8-2 16,3 2-1-16,-5 7 6 15,2 6 2-15,3 6-16 16,3 0-1-16,4 6-44 15,1 16-38-15,8 4-35 0,2 7-53 16,8 6-70-16,10-8-116 16,7-3-306-16</inkml:trace>
  <inkml:trace contextRef="#ctx0" brushRef="#br0" timeOffset="-45348.86">5711 17209 770 0,'0'0'1121'0,"0"0"-942"16,0 0-144-16,0 0-35 16,0 0-25-16,0 0-111 15,0 0-161-15,0-14-190 0</inkml:trace>
  <inkml:trace contextRef="#ctx0" brushRef="#br0" timeOffset="-44883.09">5904 17000 1318 0,'0'0'375'0,"0"0"-239"16,0 0-17-16,0 0 7 0,0 0-57 15,0 0-22 1,0 0-7-16,0 52 6 0,0-24 1 16,0 7-4-16,0-3 4 15,0 4-8-15,3-1-9 16,5 1-4-16,2-5-17 15,8-5-1-15,0-8-8 16,2-8-1-16,4-6-18 16,2-4 19-16,4-10 7 15,-4-19 16-15,2-8-22 16,-7-3 0-16,-6-4 0 16,-10 3 1-16,-5-3 15 15,-2 8-3-15,-16 4-5 16,-13 10 0-16,2 8 4 15,-4 10 12-15,-2 4-22 0,3 10-3 16,1 16-96-16,5 4-34 16,4 6-34-16,14-4-120 15,2-5-283-15</inkml:trace>
  <inkml:trace contextRef="#ctx0" brushRef="#br0" timeOffset="-42564.26">6433 16879 1137 0,'0'0'258'0,"0"0"-181"16,0 0-54-16,0 0 44 16,0 0 39-16,0 0-5 15,-27 89-29-15,27-67-18 0,0 0 32 16,0 0-7-16,0 0-12 15,0 6-16-15,0-6-15 16,0 5-14-16,0-4-8 16,3-2-2-16,6-3-11 15,2-4 0-15,2-5 1 16,-1 0-2-16,-1-5 1 16,1 0 1-16,-3 2-1 15,0-6 5-15,0 0-5 16,-7 0-1-16,5 0 0 15,-7 0 7-15,3-6 6 16,-3-2 8-16,0-1 16 16,0 0 21-16,0 1-2 0,0 2-10 15,-5 2-10 1,-8 4-12-16,1 0-14 0,3 0-10 16,-3 0 0-16,1 0-20 15,1 6-51-15,5 14-30 16,-1 4-4-16,6 12-74 15,0-2-143-15,0-2-289 0</inkml:trace>
  <inkml:trace contextRef="#ctx0" brushRef="#br0" timeOffset="-42075.54">6840 17008 1527 0,'0'0'353'0,"0"0"-246"16,0 0-22-16,0 0 40 15,0 0-16-15,0 0-5 16,0 0-19-16,41 59-10 16,-41-38-23-16,0 6-22 15,0 0-4-15,-15 4-26 0,-8 1-20 16,2-2-30-16,-2-6-50 16,2-8-44-16,-1-6-35 15,5-10-53-15,5 0 7 16,6-8 126-16,2-7 90 15,4-2 9-15,0 3 35 16,0 1 41-16,7 7 76 16,4 3 17-16,2-1-61 15,-1 4-21-15,2 0-12 16,1 0-21-16,0 4-20 16,-3 5-19-16,2 4-5 15,-1-3-10-15,-1 5-59 16,6 0-98-16,-7-1-149 0,1-6-177 15</inkml:trace>
  <inkml:trace contextRef="#ctx0" brushRef="#br0" timeOffset="-41698.56">7175 17026 1676 0,'0'0'282'0,"0"0"-153"15,0 0 15-15,0 0-37 0,0 0-43 16,0 0-27 0,0 0-15-16,-53 32-12 0,53-16-4 15,0 2-6-15,0 1 0 16,9-1 0-16,6 4 1 15,3-5 13-15,2 2-8 16,-2-1 4-16,-3 0 5 16,-4-4-2-16,-1 3 20 15,-4-9 9-15,-4 5-14 16,-2-7 2-16,0 2 4 16,0-4-34-16,-15 2-43 15,-3-1-75-15,-11-5-45 16,3 0-106-16,-1 0-280 0</inkml:trace>
  <inkml:trace contextRef="#ctx0" brushRef="#br0" timeOffset="-41512.06">7128 17017 1204 0,'0'0'576'16,"0"0"-449"-16,0 0 6 15,0 0 38-15,0 0-60 16,0 0-62-16,118 0-15 16,-90 0-31-16,-2 0-3 15,0 0-139-15,-5 6-239 16,-6-6-996-16</inkml:trace>
  <inkml:trace contextRef="#ctx0" brushRef="#br0" timeOffset="-39381.7">8925 17097 1410 0,'0'0'478'15,"0"0"-397"-15,0 0-58 16,0 0 21-16,0 0 23 16,0 0-22-16,0 0-1 15,5 108-16-15,11-95-9 16,-1-4-11-16,3-1 5 0,0-6 2 15,2-2 10-15,-2 0 7 16,3-10-5-16,-3-12-5 16,-3-6-4-16,-4-7-3 15,-4 4-2-15,-4-6 5 16,-3 11 15-16,0 1 14 16,-21 6-16-16,-4 5 4 15,-4 5 14-15,-4 9-12 16,-6 0-4-16,4 17-29 15,3 8-4-15,2 0-31 16,6 6-66-16,9-4-41 16,10 4-10-16,5 0-103 15,11-4-223-15,9-10-208 0</inkml:trace>
  <inkml:trace contextRef="#ctx0" brushRef="#br0" timeOffset="-39222.12">9308 17218 80 0,'0'0'1372'16,"0"0"-1372"-16,0 0-63 15,0 0-73-15,0 0-510 0</inkml:trace>
  <inkml:trace contextRef="#ctx0" brushRef="#br0" timeOffset="-38778.82">9513 17012 785 0,'0'0'842'0,"0"0"-643"16,0 0-138-16,0 0 61 15,0 0 8-15,0 0-18 16,0 0-2-16,62 58 1 0,-55-22-26 16,-7 0-18-16,0 5-30 15,-4-1-13-15,-14-4-2 16,-2 0-16-16,-4-2-6 15,1-8-45-15,2-6-64 16,3-12-33-16,3-8-48 16,7 0-3-16,4-18 68 15,4-8 94-15,0 4 31 16,0-2 44-16,9 8 54 16,6 1 36-16,0 9 1 15,-1 4-3-15,-1 2-46 16,2 0-29-16,-4 0-21 15,4 0-18-15,0 8-5 0,0-3-13 16,-1 3-13 0,11-6-120-16,-7 2-188 0,0-4-519 0</inkml:trace>
  <inkml:trace contextRef="#ctx0" brushRef="#br0" timeOffset="-38163.94">10051 16981 168 0,'0'0'1648'0,"0"0"-1361"16,0 0-191-16,0 0-27 15,0 0-7-15,0 0-28 0,0 0-20 16,-93 0-14-16,76 0-11 15,-1 5-14-15,1-1 10 16,-1 4 8-16,0-2 7 16,6-2 2-16,-1 0 14 15,11-4 4-15,-1 5-9 16,3-5-11-16,0 3-13 16,0 3-1-16,0 2 13 15,0 2 0-15,0 8 0 16,0-1 1-16,0 1 0 15,0 0 0-15,0 0 1 16,0-4-1-16,0 0 0 0,0-7-1 16,0-2-18-16,3-5-14 15,12 0 3-15,0 0 11 16,8 0 18-16,1-8-7 16,3-1 8-16,0 4 0 15,0 1 0-15,-3-1 0 16,-1 5 0-16,-2 0 8 15,-6 5 6-15,-3 9 19 16,-3 4 23-16,-7 4 67 16,-2 4 1-16,0-4-33 15,0 0-23-15,-11 0-13 16,-4-4-14-16,-3-4-7 16,3 0 3-16,-3-2-13 0,0-7-7 15,0 0-8 1,7-5-9-16,-4 0-2 0,5 0-25 15,-1-5-34-15,5 0-46 16,-3-7-48-16,9 2-138 16,-2-2-351-16</inkml:trace>
  <inkml:trace contextRef="#ctx0" brushRef="#br0" timeOffset="-36879.36">12395 16958 1375 0,'0'0'513'16,"0"0"-369"-16,0 0-107 16,0 0-13-16,0 0 20 15,0 0-9-15,-26 109-7 16,44-96-7-16,5-1-8 0,3-6 3 15,2-2 1-15,1-4-1 16,-2 0 12-16,-6-10 6 16,0-8-9-16,-6-4-4 15,-1-7-3-15,-8 0 3 16,-3-1-1-16,-3 2 12 16,0 6 26-16,-7 4 13 15,-13 3-5-15,-7 8-8 16,-3 7-12-16,-4 0-12 15,-2 0-33-15,6 0-1 16,6 13-7-16,6 6-63 16,6-1-22-16,12 4-38 15,0 5-31-15,25 8-114 0,6-5-222 16,5-1-525-16</inkml:trace>
  <inkml:trace contextRef="#ctx0" brushRef="#br0" timeOffset="-36699.83">12829 17124 1702 0,'0'0'328'0,"0"0"-255"15,0 0-60-15,0 0-13 16,0 0-131-16,0 0-214 15,0 0-478-15</inkml:trace>
  <inkml:trace contextRef="#ctx0" brushRef="#br0" timeOffset="-36130.36">12996 16887 687 0,'0'0'804'0,"0"0"-588"15,0 0-139-15,0 0 39 16,0 0 39-16,0 0-11 16,0 0-18-16,82-6-12 15,-64 6-31-15,-9 11-29 16,-7 7 14-16,-2 8 10 16,0 2-19-16,0-2-23 15,-13 1-15-15,-3-6-16 16,7-7-5-16,1-4-39 15,5-2-19-15,3-8-26 0,0 4-16 16,0-4 41 0,15 5 41-16,1 0 17 0,7 8 0 15,-3-4 1-15,-6 5 25 16,-2-1 45-16,-6 5 52 16,-6-4-37-16,0 4-10 15,-6 0-2-15,-14-2-16 16,-4-2-1-16,-1-8-31 15,-3 2-10-15,1-8-15 16,5 0-24-16,2 0-34 16,2-14-38-16,7 0-76 15,4-12-128-15,4 8-283 16,3 0-354-16</inkml:trace>
  <inkml:trace contextRef="#ctx0" brushRef="#br0" timeOffset="-35379.86">13405 16902 16 0,'0'0'1244'16,"0"0"-1009"-16,0 0-158 15,0 0 63-15,0 0 34 16,0 0-27-16,128-21-33 16,-96 21-24-16,-5 0-37 15,-6 3-28-15,-13 13 3 0,2 4 42 16,-10 6 26-16,0 4-3 16,0-2-20-16,-12 6-27 15,1-5-21-15,1 1-8 16,4-3-7-16,0-4-9 15,3-2-1-15,0 2 0 16,0-5-48-16,3-4-53 16,0-2-94-16,-2-6-56 15,-1-2-243-15,0-4-825 0</inkml:trace>
  <inkml:trace contextRef="#ctx0" brushRef="#br0" timeOffset="-35205.82">13495 17118 1512 0,'0'0'623'0,"0"0"-424"16,0 0-62-16,0 0-11 15,0 0-63-15,0 0-44 16,0 0-7-16,23-3-9 16,3 3 1-16,5 0-4 15,-3-4-98-15,18-1-145 16,-10 1-269-16,-7-1-409 0</inkml:trace>
  <inkml:trace contextRef="#ctx0" brushRef="#br0" timeOffset="-34896.63">13940 16892 1822 0,'0'0'485'0,"0"0"-362"16,0 0 30-16,0 0-51 16,0 0-76-16,0 0-9 15,0 0 54-15,51 66-3 16,-22-34-25-16,4 1-16 16,-3 0 22-16,-7 3 2 15,-2-8-11-15,-10 3-10 16,-1-9-10-16,-10 0-8 15,0-8-6-15,-3-5-6 0,-18 0-35 16,-3-9-68-16,-21-4-75 16,10-18-154-16,-1-2-427 0</inkml:trace>
  <inkml:trace contextRef="#ctx0" brushRef="#br0" timeOffset="-34756">13889 16910 1670 0,'0'0'325'16,"0"0"-155"-16,0 0 45 16,128-18-52-16,-77 13-65 15,3-1-59-15,19-1-39 16,-13-1-274-16,-10 2-554 0</inkml:trace>
  <inkml:trace contextRef="#ctx0" brushRef="#br0" timeOffset="-34011.99">16165 16958 1345 0,'0'0'525'0,"0"0"-395"15,0 0-49-15,0 0 21 16,0 0 6-16,0 0 10 0,-20 109-37 15,22-92-28 1,16-4-11-16,0-4-11 0,6-4-7 16,-1-5-6-16,1 0-3 15,3-14 1-15,-9-4 0 16,0-9-4-16,-10 1-1 16,-8-6-2-16,0 6-2 15,-8-2 2-15,-20 6-9 16,-5 6-1-16,2 6-6 15,-5 10-5-15,3 0 10 16,7 0-5-16,5 4-51 16,6 10-63-16,15 12-62 15,0-4-138-15,5 0-314 0</inkml:trace>
  <inkml:trace contextRef="#ctx0" brushRef="#br0" timeOffset="-33853.42">16536 17088 1502 0,'0'0'333'16,"0"0"-333"-16,0 0-120 15,0 0-366-15</inkml:trace>
  <inkml:trace contextRef="#ctx0" brushRef="#br0" timeOffset="-33351.73">16870 16887 995 0,'0'0'389'0,"0"0"-137"16,0 0-48-16,0 0 10 0,0 0-55 16,0 0-26-1,0 0-10-15,44-13 1 0,-29 13-11 16,3 0-27-16,-5 7-33 15,5 8-32-15,-8 3 0 16,-4 4-4-16,-6 0-5 16,0 1-11-16,-3 4-1 15,-18-5-21-15,-2-4-43 16,-5 1-41-16,2-12-33 16,3-7-11-16,5 0-2 15,5 0 61-15,8-7 48 16,5-4 33-16,0-1 9 15,0 6 30-15,11-2 49 16,4 8 15-16,6 0 17 16,2 0-10-16,-5 0-16 0,3 8-26 15,1 6-27 1,-2-4-19-16,1 2-13 0,-3 2-61 16,8-5-155-16,-8-8-262 15,0 3-288-15</inkml:trace>
  <inkml:trace contextRef="#ctx0" brushRef="#br0" timeOffset="-32762.3">17513 16798 1679 0,'0'0'632'0,"0"0"-488"15,0 0-68-15,0 0-2 16,0 0-26-16,0 0-17 16,0 0 6-16,-129 28-4 15,107-20-19-15,4 0 0 16,1-2-6-16,2-2 2 16,2 0-8-16,2 0-1 15,2-4 1-15,6 2-2 16,0 2 0-16,1-4-12 15,-3 4-4-15,5 0 7 16,0 3 7-16,-2 4 1 16,-1-3-1-16,0 2 2 15,3-2-1-15,0-2-6 0,0 1-2 16,0-2 1-16,6 1 2 16,6 2 6-16,3-4 0 15,3 2 0-15,3-2-2 16,5-4-5-16,7 0 5 15,0 0 2-15,2 0 0 16,0 0 0-16,1 0 0 16,-8 0 0-16,-5 4 2 15,-8 8 47-15,-6 6 17 16,-7 4-4-16,-2-2 16 16,0 7-2-16,-11-6-11 15,-11 2-20-15,2-5-14 16,-1-5-1-16,0-4-7 0,1-4-16 15,2 0 1-15,3-5-8 16,1 0-8-16,1-5-25 16,8-4-36-16,5-9-77 15,0 0-155-15,0 5-417 0</inkml:trace>
  <inkml:trace contextRef="#ctx0" brushRef="#br0" timeOffset="-31361.54">19715 16655 985 0,'0'0'741'16,"0"0"-529"-16,0 0-147 15,0 0 18-15,0 0 10 16,0 0-12-16,0 0-38 15,11 121-16-15,7-99-5 16,0-4 0-16,0-4-7 16,5-10-3-16,0-1 0 15,-3-3 1-15,-2 0 4 16,-4-7 5-16,-4-15 3 16,-5-2 17-16,-5-2 19 0,0-1 9 15,-3 0-3-15,-15 0-21 16,-5 1-9-16,0 4-14 15,-5 4-11-15,7 8 0 16,3 2-3-16,6 8-9 16,6 0-6-16,1 0-59 15,5 8-58-15,0 14-26 16,11 20-31-16,7-3-172 16,3-3-380-16</inkml:trace>
  <inkml:trace contextRef="#ctx0" brushRef="#br0" timeOffset="-31190">20196 16870 2029 0,'0'0'600'0,"0"0"-512"16,0 0-59-16,0 0-4 15,0 0-25-15,0 0-63 16,0 0-116-16,-12-10-77 15,37 10-262-15,-2 0-542 0</inkml:trace>
  <inkml:trace contextRef="#ctx0" brushRef="#br0" timeOffset="-30777.59">20641 16743 1580 0,'0'0'539'16,"0"0"-440"-16,0 0-6 16,0 0 52-16,0 0-26 15,0 0-50-15,33 105-17 16,-12-79-7-16,3-4-9 15,6-4-11-15,-4-3-10 16,10-8 6-16,-6-3-6 16,2-4-2-16,-2 0 1 0,-9-11-7 15,0-12 3-15,-9-4-9 16,-9-4 7-16,-3-1-7 16,0 0 4-16,-21 6-5 15,-5-1-12-15,-10 9-10 16,0 9-21-16,-2 9-17 15,2 0-15-15,3 0-53 16,9 18-97-16,9 14-138 16,7-10-186-16,8 0-438 0</inkml:trace>
  <inkml:trace contextRef="#ctx0" brushRef="#br0" timeOffset="-30363.69">21224 16663 1378 0,'0'0'514'15,"0"0"-369"-15,0 0-43 16,0 0 20-16,0 0-27 15,0 0-22-15,0 0-15 16,-53 91-12-16,53-61-14 0,0 2-8 16,5-5-12-1,13 0-4-15,3-1-8 0,3-8 0 16,3-8 0-16,3-5 1 16,-4-5-1-16,-5 0-2 15,-9-5 1-15,-4-9 1 16,-8 0 14-16,0-3 13 15,-2 4 22-15,-19 3 29 16,-2 6-3-16,-5 4-23 16,5 0-40-16,-1 0-12 15,6 14-10-15,3 1-82 16,15 0-65-16,0 7-103 16,15-4-269-16,6-8-249 0</inkml:trace>
  <inkml:trace contextRef="#ctx0" brushRef="#br0" timeOffset="-29853.54">21682 16681 1355 0,'0'0'321'16,"0"0"-143"-16,0 0 54 0,0 0-58 15,0 0-4-15,0 0-8 16,116 42-19-16,-101-3-40 15,-10 1-24-15,-5 1-14 16,0 0-29-16,-8-5-5 16,-14-2-19-16,-2-8 1 15,4-8-13-15,-4-4-40 16,4-9-32-16,2-5-22 16,-3-5-42-16,6-13 30 15,3-3 11-15,3-2 67 0,7 4 21 16,2 2 7-1,0 9 28-15,0 2 12 0,0 2 8 16,11 4 13-16,6 0 9 16,8 4-18-16,1 10-13 15,1 3-15-15,3-2-14 16,-4-3-10-16,4-2-61 16,9-2-91-16,-3-4-185 15,-10-3-424-15</inkml:trace>
  <inkml:trace contextRef="#ctx0" brushRef="#br0" timeOffset="-29460.6">22332 16673 1403 0,'0'0'588'0,"0"0"-422"16,0 0-21-16,0 0 39 16,0 0-40-16,0 0-34 15,0 0-26-15,-107 0-35 16,98 8-21-16,7 7-28 16,2-2-8-16,0 5 8 15,0 9 1-15,11-1 5 16,7 2-5-16,2 1 1 15,5 0-1-15,-4 1 5 0,-1-6 5 16,-2 2 5-16,-7-8 11 16,-4-2-4-16,-7-2-4 15,0 0 7-15,0-5-6 16,-15 0-2-16,-8-5-18 16,-2-4-16-16,-4 0-51 15,-16-22-110-15,10-6-296 16,2-2-540-16</inkml:trace>
  <inkml:trace contextRef="#ctx0" brushRef="#br0" timeOffset="-29305.51">22250 16692 1620 0,'0'0'544'16,"0"0"-365"-16,0 0 67 15,0 0-58-15,154-11-101 16,-107 7-47-16,4 0-40 15,11 0-73-15,-14 0-234 16,-14 2-679-16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8-30T18:46:46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2208 4757 882 0,'0'0'675'15,"0"0"-465"-15,0 0-98 0,0 0 1 16,0 0-7-16,0 0-31 16,0 0-21-16,0 0-33 15,0 0 0-15,0 9-12 16,0 11 11-16,0 10 29 16,0 7 12-16,0 7-18 15,0 1-21-15,0 4-7 16,0-1-4-16,0-6-11 15,0-6 0-15,0-6 9 16,0-8-9-16,0-10-1 16,0-4-20-16,0-6-13 15,0-2-33-15,0 0-7 16,0-18 42-16,0-12 18 0,3-12 5 16,9-12-2-16,-1-8 11 15,2 0 0-15,-1-1 0 16,3 7 1-16,-6 11 6 15,-1 10-5-15,-1 14 8 16,-5 8 5-16,-2 9 22 16,0 4 10-16,0 0 2 15,0 0-20-15,0 0-12 16,3 0-17-16,3 6-15 16,1 16 15-16,1 12 12 15,4 12 49-15,-3 5-30 16,6 2-16-16,-3-4-11 15,2-7-4-15,1-12-38 0,3-8-66 16,3-15-12 0,-1-7 26-16,5-3 24 0,-1-29-5 15,2-14 36-15,1-11 35 16,-6-2 21-16,-3 2 1 16,-4 10 14-16,-7 10 21 15,-5 13 11-15,1 14-4 16,-3 6 38-16,0 4-23 15,0 0-79-15,6 22-3 16,-2 8 3-16,1 7 56 16,3 8-23-16,5 2-18 15,-5-5-8-15,2-6-5 0,-2-2-1 16,2-8-1-16,-2-6-48 16,2-6-155-16,-2-8-20 15,13-6-86-15,-3-18-200 16,-1-6-317-16</inkml:trace>
  <inkml:trace contextRef="#ctx0" brushRef="#br0" timeOffset="345.58">2969 4909 1234 0,'0'0'277'0,"0"0"-164"0,0 0 13 15,0 0-5 1,0 0-45-16,0 0-32 0,36 114-17 16,-21-101-16-16,5-2 7 15,-2-5-7-15,6-6 7 16,-1 0 3-16,5-2 7 16,-2-20 16-16,-5-4-3 15,-1-6-7-15,-7 0 2 16,-8 2-5-16,-5 3 15 15,0 8 16-15,0 4 27 16,-15 8 0-16,-8 7-1 16,-4 0-72-16,0 4 10 15,-2 15-26-15,4 8-59 16,7 5-81-16,4 2-95 16,14 4-49-16,0-8-102 0,0-8-299 15</inkml:trace>
  <inkml:trace contextRef="#ctx0" brushRef="#br0" timeOffset="966.91">3530 4892 1096 0,'0'0'395'0,"0"0"-226"16,0 0 27-16,0 0-21 16,0 0-48-16,0 0-34 15,0 0-19-15,-11 0-6 16,4 5-12-16,1 1-11 15,-5 4-29-15,2 2-10 16,0-1 1-16,0 4-6 16,6-3 6-16,3-2-7 15,0-2-9-15,0-3-2 16,0-2-8-16,3-3-14 16,15 0-16-16,0 0 30 15,8-18-67-15,1-5 20 0,-1-4 39 16,2-5 27-16,-10-3 7 15,3-1 7-15,-8 2-4 16,-3-2 14-16,-10 2 11 16,0-2 35-16,0 4 17 15,0 3-26-15,0 10-12 16,0 7 6-16,0 5 5 16,0 7-14-16,0 0-46 15,-3 5-13-15,3 20 13 16,-2 10 3-16,2 13 7 15,0 8-8-15,0 5-1 16,0-3-1-16,0-4 0 16,5-4-21-16,3-6-28 0,5-6-57 15,-1-6-74-15,12-6-39 16,-4-8-115-16,4-11-480 0</inkml:trace>
  <inkml:trace contextRef="#ctx0" brushRef="#br0" timeOffset="1352.39">3928 5009 1194 0,'0'0'545'0,"0"0"-428"16,0 0-57-16,0 0-5 0,0 0-19 15,0 0-10-15,0 0 17 16,30-12 6-16,-19 6-11 15,2-1-19-15,-1-4-3 16,2-3 1-16,-4 0 2 16,-2 0-2-16,-1 0 6 15,-7 0-7-15,0 3 16 16,0 4 28-16,0 0 12 16,-7 6 19-16,-7 1 33 15,2 0-50-15,-6 0-22 16,3 5-13-16,4 8-19 15,-5 2-8-15,7 2-11 16,3-2-1-16,1 4-3 0,5-1 1 16,0-2-16-16,0-2 18 15,0-4-20-15,2-4-8 16,14 0-53-16,-5-3-97 16,16-3-67-16,-3 0-257 15,-6 0-36-15</inkml:trace>
  <inkml:trace contextRef="#ctx0" brushRef="#br0" timeOffset="1883.99">4401 4466 1315 0,'0'0'583'15,"0"0"-446"-15,0 0-76 16,0 0 15-16,0 0 29 16,-9 124-16-16,9-76-42 15,0 2-29-15,0 4 1 16,-4-2-2-16,-1 2-10 16,-1-1 2-16,-6-3-3 15,1-3 0-15,-2-4-6 0,4-6-60 16,9-12-118-1,0-11-147-15,0-8-287 0</inkml:trace>
  <inkml:trace contextRef="#ctx0" brushRef="#br0" timeOffset="2177.21">4478 5099 629 0,'0'0'680'16,"0"0"-486"-16,0 0-63 15,0 0 13-15,0 0-30 16,0 0-11-16,0 0 0 16,83 42-33-16,-59-49-24 15,-3-12 7-15,-3-5 14 16,0-4-26-16,-4-1-15 0,-8-2-12 16,-3 5 6-16,-3 6-1 15,-5 5 0-15,-13 12 18 16,-10 3 33-16,-8 0-49 15,5 18-13-15,-2 11-8 16,6 6-54-16,5 1-77 16,17 10-103-16,5-10-286 15,0-8-852-15</inkml:trace>
  <inkml:trace contextRef="#ctx0" brushRef="#br0" timeOffset="3401.95">6136 4788 679 0,'0'0'502'15,"0"0"-379"-15,0 0-78 16,0 0 69-16,0 0-2 16,0 0-5-16,0 0 28 15,59 65-18-15,-54-41-8 16,2 2-59-16,-1 0-11 16,-6 2-19-16,0-4-4 0,0-4-15 15,0-2 0 1,0-8-1-16,0-4-12 0,0-6-44 15,0 0-11-15,0-1 4 16,0-18-32-16,0-10-32 16,3 0 35-16,6-3 39 15,0-1 13-15,0 8 40 16,2 3 27-16,-1 8 11 16,-5 3 3-16,4 5-12 15,-5 6-1-15,1 0 27 16,4 0-39-16,0 10 30 15,-1 7 34-15,5 2-15 0,-1 2-33 16,-1-1-15-16,2-3-2 16,-5-3-6-1,2-1-3-15,-2-7-6 0,1-4-39 16,0-2-51-16,6 0-36 16,-3-14 19-16,5-8 4 15,-2-4-37-15,0 3 27 16,-2 6 113-16,-5 7 4 15,-3 5 101-15,0 5 37 16,-3 0-18-16,-2 17 0 16,3 8 53-16,3 7-74 15,-4 3-26-15,8-3-37 16,-2-2-12-16,5-3-15 16,2-6-6-16,-1-7-7 15,8-5 0-15,-6-9-11 0,12 0-1 16,-5-7 12-16,1-16 24 15,0-8-5-15,-10-5-1 16,-7-3-8-16,-7 1 14 16,0 7-12-16,-7 3 17 15,-14 6-9-15,1 5 6 16,-6 9 16-16,8 7-32 16,-3 1-4-16,3 0 7 15,3 13-13-15,0 8-28 16,9 4-72-16,1 4-51 15,5-1-45-15,5 4-120 16,13-8-68-16,3-8-284 0</inkml:trace>
  <inkml:trace contextRef="#ctx0" brushRef="#br0" timeOffset="3731.57">6881 4867 1410 0,'0'0'345'16,"0"0"-206"-16,0 0 12 15,0 0-28-15,0 0-33 16,3 102-36-16,0-80-22 16,4-4-10-16,-7-4-8 15,2-2-2-15,1-8-11 16,-3-2 0-16,3-2-1 15,-3 0-7-15,3-16-36 0,4-6 42 16,-2-2-6-16,1-2 7 16,3 2 0-16,-3 4-1 15,2 3 0-15,-1 3-51 16,1 4-44-16,2 1 3 16,1 3-62-16,7 0-102 15,0 4-98-15,-6-1-574 0</inkml:trace>
  <inkml:trace contextRef="#ctx0" brushRef="#br0" timeOffset="4285.09">7197 4892 1247 0,'0'0'608'15,"0"0"-431"-15,0 0-75 16,0 0-21-16,0 0-25 16,0 0-7-16,0 0-5 15,-4 105-30-15,4-83-8 16,0-6 0-16,0-4-6 16,0-6-68-16,0-6-48 0,0 0-30 15,0-14-68 1,18-14 137-16,-1-6 61 0,1-2 16 15,3 4 0-15,-6 9 24 16,-9 11 61-16,-2 9 35 16,-4 3 48-16,0 0-30 15,0 3-34-15,0 15 24 16,0 7-30-16,0-1-41 16,0-2-32-16,0-4-12 15,0-4-7-15,0-6-6 16,0-4-61-16,5-4-55 15,4 0-46-15,3-4 20 16,6-14 40-16,0-4-43 16,0 0-12-16,-3 6 93 15,-4 4 64-15,-1 9 56 0,-5 3 46 16,1 4 3-16,3 18 81 16,0 7 0-16,0 4-56 15,-1 3-59-15,5-5-38 16,1-5-24-16,-2-4-9 15,3-7-70-15,14-15-126 16,-1 0-101-16,-5-9-325 0</inkml:trace>
  <inkml:trace contextRef="#ctx0" brushRef="#br0" timeOffset="4869.03">7763 4929 725 0,'0'0'1080'0,"0"0"-853"16,0 0-77-16,0 0 44 16,0 0-75-16,0 0-44 15,0 0-20-15,-109-4-13 16,100 14-22-16,3 6-11 16,3 6-9-16,-3 0-11 15,6-2 9-15,0-1-20 16,2-11-48-16,13-3-39 15,9-5-4-15,3 0-8 16,0-18 52-16,0-8 58 16,-3-4 11-16,-9 4 14 15,-7 6 8-15,-2 10 56 16,-6 6 84-16,0 4 37 0,0 0-52 16,0 5-69-16,0 16-38 15,0 3-32-15,0 4-3 16,0 0-5-16,12-5-15 15,3-4 15-15,6-5-1 16,5-8-8-16,10-6 3 16,0 0-2-16,5-8 8 15,4-18 0-15,-3-8-6 16,2-10-42-16,-8-7-24 16,0-7 14-16,-8-5-5 15,-3-2-20-15,-11 0 60 16,-7 9 23-16,-7 9 23 15,0 11 15-15,0 11 22 0,-10 15 55 16,5 10-3-16,-3 0-86 16,-5 18 6-16,1 19-31 15,-3 9-1-15,6 13 0 16,1 4-1-16,8 1 0 16,0-3-15-16,6-7-56 15,35-4-181-15,0-14-220 16,-2-12-928-16</inkml:trace>
  <inkml:trace contextRef="#ctx0" brushRef="#br0" timeOffset="6519.15">9861 5292 1189 0,'0'0'511'0,"0"0"-409"16,0 0-50-16,0 0-18 16,0 0 23-16,0 0 26 15,0 0 9-15,86-125-7 16,-70 94-14-16,-3 0-24 16,0-3 5-16,-1-1-4 15,-4-3-13-15,1-3-20 0,0-2-6 16,-3 6-3-16,4 2 0 15,-8 9-5-15,4 11 0 16,-6 6 0-16,0 8 0 16,0 1 6-16,0 0 43 15,0 0-24-15,0 10-26 16,0 7 0-16,0 10 19 16,0 2 5-16,0 6-8 15,0-2-7-15,0-2-1 16,0-3-8-16,0-4 0 15,0-4-1-15,9-6-20 16,0-6-35-16,6-6-20 16,3-2-10-16,2 0 7 15,7-16 5-15,0-12-5 0,2-8-1 16,-1-8 21-16,-8-3 24 16,1 3 12-16,-10 4 23 15,-1 8 16-15,-8 10 47 16,1 9 19-16,-3 8 75 15,0 5-3-15,0 0-81 16,0 2-58-16,-5 14 34 16,-1 8-26-16,-1 3-3 15,2 4-5-15,2 4-6 16,3-3-1-16,0-2-8 16,0-4-1-16,0-2-5 15,6-4-19-15,9-4-64 16,3-6-69-16,15-10-62 0,-2 0-176 15,0 0-591-15</inkml:trace>
  <inkml:trace contextRef="#ctx0" brushRef="#br0" timeOffset="6741.57">10693 4794 1367 0,'0'0'560'16,"0"0"-421"-16,0 0-91 15,0 0 36-15,0 0 46 16,0 0 2-16,0 0-53 16,92-8-45-16,-83 8-34 0,-4 0-13 15,-5 0-158-15,0 0-161 16,0 8-301-16</inkml:trace>
  <inkml:trace contextRef="#ctx0" brushRef="#br0" timeOffset="6920.1">10642 5034 1413 0,'0'0'354'0,"0"0"-180"16,0 0 58-16,0 0-77 15,125-6-69-15,-96 3-28 16,2 3-58-16,-2 0-119 0,-9 0-224 16,-5 0-1363-16</inkml:trace>
  <inkml:trace contextRef="#ctx0" brushRef="#br0" timeOffset="8498.4">11233 4841 1232 0,'0'0'339'0,"0"0"-215"16,0 0-74-16,0 0 29 16,0 0 23-16,0 0-39 15,0 0-10-15,42 7 14 16,-33 9 10-16,-1 2-8 16,2 4-2-16,-4 1-2 15,-1-3-23-15,-1-2-17 0,-1-4-19 16,-3-4 7-16,0-2-13 15,0-7 0-15,0-1-22 16,0 0-8-16,0 0-20 16,0-12-58-16,0-9-18 15,0-9 23-15,3-7 35 16,2-2 46-16,5-2 16 16,-2 5 6-16,2 7 7 15,-2 8 17-15,-2 11 17 16,3 8 5-16,-3 2 1 15,6 0 2-15,-1 16 26 16,4 5 17-16,3 4-5 16,-3 2-8-16,1-2-24 0,-3 1-12 15,0-1-13-15,-1-3-17 16,-6-4 2-16,2-4-6 16,-4-5-9-16,2 0-9 15,-6-3-82-15,0-6-112 16,0 0-176-16,0 0-345 0</inkml:trace>
  <inkml:trace contextRef="#ctx0" brushRef="#br0" timeOffset="8693.84">11735 4961 1430 0,'0'0'517'16,"0"0"-435"-16,0 0-82 15,0 0-20-15,0 0-201 16,0 0-323-16</inkml:trace>
  <inkml:trace contextRef="#ctx0" brushRef="#br0" timeOffset="9271.33">11955 4856 1622 0,'0'0'324'16,"0"0"-233"-16,0 0-40 15,0 0 29-15,0 0-17 16,21 115-14-16,-9-77 3 16,-3 0 31-16,0 1-18 15,-3 4-31-15,-1-5-14 16,-2-2-8-16,-3-1-11 16,4-7 5-16,-4-9-6 15,0-4-16-15,0-5-29 16,0-9-1-16,0-1 0 0,0 0 0 15,0-13-7-15,0-12 20 16,0-10 33-16,0-10 3 16,0-9 9-16,0-6-5 15,0-6 1-15,0-2-7 16,0 4 5-16,0 6 3 16,6 9 0-16,2 9-3 15,2 9 13-15,1 8 3 16,4 4 10-16,-3 11 0 15,-4 1 1-15,5 7 1 16,-1 0-4-16,-1 4 1 16,-1 16 31-16,-2 6 10 15,-2 2-6-15,-6 2-14 0,0 0-18 16,0-4 4 0,0 0-6-16,-9-6-15 0,-6-2-7 15,4-1-10-15,-4-7-6 16,5-4-65-16,-3-3-100 15,3-3-93-15,2 0-228 16,1-9-868-16</inkml:trace>
  <inkml:trace contextRef="#ctx0" brushRef="#br0" timeOffset="9541.61">12621 4738 1493 0,'0'0'563'0,"0"0"-443"15,0 0-57-15,0 0 69 16,0 0-28-16,0 0-54 15,0 0-14-15,128-12-36 16,-117 12-5-16,-4 0-143 16,-7 2-142-16,0 8-596 0</inkml:trace>
  <inkml:trace contextRef="#ctx0" brushRef="#br0" timeOffset="9737.08">12588 4932 1534 0,'0'0'604'0,"0"0"-468"16,0 0 12-16,0 0 11 15,0 0-59-15,0 0-60 16,0 0-40-16,131-5-55 16,-101 3-183-16,-4 0-514 0</inkml:trace>
  <inkml:trace contextRef="#ctx0" brushRef="#br0" timeOffset="11054.58">13423 4514 1534 0,'0'0'570'16,"0"0"-434"-16,0 0-76 15,0 0 14-15,0 0-8 16,0 0-31-16,0 0 4 16,-26 74 0-16,22-56 2 15,-2-1-5-15,3 0-14 16,1-4-4-16,-1-2-4 16,3-3-3-16,0 2-2 15,0-2-8-15,0 2-1 16,0 1 0-16,0 0-1 0,0-3 0 15,8 2-11-15,-2-2-1 16,3 1 5-16,0-2 8 16,0 3-6-16,2-4-11 15,2 0-21-15,2-4-6 16,-4-2-8-16,4 0-4 16,3 0 30-16,0-18 26 15,0-1 7-15,-3-4 8 16,0 4-3-16,-7 0-6 15,-5 5 7-15,0 5 15 16,0 6 32-16,-3 3 26 16,0 0 7-16,0 0-19 0,0 0-36 15,0 3-25 1,0 14 2-16,0 6-3 0,0 2-3 16,0 4-2-16,0 2 2 15,0-3-8-15,0-3 1 16,0-6-1-16,0-2 0 15,0-3-1-15,0-5-35 16,0-3-109-16,4-2-80 16,1-1-112-16,-2-3-547 0</inkml:trace>
  <inkml:trace contextRef="#ctx0" brushRef="#br0" timeOffset="11209.16">13829 4936 1726 0,'0'0'383'0,"0"0"-383"16,0 0-47-16,0 0-212 16,0 0-652-16</inkml:trace>
  <inkml:trace contextRef="#ctx0" brushRef="#br0" timeOffset="16989.79">14332 4711 1294 0,'0'0'404'15,"0"0"-247"-15,0 0-95 16,0 0 50-16,0 0-20 15,0 0-35-15,0 0-16 16,-22 125-2-16,22-98 1 16,0-1-12-16,5-5-3 15,3 0-12-15,4-5-7 16,-1-6 2-16,4-4-1 16,1-4-7-16,4-2 0 15,1-4 2-15,2-21 20 16,-2-7-14-16,1-4-7 0,-8-4-1 15,-11 0 7 1,-3 6 8-16,0 4 1 0,-14 6 1 16,-11 8 4-16,2 8 19 15,-4 5-30-15,7 3 35 16,-5 15-45-16,8 13-43 16,5 9-73-16,2 1-46 15,10 7-78-15,0-7-130 16,13-9-347-16</inkml:trace>
  <inkml:trace contextRef="#ctx0" brushRef="#br0" timeOffset="17193.25">14688 4947 1375 0,'0'0'327'0,"0"0"-244"16,0 0-58-16,0 0-25 15,0 0-10-15,0 0-113 16,0 0-236-16</inkml:trace>
  <inkml:trace contextRef="#ctx0" brushRef="#br0" timeOffset="17806.59">15030 4564 1517 0,'0'0'339'16,"0"0"-180"-16,0 0-36 15,0 0-39-15,0 0-25 16,0 0-7-16,0 0 31 16,-116 32-19-16,98-26-24 15,7-2-13-15,-1-1-1 16,2-3-6-16,5 1 4 16,2-1-7-16,0 0-16 15,3 0 7-15,0 1-8 0,0-1 0 16,0 3-11-16,0-3 10 15,0 2-8-15,0-1 0 16,0 5 0-16,0 3 9 16,0 1-9-16,0 2-2 15,0 0 10-15,0 2-14 16,0-2-16-16,6 0-3 16,6-2-27-16,-1-4-9 15,4-2-7-15,3-4-7 16,10 0 52-16,-5 0 32 15,0 0 6-15,4 0-5 16,-7 0 13-16,-5 0-5 16,-2 0 24-16,-5 4 15 0,-4 10 32 15,-1 4 20 1,-3 4 2-16,0 2-12 0,0 1-31 16,-10-2-17-16,-5-3-12 15,4-3-3-15,2-5-6 16,0-5-5-16,0-3-2 15,0-1-14-15,0-3-3 16,-2 0-80-16,1 0-106 16,5-10-77-16,-1 0-471 0</inkml:trace>
  <inkml:trace contextRef="#ctx0" brushRef="#br0" timeOffset="18049.47">15683 4732 1982 0,'0'0'373'0,"0"0"-303"16,0 0-70-16,0 0-18 15,0 0 18-15,0 0 6 16,0 0-5-16,128 0-1 0,-98 0-131 16,-6 0-192-1,-16 0-395-15</inkml:trace>
  <inkml:trace contextRef="#ctx0" brushRef="#br0" timeOffset="18223.5">15693 4889 768 0,'0'0'993'0,"0"0"-833"15,0 0-144-15,0 0 6 16,0 0 10-16,0 0-32 16,175-21-135-16,-116 13-347 15,-8 2-336-15</inkml:trace>
  <inkml:trace contextRef="#ctx0" brushRef="#br0" timeOffset="18823.91">16518 4648 1172 0,'0'0'738'0,"0"0"-545"16,0 0-113-16,0 0 51 16,0 0-21-16,0 0-18 15,0 0-19-15,62-75-17 16,-44 75 13-16,-3 0-20 16,-2 0-13-16,-5 19-6 15,2 9 19-15,-8 5 2 0,-2 6-17 16,0 3-14-1,-5 2-8-15,-17 1-12 0,-7-5-20 16,-2-2-31-16,-3-4-73 16,1-10-80-16,5-8-11 15,8-16 9-15,9 0 33 16,4-12 133-16,4-12 40 16,3-1 67-16,0 8 33 15,0 5-36-15,3 5 23 16,6 6 17-16,2 1-2 15,5 0-17-15,2 4-23 16,-1 10 4-16,7 1-29 16,1 2-16-16,1-2-21 15,0-3-28-15,13-1-187 16,-6-5-153-16,-6-2-545 0</inkml:trace>
  <inkml:trace contextRef="#ctx0" brushRef="#br0" timeOffset="19814.75">18476 4918 1348 0,'0'0'489'16,"0"0"-412"-16,0 0-30 0,0 0 15 15,0 0 11 1,0 0 14-16,0 0-1 0,72 21-27 15,-49-21-24-15,1 0-5 16,2 0-9-16,-4-12-12 16,-1-5-9-16,-7-1-24 15,1-3-71-15,-6 1 79 16,-6 0 16-16,-3 5 9 16,0 8 13-16,0 2 43 15,-10 5 70-15,2 0-17 16,-1 0-66-16,3 0-34 15,3 7-18-15,1 9-10 16,2-2-3-16,0 1-1 16,0 2-35-16,11 1-69 15,27 1-49-15,-2-2-89 16,-3-5-385-16</inkml:trace>
  <inkml:trace contextRef="#ctx0" brushRef="#br0" timeOffset="21241.96">20526 4543 1401 0,'0'0'388'16,"0"0"-264"-16,0 0-64 15,0 0 54-15,0 0-46 16,0 129-27-16,0-98 2 16,0-2 2-16,0 0-1 0,-3 1 15 15,-5-5-8-15,-10-3-16 16,2-1-9-16,-1-3-10 15,-4-6-6-15,0-4-4 16,3-7-6-16,-2-1 0 16,-1-1-6-16,3-22 0 15,0-6-9-15,6-10 12 16,3-3 3-16,7-2 11 16,2-4-10-16,0 2 7 15,5 4-8-15,13 8-5 0,0 7 4 16,0 10 1-1,-4 7 0-15,1 7 1 0,0 3 0 16,6 0-1-16,2 0 12 16,5 5-5-1,-2 3-5-15,4 0 4 0,-1-5-6 16,1-3 2-16,-3 0-2 16,6 0-6-16,-3-1-84 15,11-23-90-15,-9 2-158 16,-4 0-334-16</inkml:trace>
  <inkml:trace contextRef="#ctx0" brushRef="#br0" timeOffset="21698.76">21037 3916 1303 0,'0'0'343'0,"0"0"-261"16,0 0-46-16,0 0 39 15,0 0 33-15,0 0 0 0,0 0-10 16,74 32-32 0,-71-17-5-16,-3 0-5 0,0-1-4 15,0 1 4-15,0-2-1 16,-12 1-9-16,3-2-6 16,1 1-10-16,1-4-11 15,4 0-5-15,1-2-8 16,2-3-6-16,0 0-7 15,0-1 1-15,0 0-15 16,12 2 9-16,-1-1-7 16,10 2 7-16,4-2-16 15,4 2-109-15,15 6-104 16,-6-2-246-16,-7 2-348 0</inkml:trace>
  <inkml:trace contextRef="#ctx0" brushRef="#br0" timeOffset="22073.75">21227 4838 1706 0,'0'0'550'0,"0"0"-466"15,0 0-4-15,0 0 2 16,0 0-9-16,0 0-23 16,0 0-26-16,110 0-24 15,-86 0-1-15,-9 0-148 16,-4 0-340-16,-11 3-622 0</inkml:trace>
  <inkml:trace contextRef="#ctx0" brushRef="#br0" timeOffset="22242.3">21137 4998 1886 0,'0'0'393'16,"0"0"-287"-16,0 0 7 16,0 0-46-16,116-14-67 15,-68 7-33-15,-12 3-148 16,-10 2-418-16</inkml:trace>
  <inkml:trace contextRef="#ctx0" brushRef="#br0" timeOffset="26510.45">22088 4634 1595 0,'0'0'361'16,"0"0"-281"-16,0 0-36 15,0 0-10-15,0 0-6 0,0 0 42 16,0 0 45-16,69 48 2 16,-58-26-16-16,-4 0-10 15,-4 3-36-15,-3-2-4 16,0 0-15-16,0-4-16 15,0-1-6-15,0-4-14 16,0-3-5-16,0-7-63 16,0-3-28-16,0-1-20 15,0 0 9-15,0 0 39 16,0-16-6-16,0-5 27 16,8-9 15-16,10-6 32 15,0 3 2-15,0-1 5 0,9 6 5 16,-6 6 6-16,-3 6 8 15,-1 8 10-15,-5 4 7 16,-2 4 28-16,-2 0-6 16,-3 6 14-16,5 12 30 15,-2 3 1-15,-1 4-41 16,-4 0-29-16,3 2-16 16,-4-4-9-16,5 0-9 15,-4-6-6-15,-3-4-32 16,5-3-113-16,-2-7-184 15,3-3-248-15,-2 0-956 0</inkml:trace>
  <inkml:trace contextRef="#ctx0" brushRef="#br0" timeOffset="27043.54">22715 4751 1309 0,'0'0'689'0,"0"0"-561"15,0 0-87-15,0 0 33 16,0 112-18-16,0-80-28 16,0 0-19-16,0 0-8 15,0-2 5-15,0 0-5 16,3-2 0-16,0-4 0 15,-3-9-1-15,0-2 0 0,0-5 1 16,0-6 0-16,0-2 0 16,0 0 17-16,0 0 18 15,0-6 47-15,0-11-31 16,0-6-42-16,-3-6-8 16,0-13-2-16,3-9-1 15,0-8 0-15,0-5 0 16,10 0 0-16,7 6-5 15,5 8 6-15,-2 14-6 16,1 8 0-16,-3 12 0 16,-4 7 6-16,-5 8 10 15,-3 1 13-15,-3 0 6 16,3 4-6-16,-3 14 30 0,-3 6 20 16,3 2 17-16,-3 2-30 15,0-2-20-15,0 1-19 16,-3-4-9-16,-6 2-12 15,-2-4-21-15,-5-2-96 16,11-7-96-16,1-7-271 16,4-5-444-16</inkml:trace>
  <inkml:trace contextRef="#ctx0" brushRef="#br0" timeOffset="27328.78">23488 4398 1798 0,'0'0'526'15,"0"0"-441"-15,0 0 19 16,0 0 36-16,0 0-58 16,0 0-29-16,0 0-15 15,-117 91-20-15,109-60-3 16,0 5-5-16,1 4-8 15,1 4 7-15,1-2 13 16,1 0-9-16,1-5-5 16,3-1-7-16,0-10-1 15,0-7-1-15,3-5-79 16,24-11-101-16,-3-3-123 16,-1 0-278-16</inkml:trace>
  <inkml:trace contextRef="#ctx0" brushRef="#br0" timeOffset="27601.05">23643 4564 1728 0,'0'0'520'0,"0"0"-411"15,0 0 25-15,0 0 5 16,0 0-76-16,0 0-26 15,0 0-4-15,5-41-14 16,-5 41 7-16,3 9 16 0,-3 11-14 16,0 7 15-16,0 8-19 15,0 4-16-15,0-4-8 16,0-1-40-16,0-5-56 16,0-6-69-16,0-5-129 15,-3-12-281-15</inkml:trace>
  <inkml:trace contextRef="#ctx0" brushRef="#br0" timeOffset="27826.45">23900 4632 1820 0,'0'0'491'0,"0"0"-464"15,0 0-2-15,0 0 22 16,0 0 19-16,0 0-26 16,137 0-37-16,-107 0-3 15,12 0-156-15,-12 0-209 16,-9 0-723-16</inkml:trace>
  <inkml:trace contextRef="#ctx0" brushRef="#br0" timeOffset="28310.66">24273 4753 1588 0,'0'0'316'0,"0"0"-195"15,0 0 65-15,20 145-31 16,-11-98-60-16,-3-1-45 15,0-2-15-15,-1-8-16 16,-5-6-10-16,3-8-2 16,0-9-7-16,-3-4 1 15,4-9 7-15,-4 0 10 16,0 0 28-16,0-10 15 16,0-10-27-16,-7-9-33 15,2-4-1-15,-1-13 0 0,6-7-9 16,0-4-13-16,0-6 10 15,0 1-2-15,14 6 0 16,1 7 3-16,3 12 10 16,-6 13-8-16,4 10 3 15,-11 6 4-15,3 8 2 16,-1 0 3-16,-1 0 23 16,2 12 17-16,-1 6 18 15,-2 4 8-15,-2 3-13 16,-3 2-5-16,0-4-21 15,0 0-4-15,-8-3-13 16,-4-6 0-16,3-2-13 0,0-4-36 16,-2-4-81-16,-2-4-111 15,4 0-374-15</inkml:trace>
  <inkml:trace contextRef="#ctx0" brushRef="#br0" timeOffset="28568.98">24843 4255 1759 0,'0'0'380'0,"0"0"-210"16,0 0 110-16,0 0-41 0,0 0-67 15,35 121-45 1,-35-76-48-16,0 7-40 0,-9 3-16 15,-6-1-16-15,0 0-1 16,1-2-5-16,-1-6-1 16,5-6-36-16,-1-8-51 15,4-7-136-15,5-8-280 16,-1-9-334-16</inkml:trace>
  <inkml:trace contextRef="#ctx0" brushRef="#br0" timeOffset="29229.22">25434 4573 1702 0,'0'0'636'15,"0"0"-541"-15,0 0-58 16,0 0 17-16,0 0-32 16,0 0 24-16,0 0 57 15,80 0-30-15,-54 0-34 16,-2 3-26-16,1-1-13 16,-7-2-52-16,-2 0-133 15,2 0-194-15,-14 0-359 0</inkml:trace>
  <inkml:trace contextRef="#ctx0" brushRef="#br0" timeOffset="29394.77">25412 4726 1523 0,'0'0'502'0,"0"0"-463"16,0 0 35-16,0 0 68 15,0 0-3-15,0 0-40 16,120 10-56-16,-91-10-43 15,12 0-80-15,-5 0-161 16,-8 0-428-16</inkml:trace>
  <inkml:trace contextRef="#ctx0" brushRef="#br0" timeOffset="31210.95">26227 4382 1428 0,'0'0'482'16,"0"0"-308"-16,0 0-44 16,0 0 29-16,0 0-43 0,0 0-59 15,0 0-37-15,-6 13-6 16,6 1 1-16,0 0 14 16,0 4 7-16,-3 0-7 15,-1 5-1-15,2-2 0 16,-4 4-4-16,3-3-9 15,3 1-14-15,0 0 5 16,0-3-6-16,0-4-1 16,0 0-9-16,9-5-8 15,0-4-25-15,2-3 3 16,4-4 22-16,1 0-5 16,1 0 6-16,1-11 17 0,3-8 7 15,-3-4 11-15,-3 0-3 16,-7 1-3-16,-2 2 15 15,1 3 22-15,-7 8 32 16,0 0 1-16,0 6-7 16,0 0 1-16,0 3-22 15,0 0-36-15,0 0-18 16,0 0-1-16,0 3-10 16,0 9-2-16,0 8 13 15,0 6 0-15,-3 6 2 16,-4 6 7-16,4 0-8 15,1-1 0-15,-1 3 0 16,0-5-1-16,3-4-14 0,0-3-87 16,0-5-35-16,0-5-30 15,3-3-97-15,5-8-290 16,5-4-689-16</inkml:trace>
  <inkml:trace contextRef="#ctx0" brushRef="#br0" timeOffset="31398.45">26630 4806 1647 0,'0'0'662'15,"0"0"-557"-15,0 0-65 16,0 0 9-16,0 0-49 0,0 0-103 15,0 0-66-15,31 0-191 16,-23 0-691-16</inkml:trace>
  <inkml:trace contextRef="#ctx0" brushRef="#br0" timeOffset="34228.91">27062 4588 935 0,'0'0'555'16,"0"0"-347"-16,0 0 16 16,0 0-1-16,0 0-45 15,0 0-16-15,0 0-49 16,-3 4-22-16,0 2-18 16,-1 5-24-16,-1 0-7 15,2 5-7-15,0 4-13 16,-4 2-10-16,7 0 0 15,-3-2 0-15,3-2-11 16,0-3 0-16,0-4-1 16,0-5-8-16,13-4-17 15,2-2-24-15,6 0 43 0,-3-4 6 16,8-13 0-16,-8-8 1 16,2-5 0-16,-4-5 20 15,-8 4-8-15,-1 3-3 16,-7 4 7-16,0 3-2 15,-10 10 7-15,-8 3 1 16,-5 5-13-16,2 3-5 16,-2 0-5-16,5 17-57 15,0 3-30-15,5 2-34 16,8 0-89-16,2 0-3 16,3-1-53-16,3-2-18 15,15-3-223-15,-3-6-308 0</inkml:trace>
  <inkml:trace contextRef="#ctx0" brushRef="#br0" timeOffset="34437.85">27329 4744 1213 0,'0'0'657'0,"0"0"-450"16,0 0-36-16,0 0-26 15,0 0-54-15,0 0-45 16,0 0-25-16,3 0-10 16,-3 0-11-16,0 0-61 0,0 0-93 15,0 0-110 1,0 0-403-16</inkml:trace>
  <inkml:trace contextRef="#ctx0" brushRef="#br0" timeOffset="35013.33">27668 4502 1440 0,'0'0'671'0,"0"0"-510"15,0 0 51-15,0 0-16 16,0 0-83-16,0 0-56 15,0 0-11-15,-15-10-11 0,9 10-13 16,0 0-11-16,0 0-1 16,3 0-4-16,-6 0-5 15,3 0-1-15,1 0-1 16,-2 0-1-16,4 0-3 16,0 0 4-16,1 0 1 15,-1 4-6-15,0 2-2 16,-4-1-1-16,4 5-6 15,-2 5-1-15,2-1 2 16,-1-3-15-16,4 4-4 16,0-5-14-16,0-2 4 15,0-2-18-15,7-2-37 16,4-2 46-16,7 0 10 16,0-2 20-16,2 0 11 0,5 0 11 15,-4 0 1-15,0 0 5 16,-6 0 0-16,-4 2 25 15,-4 3 7-15,-5 4 6 16,-2 1 41-16,0 4 39 16,0 1-14-16,-2 2-24 15,-14-1-18-15,1 2-33 16,-3-4-22-16,3-2-2 16,4-1-4-16,-1-7-7 15,3-1-15-15,0-3-46 16,3 0-96-16,-1 0-135 15,5 0-285-15,-4-1-798 0</inkml:trace>
  <inkml:trace contextRef="#ctx0" brushRef="#br0" timeOffset="36158.28">28170 4684 385 0,'0'0'1232'16,"0"0"-928"-16,0 0-152 15,0 0 12-15,0 0-70 16,0 0-12-16,0 0 13 16,12 0-19-16,-6 0-33 15,2 8 20-15,4 9 53 16,1 0-22-16,-2 4-31 16,1-2-39-16,-4-1-9 15,-1 1-8-15,-1-8-7 16,-3-1 0-16,2-2-81 15,-5-6-61-15,4-2-105 16,2 0-93-16,-3-11-273 16,-1-8-585-16</inkml:trace>
  <inkml:trace contextRef="#ctx0" brushRef="#br0" timeOffset="36330.82">28170 4684 1617 0,'95'0'492'0,"-105"0"-380"15,-1 10 33-15,-1 5-44 16,1 0-20-16,-2 3-9 16,5 0-37-16,-4-2-22 15,-1 0-13-15,2-4-87 16,-4-5-129-16,3 0-158 16,3-7-471-16</inkml:trace>
  <inkml:trace contextRef="#ctx0" brushRef="#br0" timeOffset="36482.42">28137 4768 150 0,'0'0'1526'0,"0"0"-1193"16,0 0-193-16,0 0 9 15,0 0-65-15,0 0-10 16,0 0 13-16,80 0-44 16,-58 0-43-16,4-2-95 15,-3-3-215-15,-8 1-597 0</inkml:trace>
  <inkml:trace contextRef="#ctx0" brushRef="#br0" timeOffset="36929.74">28663 4600 208 0,'0'0'1625'15,"0"0"-1303"-15,0 0-232 16,0 0 95-16,0 0-78 16,0 0-23-16,0 0-33 15,18 114-20-15,-10-98-2 0,2-2-13 16,-2-4-7-1,7-4-8-15,-2-6 8 0,3 0-8 16,0 0-1-16,1-9 2 16,1-12 8-16,-3-5-3 15,1-5 4-15,-14 2 5 16,-2-1 41-16,0 0 16 16,0 3-28-16,-18 4-10 15,-2 5 8-15,2 5-16 16,-6 8-6-16,4 5-21 15,2 0-41-15,3 0-57 16,2 13-73-16,11 19-61 16,-1-3-128-16,3-1-376 0</inkml:trace>
  <inkml:trace contextRef="#ctx0" brushRef="#br0" timeOffset="37112.75">28993 4764 1045 0,'0'0'1078'0,"0"0"-868"16,0 0-105-16,0 0 4 16,0 0-75-16,0 0-34 15,0 0-37-15,0 0-173 16,0 0-325-16</inkml:trace>
  <inkml:trace contextRef="#ctx0" brushRef="#br0" timeOffset="37464.81">29195 4538 481 0,'0'0'1490'16,"0"0"-1235"-16,0 0-56 15,0 0 16-15,0 0-92 0,0 0-70 16,0 0-53-16,-45 19 0 16,51 0-15-16,8 3 9 15,8 2 6-15,2 0 0 16,2 2 1-16,2-2 0 15,-8 0 25-15,-2-4-8 16,-7-3-2-16,-4-6-5 16,-4-3-1-16,-3-4 2 15,0 0-12-15,-7-4-21 16,-7 0-98-16,-16-2-169 16,4-16-332-16,-2-2-710 0</inkml:trace>
  <inkml:trace contextRef="#ctx0" brushRef="#br0" timeOffset="37622.39">29247 4492 1652 0,'0'0'311'16,"0"0"-167"-16,0 0 14 16,0 0-68-16,0 0-38 15,0 0-52-15,147-20-56 16,-112 14-216-16,-8-3-492 0</inkml:trace>
  <inkml:trace contextRef="#ctx0" brushRef="#br0" timeOffset="44928.44">29804 4609 1662 0,'0'0'328'16,"0"0"-286"-16,0 0-30 15,0 0 17-15,0 0 14 0,0 0 11 16,80 13-9-16,-54-12-20 15,-2 2-14-15,-2-3-9 16,-6 0-2-16,-6 0-117 16,-7 0-62-16,-3 0-200 15,0 0-861-15</inkml:trace>
  <inkml:trace contextRef="#ctx0" brushRef="#br0" timeOffset="45100.98">29804 4609 1275 0,'-92'115'404'0,"97"-115"-280"0,13 0-13 15,8 2 36-15,8-2-57 16,4 0-46-16,3 0-40 16,16 0-4-16,-6 0-186 15,-15 0-381-15</inkml:trace>
  <inkml:trace contextRef="#ctx0" brushRef="#br0" timeOffset="45867.06">30615 4606 1182 0,'0'0'682'15,"0"0"-563"-15,0 0-46 0,0 0 96 16,0 0-50-16,0 0 8 16,56-117 1-16,-53 94-28 15,4 2-18-15,-7 5-15 16,2 6-12-16,-2 4 10 15,0 4-4-15,0 2-13 16,0 0-14-16,0 0-7 16,0 0-1-16,0 0-1 15,0 6-5-15,-12 12-20 16,0 8 0-16,-5 11-9 16,2 4-11-16,3 6 5 15,3-1-10-15,9-5-1 16,-4 0 8-16,4-7 17 0,0-4-4 15,0-7 5-15,0-8 0 16,0-3 0-16,0-6 10 16,0-2-9-16,-3-4 19 15,-8 0-1-15,-4 0 4 16,-6 0-14-16,4 0-3 16,-1 0-6-16,3 0 9 15,9 0-7-15,0 0 7 16,6 0-9-16,0 0-6 15,0 0-9-15,0 0-16 16,18 0 4-16,-1 0 18 16,10 0 9-16,2 0 10 0,5 0-1 15,1 0-2-15,-2 0-6 16,-1 0-1-16,-4 0-9 16,-5 0-28-16,-5 0-68 15,-6 0-95-15,-6 0-342 16,-6 3-631-16</inkml:trace>
  <inkml:trace contextRef="#ctx0" brushRef="#br0" timeOffset="49620.46">2897 6096 1778 0,'0'0'478'0,"0"0"-429"15,0 0-42-15,0 0 14 16,0 0-15-16,0 0-6 15,39 23 31-15,-16 4 42 16,2 5 14-16,-2 6-11 16,1 5-28-16,-1 1-11 15,-1 1-16-15,-1-1-9 16,-3-1 3-16,-4-6-15 16,1-6-8-16,-3-9-59 15,-1-8-58-15,-7-8-99 16,2-6-118-16,-6 0-323 0</inkml:trace>
  <inkml:trace contextRef="#ctx0" brushRef="#br0" timeOffset="49860.83">3141 6079 1624 0,'0'0'333'16,"0"0"-238"-16,0 0 18 16,0 0 14-16,0 0-21 15,-128 132-14-15,99-90-36 16,-1 2-32-16,1-3-15 0,8 2-9 16,-1-6-50-1,17-5-111-15,2-7-90 0,3-14-286 16</inkml:trace>
  <inkml:trace contextRef="#ctx0" brushRef="#br0" timeOffset="50485.67">3735 6427 1257 0,'0'0'277'16,"0"0"-134"-16,0 0 25 15,0 0 12-15,0 0-32 16,0 0-38-16,0 0-38 16,-36-33-39-16,36 21-27 0,0 0 7 15,0 1 0 1,3-4 5-16,9 1 0 15,4 2-10-15,1 0-7 0,1 3 6 16,0 3 6-16,0 3 3 16,-7 3-5-16,4 0 7 15,1 6 8-15,-1 11 4 16,1 4 13-16,2 3-14 16,0-3-14-16,-3-1-14 15,3-7 7-15,-3-2-8 16,3-7-1-16,0-4 0 15,3 0-16-15,-1-18 4 16,-2-8 13-16,0-8 1 0,-7-4 5 16,-1-1 2-1,-7 3-2-15,-3 5 4 0,0 4 6 16,0 7-5-16,-3 6-11 16,-4 6-45-16,2 8-43 15,-1 0-208-15,3 4-570 0</inkml:trace>
  <inkml:trace contextRef="#ctx0" brushRef="#br0" timeOffset="52486.35">4760 6123 1117 0,'0'0'589'0,"0"0"-379"16,0 0-32-16,0 0-37 15,0 0-77-15,0 0-33 16,0 0-4-16,0 119 10 16,0-77-12-16,0-2-7 15,0-1 5-15,0-8-3 16,0-3-4-16,0-8-4 16,0-5-6-16,0-9-5 15,0-2 5-15,0-4 2 16,0 0-8-16,0-6-3 15,0-13-21-15,0-9-27 0,0-5-2 16,0-1 41 0,0-3 2-16,0 7-26 15,6 6 14-15,-3 4 22 0,3 8 0 16,-3 4 0-16,-3 3 10 16,0 5 11-16,3 0-5 15,-3 0-16-15,6 0-16 16,-4 3 16-16,8 11 25 15,1 8 26-15,1 4 5 16,4 7-13-16,1 0-20 16,1-1-6-16,3-2-10 15,0-5-7-15,-3-7-1 16,5-6 1-16,-2-10-9 16,-3-2 9-16,0-2 2 15,-1-18 7-15,1-12 1 0,-2-7 13 16,-5-7 15-16,-5-2-2 15,-6-4 6-15,0 3-23 16,0 6 1-16,0 9-10 16,-6 7 2-16,0 14-3 15,3 7 3-15,3 6-12 16,0 0-32-16,0 0-87 16,0 10-97-16,18 22-4 15,3-5-76-15,0 2-371 0</inkml:trace>
  <inkml:trace contextRef="#ctx0" brushRef="#br0" timeOffset="52852.37">5529 5931 1822 0,'0'0'287'0,"0"0"-163"15,0 0 13-15,0 0-25 16,0 0-28-16,0 0-29 16,0 0-19-16,-53 62-6 15,53-30-6-15,0 7 0 16,0 7-5-16,0 4 9 15,0 6 1-15,9 0 14 0,2 0-13 16,2-3-8-16,5-7-11 16,-6-6-10-16,6-10 0 15,-7-6-1-15,4-9 0 16,3-6-126-16,3-9-90 16,-1 0-125-16,-7-11-503 0</inkml:trace>
  <inkml:trace contextRef="#ctx0" brushRef="#br0" timeOffset="54303.52">5915 6186 829 0,'0'0'676'15,"0"0"-458"-15,0 0-98 0,0 0 3 16,0 0-17 0,0 0-17-16,0 0-18 0,18-30 15 15,-6 22-9-15,-3 2 6 16,3 2-8-16,-2 0-20 16,1 2-15-16,-2 0-13 15,0 2 7-15,-4 0-18 16,2 0 14-16,1 0-16 15,-2 12 3-15,-2 6 25 16,-1 10 21-16,-3 4-24 16,0 7-15-16,0 0-16 15,-13 1-8-15,-4-1-15 16,-1-3-37-16,0-2-67 0,0-6-32 16,-3-6-32-1,3-8-2-15,4-8 21 0,2-6 112 16,9-2 51-16,0-16-20 15,3-4 21-15,0 0 91 16,0 5-3-16,0 6 4 16,0 4 15-16,0 3-35 15,6 4-2-15,0 0-33 16,6 0 4-16,0 0-3 16,6 0 4-16,6 4 9 15,-1 5-11-15,3-1-24 16,2-2 4-16,-2 1-11 15,2-2-9-15,-5-4-17 16,-2-1-98-16,5 0-148 0,-5-1-281 16,-6-10-1112-16</inkml:trace>
  <inkml:trace contextRef="#ctx0" brushRef="#br0" timeOffset="54500">6367 6392 1035 0,'0'0'1283'15,"0"0"-1003"-15,0 0-211 16,0 0-37-16,0 0-20 16,0 0-3-16,0 0-8 0,3 106-1 15,0-81-43-15,4 3-173 16,-5-6-286-16,-2-6-787 0</inkml:trace>
  <inkml:trace contextRef="#ctx0" brushRef="#br0" timeOffset="56020.46">6894 6327 1431 0,'0'0'373'15,"0"0"-237"-15,0 0-11 16,0 0-12-16,0 0-17 16,0 0 14-16,0-107 28 15,-5 93-61-15,3 4 4 16,-1 4-31-16,3 2-20 16,0 2-9-16,0 2-9 15,0 0-12-15,0 0-16 16,0 0-5-16,0 6 6 15,0 14 1-15,3 8 14 16,9 8 18-16,1 1-1 16,-5 2-11-16,1-7-5 15,0-1 0-15,-7-9 0 0,-2-4-1 16,0-4 0-16,0-6-2 16,0-4 2-16,0-2 0 15,-2-2-1-15,-13 0 2 16,-1 0 19-16,-2 0 5 15,2-6 4-15,1-1-4 16,5 4 6-16,7 1 4 16,1 0-11-16,2 2-3 15,0 0-21-15,0 0-39 16,15 0-9-16,8 0 38 16,8 0 9-16,7 6-11 15,3 6-13-15,4-5-32 16,-7 1-52-16,19-8-133 15,-13 0-94-15,-11 0-343 0</inkml:trace>
  <inkml:trace contextRef="#ctx0" brushRef="#br0" timeOffset="56280.75">7339 5972 385 0,'0'0'1408'0,"0"0"-1147"16,0 0-193-16,0 0 14 0,0 0 44 15,0 0 39 1,0 0-8-16,48 121-31 0,-40-72-26 16,-2 3-29-16,-4 4-35 15,-2-2-21-15,0 1-13 16,0-5-2-16,0-6-15 15,0-3-97-15,-5 4-136 16,-1-11-283-16,-3-10-484 0</inkml:trace>
  <inkml:trace contextRef="#ctx0" brushRef="#br0" timeOffset="70418.64">7745 6663 1654 0,'0'0'500'0,"0"0"-370"16,0 0 6-16,0 0-31 16,0 0-39-16,0 0-35 15,0 0-24-15,0 0-7 16,0-8 0-16,0-2 0 16,0 0 7-16,0 0-1 15,0 2 2-15,0 2 10 16,0 4 32-16,0 2 17 15,0 0 16-15,0 0-12 16,0 0-27-16,0 0-26 16,0 0-12-16,0 0-6 0,0 0-7 15,0 0-7-15,0 0-23 16,0 0-41-16,0 0 18 16,0 0 8-16,0 0 21 15,0-2 11-15,0-2 7 16,0 0 13-16,0-3 0 15,0 1-4-15,0 1-51 16,0-1-48-16,0 6-56 16,-2 0-179-16,-4 0-875 0</inkml:trace>
  <inkml:trace contextRef="#ctx0" brushRef="#br0" timeOffset="73876.92">8917 6472 1435 0,'0'0'397'0,"0"0"-206"0,0 0-103 16,0 0 12 0,0 0-19-16,0 0-30 0,2 0-20 15,-2 0-3-15,3 14-10 16,3 11 29-16,3 6 32 15,0 8-33-15,0 3-18 16,2-4-16-16,2 0-6 16,-1-6-4-16,6-6-1 15,-7-5 0-15,-1-7 0 16,1-6-1-16,-4-8-8 16,1 0 8-16,0-3 0 15,4-19 22-15,4-10-2 16,-1-12-3-16,-4-10 7 15,4-10-9-15,-5-2-4 16,-8-7-2-16,1 5 0 0,-3 3 3 16,0 4-11-16,0 13 12 15,0 12-4-15,-3 10-3 16,-3 7 6-16,3 11-12 16,0 6-21-16,3 2-89 15,0 0-146-15,10 14-340 16,10 11 242-16,-2 0-250 0</inkml:trace>
  <inkml:trace contextRef="#ctx0" brushRef="#br0" timeOffset="74420.98">9546 6599 1196 0,'0'0'307'0,"0"0"-122"15,0 0 3-15,0 0-21 16,0 0-39-16,0 0-13 15,0 0 11-15,-74-51-26 16,62 50-23-16,1 1 2 0,-2 0-27 16,1 0-29-1,-2 4-23-15,2 10-7 0,-4 2 6 16,8 2-10-16,1 2 4 16,5 0-2-16,2-2 7 15,0-3-8-15,0-8-39 16,6-2-3-16,5-5-20 15,7 0 19-15,6-5 19 16,-4-13 13-16,2-4-10 16,-5-2 16-16,-2 4 15 15,-8 4 6-15,-4 6 4 16,0 6 1-16,-3 4 24 16,0 0-7-16,0 0-28 15,0 16-20-15,0 6 20 0,2 6 1 16,7 0-1-16,0-1-44 15,6-2-29-15,-1-7-27 16,4-4-84-16,12-10-72 16,-12-2-81-16,0-2-445 0</inkml:trace>
  <inkml:trace contextRef="#ctx0" brushRef="#br0" timeOffset="75627.27">9766 6607 1360 0,'0'0'343'15,"0"0"-223"-15,0 0-40 16,0 0 16-16,0 0 7 16,0 0 11-16,0 0-43 15,20 36-19-15,-20-24-9 16,0 0-18-16,0 0-7 15,0 0-11-15,0-4-7 16,0 0-74-16,0-4-82 16,0-4-67-16,0 0 2 15,3 0-11-15,4-9-25 16,1-8 62-16,-1 1 195 16,1-2 13-16,-2 6 171 15,-2 2 7-15,-1 3 10 0,-1 4-67 16,-2 3-59-16,3 0-38 15,0 0-5-15,2 0 13 16,2 6 46-16,4 5 6 16,2 8-32-16,-1-1-31 15,-4 0-13-15,2-2-12 16,-2 0-8-16,1-4-1 16,0-4-59-16,6-4-84 15,3-4-31-15,3 0 13 16,5-19-32-16,5-6-1 15,0-5 11-15,0 4 183 16,-11 4 130-16,-2 6 39 16,-10 8 16-16,-3 8 29 15,-5 0 18-15,0 0-99 0,0 14-86 16,0 5 26-16,2 2-12 16,1 2-33-16,5-6-16 15,5-3-2-15,-1-4-10 16,2-6 0-16,8-2-18 15,-1-2-7-15,-1 0-14 16,4 0-17-16,2-6 6 16,-8 3 26-16,0-2 2 15,-6 3-25-15,-4 2 17 16,-1 0 1-16,-4 0 5 16,0 0 8-16,-3 0 16 15,0 0 26-15,0 0 53 16,0 0-4-16,0 0-25 0,0 0-22 15,0 0-13-15,0 0-14 16,0 0-1-16,0 0 1 16,0 2-1-16,0 0-14 15,3 1-11-15,-3-2-17 16,2-1-23-16,1 0 5 16,-3 0 30-16,4 0 5 15,-4 0 18-15,0 0 7 16,0-8 0-16,0-2 8 15,0-3 2-15,0-1-3 16,0-5-1-16,0 1-6 16,0 2 0-16,0 2 1 15,-4 4 27-15,-1 1 16 0,-4 8 4 16,0 0-4-16,0 1-4 16,0 0 5-16,6 0-19 15,0 0 5-15,3 0-31 16,0 0-18-16,0 0-9 15,0 2 18-15,15 9 9 16,-1-3 0-16,4 0 2 16,3-4-4-16,6-4-6 15,-1 0 2-15,8-6 5 16,-1-10-8-16,2 0 8 16,0 0 0-16,-2 1 0 15,0 6 0-15,-7 5 1 16,2 4-1-16,-8 0 1 15,-2 0 14-15,-4 12-1 0,-4 2 12 16,-2 3 12-16,-8-4-4 16,0 1 18-16,0 3 13 15,0-3 6-15,-5 3-5 16,-11-3-10-16,-1 0-25 16,-1-4-30-16,-3-6-19 15,-8-4-108-15,8-2-121 16,-3-12-548-16</inkml:trace>
  <inkml:trace contextRef="#ctx0" brushRef="#br0" timeOffset="76911.86">12377 6448 1386 0,'0'0'298'0,"0"0"-179"0,0 0 43 16,0 0 13-16,0 0-60 15,0 0-47-15,0 0-25 16,-68-23-19-16,62 27-15 16,6 14-9-16,-6 2 7 15,3 5-5-15,3 6 8 16,0-1-1-16,0-2 3 16,0 0-10-16,0-3-2 15,15-6 0-15,2-3-14 16,8-6-26-16,4-8-18 15,4-2-1-15,3 0-7 16,-1-18 5-16,-3-6-14 0,-4 0 15 16,-8 0 7-16,-2 6 37 15,-12 8 16-15,-3 6 39 16,-3 4 30-16,0 0 3 16,0 0-32-16,0 6-25 15,0 10-9-15,0 4 4 16,9 2 5-16,0 0-8 15,0 0-6-15,6-3 1 16,-1-2-2-16,4-7 0 16,0-4-7-16,0-6 5 15,0 0 1-15,0 0 0 16,-3-10-15-16,-4-8 9 16,-4-1-1-16,-5-4 2 0,-2 2 6 15,0 0 6-15,-5 3 6 16,-10 2 25-16,-6 2 3 15,0 3-2-15,-1 4 2 16,6 1-1-16,-2 0-18 16,8 2-10-16,5 2-3 15,2 2-8-15,3 0-6 16,0 0-18-16,0 0 0 16,8 5 16-16,7 3 7 15,3 3 0-15,3-3 1 16,0 0-2-16,2 0-5 15,2-1 7-15,-2-1 0 16,4-1 0-16,-4 3 8 16,-1 0 6-16,-8 0 4 15,1 2 1-15,-5 1 1 0,-5-2 1 16,-2-1-5-16,0-2-7 16,-1 0-9-16,1-3 0 15,-3-3-31-15,7 0-22 16,-1 0-24-16,9-17 15 15,3-3-8-15,2-4-46 16,7 0 40-16,0 4 51 16,-3 6 25-16,-7 8 39 15,-1 6 38-15,-5 0 31 16,-4 14 17-16,-2 9-11 0,-2 2-16 16,0 1-28-1,-1-2-28-15,-2-4-26 0,4-4-9 16,2-6-7-16,2-4-101 15,17-6-88-15,-4 0-104 16,2-12-243-16</inkml:trace>
  <inkml:trace contextRef="#ctx0" brushRef="#br0" timeOffset="77411.03">13470 6465 1783 0,'0'0'370'0,"0"0"-243"16,0 0 74-16,0 0-51 16,-112 7-62-16,105 0-61 0,7-1-27 15,0 3-42-15,15 6 20 16,6 4 8-16,3 0 13 16,0 3-6-16,0-2 1 15,-6-2 6-15,-10-3-1 16,4-3 1-16,-12-5 2 15,0 1-1-15,0 0 5 16,0 1-4-16,-12-2-2 16,-3 4-19-16,1-2-34 15,-1 0-25-15,5-4-67 16,7-3-46-16,3-2-89 16,0 0-110-16,21-7 170 15,7-14 49-15,8-3 12 0,-5-2-42 16,5 0 128-16,-6 5 73 15,-9 2 190-15,-3 5 135 16,-10 5-96-16,-1 8 1 16,-4 1 83-16,-3 0-69 15,0 0-100-15,0 1-57 16,0 12-35-16,0 3-9 16,0 2 2-16,0 0 2 15,0 3-14-15,0-4-15 16,0 1-16-16,3-3-2 15,2-4-57-15,23-7-135 16,-5-4-133-16,6 0-371 0</inkml:trace>
  <inkml:trace contextRef="#ctx0" brushRef="#br0" timeOffset="78262.27">14091 6513 1597 0,'0'0'514'0,"0"0"-433"16,0 0 55-16,0 0 15 15,0 0-72-15,0 0 4 16,0 0-22-16,-89-21-19 16,80 21 1-16,-6 0-17 15,3 11-19-15,-2 5-5 16,2 6-2-16,-1 2 1 0,5 0 1 15,3 2-2-15,5-2 0 16,0-6-2-16,0-2-7 16,0-4-7-16,17-6-27 15,4-6-23-15,11 0 11 16,4-13-2-16,2-18 13 16,8-9 2-16,-2-12 11 15,0-5 31-15,-5-5 6 16,-4 3-5-16,-7 2 10 15,-7 9 8-15,-10 14 30 16,-5 12 12-16,-6 12 25 16,0 8-12-16,0 2-21 15,0 2-24-15,-4 20-20 0,-4 10-9 16,-7 6 0 0,4 5 0-16,1 1-6 0,5-2-24 15,2-6-12-15,3-5-13 16,0-2 0-16,0-10-34 15,5-4-29-15,11-7 23 16,4-8 4-16,1 0-16 16,2-4 31-16,1-15 29 15,-3 0 22-15,-9 3 25 16,0 6 10-16,-9 5 20 16,-3 5 105-16,0 0 13 15,0 0-17-15,0 13-69 16,-10 5-37-16,2 1-5 0,-1 4-1 15,3-2-1 1,6 0-11-16,0-3 1 0,0-2-8 16,0-2-2-16,10-6-17 15,8-4-6-15,2-4-29 16,4 0-39-16,5-10 12 16,6-11 53-16,1-4-9 15,-3-1-25-15,-4 0 16 16,-1 6 35-16,-10 6 11 15,-10 6 12-15,-1 6 29 16,-4 2 41-16,-3 0 2 16,0 8-1-16,0 10-6 15,0 4-4-15,0 0-32 16,0 2-15-16,0-4-14 0,8-2-6 16,7-2-6-16,0-1-44 15,9-9-98-15,17-6-51 16,-2 0-103-16,-1-11-326 0</inkml:trace>
  <inkml:trace contextRef="#ctx0" brushRef="#br0" timeOffset="78778.89">15086 6571 1763 0,'0'0'478'0,"0"0"-338"15,0 0 49-15,0 0-66 16,0 0-23-16,0 0-16 15,-115-2-30-15,102 2-17 0,-1 10-19 16,2 3-13-16,4 2-5 16,-2 1-1-16,5 0-10 15,5-2 1-15,0-1-7 16,0-4-32-16,5 0-27 16,16-7-11-16,2-2-10 15,5 0 4-15,1-2 0 16,-5-15-12-16,-3 3 53 15,-10 2 39-15,-4 5 13 16,-4 4 46-16,-3 3 82 16,0 0-6-16,-3 16-51 15,-7 6-48-15,-5 2-11 16,7-1-4-16,5-5-7 16,3-5-1-16,0-7-8 15,0-6-14-15,11 0-30 0,14-4 14 16,1-17 6-16,13-5-1 15,-3-7 14-15,-1 3 2 16,1 4-1-16,-10 5 12 16,-8 10-2-16,-5 8 8 15,-8 3 34-15,-5 3 49 16,0 21 36-16,0 7 2 16,3 6-51-16,3 1-30 15,3-4-22-15,4-6-18 16,10-4-6-16,6-8-74 0,19-12-65 15,-6-4-185 1,-4 0-847-16</inkml:trace>
  <inkml:trace contextRef="#ctx0" brushRef="#br0" timeOffset="79390.27">16798 6509 1560 0,'0'0'583'15,"0"0"-468"-15,0 0-75 16,0 0-15-16,0 0-1 16,0 0-2-16,0 0-14 15,0 100-2-15,0-78 1 0,0-2-7 16,0-4-19-16,8-2-101 15,2-6-215-15,-5-6-417 16</inkml:trace>
  <inkml:trace contextRef="#ctx0" brushRef="#br0" timeOffset="79762.78">17014 6589 1639 0,'0'0'583'16,"0"0"-496"-16,0 0-26 16,0 0 13-16,0 0-7 0,0 0-40 15,0 0-17-15,0 90-3 16,0-78-7-16,0-4-60 16,10-5-77-16,4-3-71 15,4 0 7-15,2-17 51 16,8-5-12-16,-5 0 42 15,-2 3 120-15,-3 4 132 16,-9 7 34-16,-6 4 26 16,0 4 10-16,-3 0-38 15,3 2-60-15,-1 10 9 16,5 2-8-16,-1-2-43 16,2 2-34-16,2-6-19 15,1 1-9-15,1-8-61 0,3-1-75 16,14-6-96-16,-4-14-148 15,-1-4-398-15</inkml:trace>
  <inkml:trace contextRef="#ctx0" brushRef="#br0" timeOffset="79963.25">17674 6138 952 0,'0'0'1290'0,"0"0"-1025"16,0 0-174-16,0 0-28 15,0 0-11-15,-20 112 9 16,13-65-18-16,7 3-14 16,0-5-19-16,0-1-10 15,9-3-7-15,0-7-72 16,0-6-63-16,-3-2-128 0,-3-7-308 16,-3-11-755-16</inkml:trace>
  <inkml:trace contextRef="#ctx0" brushRef="#br0" timeOffset="80118.84">17472 6599 821 0,'0'0'1306'0,"0"0"-1067"16,0 0-184-16,0 0-55 16,0 0-20-16,0 0 20 0,0 0 0 15,149-2-78 1,-98 2-214-16,-7 0-403 0</inkml:trace>
  <inkml:trace contextRef="#ctx0" brushRef="#br0" timeOffset="80479.38">17991 6592 1315 0,'0'0'693'0,"0"0"-527"16,0 0-48-16,0 0 30 15,0 0-45-15,0 0-50 16,0 0-32-16,-26-19-11 16,23 11-1-16,1 4-7 15,-5 0 14-15,4 2 7 0,-3 2-1 16,4 0-7-16,-5 0 6 16,7 0 0-16,0 0-10 15,0 0-11-15,0 8-9 16,0 7 9-16,0-1 0 15,0 5 1-15,0-2 7 16,0-4-1-16,0-3 5 16,4-2-6-16,1-1-6 15,4-4-16-15,3-3-27 16,3 0-39-16,9 0-103 16,-1 0-145-16,-8-3-308 0</inkml:trace>
  <inkml:trace contextRef="#ctx0" brushRef="#br0" timeOffset="80810">18206 6573 1326 0,'0'0'546'15,"0"0"-412"-15,0 0-54 16,0 0 81-16,0 0 2 16,0 0-56-16,0 0-39 15,47 90-29-15,-37-78-24 16,-7-2-6-16,-1-6-8 0,1-2 6 16,-3-2-7-16,3 0-25 15,0-5-24-15,3-12 23 16,3-9-33-16,3-4 20 15,-1 1-1-15,2 4-20 16,-4 7 33-16,-1 6-15 16,-2 8-62-16,-6 4-84 15,0 4-123-15,0 9-187 0</inkml:trace>
  <inkml:trace contextRef="#ctx0" brushRef="#br0" timeOffset="81102.22">18577 6647 1423 0,'0'0'390'16,"0"0"-212"-16,0 0-20 15,0 0-10-15,0 0-64 16,0 0-14-16,0 0-9 15,74 81 0-15,-56-81 7 16,-5 0-20-16,0-12-20 16,3-11-5-16,-4-4-1 15,-1-4-8-15,-4 1-4 16,-4 4-10-16,-3 6-12 0,0 8-12 16,0 12-104-1,0 0-139-15,-3 1-376 0</inkml:trace>
  <inkml:trace contextRef="#ctx0" brushRef="#br0" timeOffset="81448.3">19058 6595 1815 0,'0'0'398'15,"0"0"-267"-15,0 0 53 0,0 0-50 16,-119-6-49-16,101 22-39 16,1 2-25-16,8 2-12 15,2 4-9-15,7-5 0 16,0 2-20-16,5-3-2 16,15-5-18-16,4-8-1 15,6-3-2-15,-4-2 6 16,3 0-6-16,-4-10 28 15,-7 0-9-15,-7 4 18 16,-2 4 6-16,-3 2-33 16,0 0-52-16,6 0 17 15,0 0-62-15,17 0-162 16,-1 0-236-16,-2-6-805 0</inkml:trace>
  <inkml:trace contextRef="#ctx0" brushRef="#br0" timeOffset="81663.73">19382 6178 1575 0,'0'0'541'0,"0"0"-409"16,0 0-61-16,0 0-23 16,0 0 25-16,-18 116 12 15,10-60-6-15,2 4-32 16,2 1-18-16,4-3-29 15,0-3-5-15,0-10-121 16,25-1-109-16,1-12-235 16,-3-12-376-16</inkml:trace>
  <inkml:trace contextRef="#ctx0" brushRef="#br0" timeOffset="81943.98">19582 6705 1521 0,'0'0'576'15,"0"0"-446"-15,0 0-68 16,0 0 31-16,0 0-2 16,0 0-17-16,0 0 12 15,59 12-17-15,-41-12-18 16,-3-1-8-16,-1-13-4 16,-2-3-3-16,-6-2-4 15,-6-4-6-15,0 2-1 16,0 2 4-16,-11 2-7 0,-7 12 8 15,-3 5 9-15,-4 0-39 16,5 8-47-16,2 12-57 16,7 2-35-16,1 2-35 15,10 2-96-15,10-8-204 16,8-6-243-16</inkml:trace>
  <inkml:trace contextRef="#ctx0" brushRef="#br0" timeOffset="82230.22">19962 6494 1662 0,'0'0'573'0,"0"0"-419"15,0 0 12-15,0 0-66 16,0 0-68-16,0 0-32 16,0 0 16-16,-48 103-9 15,78-75 5-15,-4 0-1 16,2-2 32-16,-12-3 23 15,-1-6-10-15,-8-1 13 16,-7-6 19-16,0 1 1 16,0-4-4-16,-9 2-23 15,-4-3-35-15,0 0-27 16,-3-2-15-16,1-4-69 16,-11 0-147-16,8 0-393 15,-3-9-1492-15</inkml:trace>
  <inkml:trace contextRef="#ctx0" brushRef="#br0" timeOffset="84047.38">21658 6575 1386 0,'0'0'307'0,"0"0"-197"0,0 0 71 15,0 0-65-15,0 0-47 16,0 0-10-16,0 0-17 15,-84 78-11-15,84-58-8 16,0 0-14-16,0-4-7 16,15-2-2-16,6-6-11 15,7-1-7-15,1-7-10 16,4 0-31-16,-2 0 9 16,0-4-22-16,-8-7 22 15,-5 5 33-15,-8 2 17 16,-8 4 5-16,1 0 13 15,-3 0 28-15,0 6 5 0,0 10 24 16,6 2-21-16,1 4-31 16,4-4-15-16,7-1-1 15,-1-5-7-15,4-6-5 16,0-6 5-16,-1 0 0 16,-4 0 7-16,-1-17 3 15,-7-2-8-15,2-6-2 16,-10 0-1-16,0-4 1 15,0 1 5-15,-18 4 3 16,-3 4-2-16,-2 7 47 16,2 7 36-16,-4 6-12 15,7 0-44-15,5 0-22 16,-3 9-11-16,7 5-1 16,6 2-6-16,3 2-1 15,0-2-16-15,3-2 2 0,22 0-2 16,3-6 5-16,8-5 0 15,3-3-8-15,-1 0 11 16,1 0 15-16,-6-3 1 16,-7 0 0-16,-8 3 0 15,-8 0 0-15,-2 0 0 16,-5 0 0-16,0 6 43 16,1 2 22-16,-1 2-10 15,2-2-25-15,-2-1-20 16,2-1-4-16,5-1 3 15,-2-1-3-15,2-2-5 16,-2-2 8-16,7 0-9 16,0 0-13-16,1 0-22 0,2-2-24 15,-1-5-4-15,0 1 38 16,-5 4 15-16,4 1 8 16,-8 1 2-16,-1 0 10 15,-2 0 49-15,1 0 7 16,1 1-19-16,1 5-11 15,4-1-17-15,-1-4-7 16,7-1-1-16,0 0-10 16,10 0 8-16,-8-6-2 15,4-1-7-15,-9 1-27 16,-1 3-13-16,-7 3 19 16,-5 0 2-16,1 0 19 0,0 6 7 15,-3 6 26-15,3-2 7 16,4 2-26-16,1-2-5 15,7-4-9-15,6 0-16 16,17-2-108-16,-2-2-142 16,3 1-415-16</inkml:trace>
  <inkml:trace contextRef="#ctx0" brushRef="#br0" timeOffset="88098.57">24058 6248 1751 0,'0'0'312'16,"0"0"-215"-16,0 0 27 15,0 0-22-15,0 0-31 16,0 0-38-16,0 0-14 16,-9-6-13-16,9 12-5 15,0 10 62-15,0 6 11 16,3 6-2-16,3 2-24 16,-6 4-8-16,6 2-7 15,-3 3-3-15,3 0-8 16,-3 3-9-16,3-3-4 15,-3 1-7-15,-3 0 4 0,3 0-5 16,0-5 0-16,-1-3-1 16,1-7-10-16,4-7-37 15,-4-5-33-15,2-10-73 16,-2-3-88-16,4-16-90 16,-4-14-157-16,-3-4-785 0</inkml:trace>
  <inkml:trace contextRef="#ctx0" brushRef="#br0" timeOffset="88280.09">23841 6547 1741 0,'0'0'392'16,"0"0"-349"-16,0 0-43 16,0 0 0-16,0 0 53 0,0 0 12 15,155-5-4-15,-104 5-24 16,-5 0-18-16,3 6-19 15,-5 1-59-15,12-1-79 16,-5-4-194-16,-12 0-486 0</inkml:trace>
  <inkml:trace contextRef="#ctx0" brushRef="#br0" timeOffset="88832.61">24628 6603 1038 0,'0'0'346'0,"0"0"-179"15,0 0 19-15,0 0-10 16,0 0-37-16,0 0-17 15,0 0 14-15,-77-42-50 16,62 42-10-16,-2 0-17 16,-1 0-28-16,0 4-7 15,3 9 2-15,0 0 3 16,0 7-11-16,7 0-10 0,-2 2-7 16,5 0 9-1,5 0-10-15,0-2-1 0,0-2-11 16,12-4-29-16,6-3-5 15,3-5-40-15,2-6 12 16,3 0 3-16,-1-10 10 16,-2-8-14-16,-5-4 24 15,-7 1 51-15,-4 4 21 16,-4 6 44-16,-3 5 16 16,0 4 36-16,0 2-22 15,0 0-52-15,0 0-43 16,0 0-6-16,0 4-25 15,0 11 31-15,5 2 25 0,-2 5 4 16,7 0-16 0,-5 2-3-16,1-3-9 0,4-3-1 15,5-3-84-15,11-9-99 16,-5-1-128-16,2-5-352 0</inkml:trace>
  <inkml:trace contextRef="#ctx0" brushRef="#br0" timeOffset="89416.07">24849 6653 78 0,'0'0'1571'16,"0"0"-1249"-16,0 0-202 16,0 0-23-16,0 0 17 15,0 0 24-15,0 0-39 0,2 76-29 16,-2-53-22-16,3-2-20 15,-3-1-12-15,0-2-10 16,0-6-5-16,0-1-1 16,0-7-58-16,3-4-72 15,4 0-31-15,1 0-14 16,10-16 81-16,0-4 45 16,3-3 39-16,-1 1 10 15,-2 4 31-15,-5 7 55 16,-5 2 23-16,-5 7 14 15,-3 2 3-15,0 0-12 16,0 0-29-16,0 0-25 0,0 0-18 16,0 8-3-1,0 2 0-15,0-2-22 0,0-2-8 16,0-2-9-16,0-4-48 16,9 0-49-16,-1 0-68 15,8 0 44-15,4-8 8 16,4-6-20-16,3-4-5 15,2 0 18-15,-8 4 120 16,-3 5 13-16,-6 4 102 16,-6 5 52-16,-4 0 21 15,-2 0-31-15,0 6-28 16,0 12 0-16,0 2-13 16,0 4-25-16,0-2-46 15,0 0-24-15,7-4-13 16,-4-2-8-16,5-4 0 0,2-3-70 15,1-3-93-15,7-6-62 16,18 0-114-16,-6-12-220 16,-1-3-1000-16</inkml:trace>
  <inkml:trace contextRef="#ctx0" brushRef="#br0" timeOffset="89834.95">25550 6756 1551 0,'0'0'485'15,"0"0"-356"-15,0 0 87 16,0 0-51-16,0 0-55 16,0 0-4-16,0 0-6 15,-74-83-16-15,58 79-15 0,4 2-20 16,-2 2-4 0,-4 0-23-16,0 8-14 0,3 6-8 15,0 4 0-15,0 4 0 16,7 1-8-16,2 0 7 15,6 2-10-15,0-6-4 16,0 0-49-16,14-7-9 16,7-8-23-16,6-4 27 15,-1 0 16-15,2-11 18 16,-5-7 12-16,-2-4 23 16,-6 4 0-16,-7 6 8 15,-5 5 22-15,-3 2 37 0,0 5 13 16,0 0-22-16,0 0-27 15,0 0-20-15,0 5-10 16,0 4 0-16,0 5 5 16,0 0-6-16,-3 2-68 15,1-1-68-15,-1-3-58 16,3-2-117-16,0-5-235 16,0-5-436-16</inkml:trace>
  <inkml:trace contextRef="#ctx0" brushRef="#br0" timeOffset="89918.73">25550 6756 1543 0</inkml:trace>
  <inkml:trace contextRef="#ctx0" brushRef="#br0" timeOffset="90232.9">25550 6756 1543 0,'57'-17'575'0,"-57"17"-463"0,2 0 15 0,-2 0-2 0,6 0-67 16,-3 13 41-16,2 2 33 15,5 6-56-15,-5-2-43 16,-2 2-22-16,7-3-3 15,-8-4-8-15,4-2 0 16,-2-4-88-16,4-6-67 16,5-2-77-16,1 0 17 15,6-16 5-15,2-8-131 16,4-2 58-16,-5-1 283 16,-3 5 240-16,-3 4-17 15,-7 8 23-15,-1 5-44 16,-1 5-36-16,-3 0-41 15,2 0-31-15,2 8 20 0,-1 7 6 16,6 3-18 0,-4 3-38-16,5-1-37 0,-5-4-17 15,1-5-4-15,0-2-6 16,0-2-27-16,-3-6-67 16,2-1-78-16,10-6-65 15,0-12-105-15,-3-5-335 0</inkml:trace>
  <inkml:trace contextRef="#ctx0" brushRef="#br0" timeOffset="90966.45">26167 6274 1575 0,'0'0'676'15,"0"0"-550"-15,0 0-21 16,0 0-2-16,0 0-72 15,0 0-10-15,0 0 30 16,-35 135 2-16,32-79-8 16,-3 0 4-16,-1-2-28 15,2-4-20-15,-1-6 5 16,4-6-6-16,2-7 0 16,0-12-49-16,0-4-41 15,0-14-75-15,8-1-25 16,10 0 33-16,3-16 16 0,5-3 0 15,-1 0 55 1,-5 3 84-16,-2 6 2 0,-10 6 82 16,2 4 22-16,-10 0 18 15,3 20 48-15,-3 5-4 16,3 4-57-16,2 1-35 16,2 0 11-16,7-1-52 15,4-9-25-15,2-6-8 16,8-8 0-16,1-6-20 15,-2 0-12-15,0-4 16 16,-10-8-13-16,1-1-18 16,-9 4 41-16,-2 2 6 15,-5 6 13-15,-2 1 20 16,0 0-11-16,0 0-8 16,0 0-2-16,0 10 4 0,6 1 9 15,1 2-10-15,1-3-4 16,4-2-10-16,-1-3 14 15,5-5-13-15,-4 0 10 16,-1 0 0-16,4-11-3 16,-5-8-9-16,-5-4-42 15,-2-5-12-15,-3-1-9 16,0 2 35-16,-12 0 18 16,-6 5 10-16,-3 8 27 15,3 4 55-15,7 8-15 16,1 2-11-16,8 0-44 15,-1 11-12-15,3 4-6 16,0 6-5-16,0 2 0 16,5 0 10-16,13-1-17 15,0-3-44-15,15-2-46 0,24-12-133 16,-10-2-126-16,4-3-510 16</inkml:trace>
  <inkml:trace contextRef="#ctx0" brushRef="#br0" timeOffset="91434.21">27288 6617 1092 0,'0'0'995'16,"0"0"-803"-16,0 0-13 15,3-136 29-15,-3 103-57 16,0 10-29-16,0 7-30 16,0 11-10-16,0 5-40 15,0 3-34-15,-10 21-8 16,2 13-1-16,-2 10 1 16,5 3 0-16,-1-2 0 15,0-2-1-15,2-8 0 16,4-6 0-16,0-5-1 15,0-8 1-15,-5-6 1 16,2-4 0-16,-7-4 8 16,2-1 7-16,-1-4 4 0,0 0 1 15,1 0 11-15,1 0 10 16,4 0-13-16,3 0-6 16,0 0-22-16,0 0-6 15,0 0-20-15,6 0-1 16,15 0 26-16,6 7 1 15,6 2 6-15,-1-2-5 16,4 0-1-16,-3-1-33 16,0-2-85-16,1 2-138 15,-3-4-316-15,-13 3-711 0</inkml:trace>
  <inkml:trace contextRef="#ctx0" brushRef="#br0" timeOffset="94751.87">2182 8269 1348 0,'0'0'386'0,"0"0"-231"15,0 0-3-15,0 0-26 0,0 0-58 16,0 0-37-16,0 0-7 16,0 23 38-16,3-2 9 15,-1 8 15-15,1 3-13 16,-3 6 8-16,0 6-7 15,0 4-20-15,0 2-15 16,0 0-12-16,0 0-6 16,0-5-12-16,-3-6-1 15,-2-6-6-15,5-7-1 16,-3-8 0-16,3-8-1 16,0-6-30-16,0-4-67 15,0 0-64-15,0-18-45 16,0-12-105-16,0-4-440 0</inkml:trace>
  <inkml:trace contextRef="#ctx0" brushRef="#br0" timeOffset="95167.75">2101 8205 1300 0,'0'0'292'0,"0"0"-221"15,0 0-13-15,0 0 97 16,0 0-20-16,0 0-23 0,0 0-37 16,125-24 9-16,-99 24-11 15,-4 0-7-15,-1 10 3 16,-7 8-1-16,-5 6 0 15,-9 5 22-15,0-2-4 16,0 3-6-16,0 1-18 16,-9-5-17-16,-5-2-21 15,2-4-4-15,-6-2-7 16,-3-5-1-16,3-1-6 16,-8-1 1-16,1-5-7 15,-4-2-9-15,2-4-15 16,0 0-22-16,1 0-59 15,8-4-49-15,3-10-68 0,12-12-41 16,3 4-300-16,0 0-154 16</inkml:trace>
  <inkml:trace contextRef="#ctx0" brushRef="#br0" timeOffset="95622.04">2897 8076 1687 0,'0'0'336'0,"0"0"-179"16,0 0-20-16,0 0-12 16,0 0 7-16,0 0-28 15,0 0-29-15,-116 109-14 16,105-72 3-16,-7 4 3 16,6 8-7-16,-3 2-19 15,7 6 0-15,1-1-3 16,4 0-2-16,3 0-17 0,0-1-2 15,10-4 2 1,8-2-2-16,2-5 2 0,4-7-1 16,2-6-1-16,-1-10-8 15,-5-2-8-15,-2-9 0 16,-7-3-1-16,-4-4-1 16,-4-3-21-16,-3 0-38 15,0 0-39-15,0 0-111 16,0-6-161-16,0-2-488 0</inkml:trace>
  <inkml:trace contextRef="#ctx0" brushRef="#br0" timeOffset="102770.53">4680 8301 1091 0,'0'0'773'15,"0"0"-538"-15,0 0-54 16,0 0 30-16,0 0-70 16,0 0-37-16,0 0-26 15,-24 12-41-15,3 4-28 16,0 5-9-16,-2-2 0 16,2 4 0-16,3-3 1 15,3-2 17-15,4-2 7 16,4-5-7-16,4 0-9 15,3-5-8-15,0 0-1 0,0-2-12 16,18 0 6-16,0 2 0 16,3-3 6-16,2-1 14 15,5-1-2-15,-5-1 6 16,-2 0-1-16,-3 0-16 16,0 0 6-16,-6 0-2 15,-3 1-5-15,-1 2-60 16,1 0-57-16,-6 6-90 15,3-1-109-15,-6-2-352 0</inkml:trace>
  <inkml:trace contextRef="#ctx0" brushRef="#br0" timeOffset="102972.99">4501 8763 1629 0,'0'0'570'0,"0"0"-497"16,0 0-48-16,0 0 36 16,0 0 112-16,0 0-63 15,0 0-71-15,108 4-18 16,-75-2-21-16,-4-2-126 16,16 2-158-16,-10 1-374 15,-5-2-589-15</inkml:trace>
  <inkml:trace contextRef="#ctx0" brushRef="#br0" timeOffset="103724.48">5194 8413 1358 0,'0'0'538'0,"0"0"-399"16,0 0 4-16,0 0 5 15,0 0-25-15,0 0-64 16,0 0-39-16,9 3-8 16,6 11 41-16,6 2 32 0,5 4 39 15,1 4-30 1,-1 2-12-16,5 2-23 0,-5 2-4 15,0-3-16-15,2 0-17 16,-8-5-16-16,-2-5 0 16,-3-3-5-16,-4-4-1 15,-1-2-12-15,-4-4-66 16,-4-4-84-16,-2 0-76 16,0 0-49-16,0-12-237 15,-2-4-1159-15</inkml:trace>
  <inkml:trace contextRef="#ctx0" brushRef="#br0" timeOffset="103971.82">5500 8396 1818 0,'0'0'520'15,"0"0"-337"-15,0 0-6 16,0 0-55-16,0 0-75 15,0 0-28-15,0 0-7 16,-89 108 1-16,65-74-11 16,-3 2 7-16,-2 0-9 15,-1-3 0-15,6-8-14 16,3-5-50-16,6-5-33 16,15-15-101-16,0 0-143 15,0 0-477-15</inkml:trace>
  <inkml:trace contextRef="#ctx0" brushRef="#br0" timeOffset="104436.59">6020 8340 872 0,'0'0'1128'0,"0"0"-890"16,0 0-138-16,0 0-3 15,0 0-19-15,0 0 24 16,0 0-40-16,-66 40-23 15,60-30-17-15,1 1-4 16,-1 0-16-16,2-1 4 16,1 0 23-16,3-2-2 15,0 1 3-15,0-1-18 16,0 3 0-16,13-1-4 16,5 2 8-16,2-2 6 15,4 2 11-15,-1-2-7 16,2-2 19-16,-2-1-17 15,-2-1-19-15,-3-2-2 0,-3-1-5 16,-4-2-2 0,-4 2-25-16,-1-1-85 0,-6 2-167 15,0 0-234-15,0 0-246 0</inkml:trace>
  <inkml:trace contextRef="#ctx0" brushRef="#br0" timeOffset="104621.09">5966 8725 910 0,'0'0'1269'0,"0"0"-983"15,0 0-163-15,0 0 2 0,0 0-62 16,0 0-2-16,0 0-13 16,65 16-21-16,-35-16-27 15,21 0-81-15,-9-6-180 16,-4-4-442-16</inkml:trace>
  <inkml:trace contextRef="#ctx0" brushRef="#br0" timeOffset="106389.4">7594 8191 1502 0,'0'0'646'0,"0"0"-513"16,0 0-89-16,0 0 129 16,0 0 19-16,0 0-55 15,53 138-19-15,-37-93-46 0,1 1-32 16,-8 2-19 0,0 2 0-16,-6 0-5 0,-3-1-7 15,0-3-9-15,0-5-6 16,0-2-91-16,-8 5-138 15,-5-12-142-15,-2-8-608 0</inkml:trace>
  <inkml:trace contextRef="#ctx0" brushRef="#br0" timeOffset="107380.26">2087 9807 153 0,'0'0'1502'0,"0"0"-1213"15,0 0-166-15,0 0-17 16,0 0-11-16,0 0 13 15,0 0 15-15,8 69-28 16,-5-39-13-16,-3 6-16 0,0 4-13 16,0 0-17-16,0 0-15 15,0-1-10-15,0-2-10 16,0-4 1-16,0-5-2 16,0-6-6-16,0-6-53 15,3-9-32-15,-3-4-72 16,9-3-90-16,0-16-286 15,-5-7-318-15</inkml:trace>
  <inkml:trace contextRef="#ctx0" brushRef="#br0" timeOffset="107711.38">2128 9731 1249 0,'0'0'342'0,"0"0"-228"16,0 0 3-16,0 0 12 15,0 0 30-15,0 0 8 16,0 0-10-16,124-16-34 16,-102 26-48-16,-8 2-5 15,-2 7-12-15,1 0 5 16,-8 3-2-16,-5 2 9 15,0 1-8-15,0-2-4 16,-2 0-22-16,-14-2-11 0,-1 0-12 16,-4-5-13-16,0-4-36 15,1-4-38-15,-1-6-80 16,3-4-42-16,3-17-156 16,5-4-528-16</inkml:trace>
  <inkml:trace contextRef="#ctx0" brushRef="#br0" timeOffset="108072.43">2838 9557 1558 0,'0'0'337'0,"0"0"-193"16,0 0 35-16,0 0-44 16,0 0 0-16,-51 111-43 15,48-74-19-15,3 1 12 16,0 8-3-16,0 1-34 15,3-1-26-15,12-2-4 16,-3-2-10-16,6-4-7 16,3-4-1-16,0-4-22 0,2-6-43 15,10 0-68-15,-4-8-83 16,-1-6-349-16</inkml:trace>
  <inkml:trace contextRef="#ctx0" brushRef="#br0" timeOffset="110390.74">4751 9824 1478 0,'0'0'334'0,"0"0"-198"15,0 0-42-15,0 0-31 16,0 0 3-16,0 0-14 16,0 0 1-16,-60 72-11 15,49-56-14-15,-1 0 34 16,4-2 31-16,1-5 18 15,4-1-27-15,3-4-34 16,0-1-31-16,0 1-7 16,0 0-9-16,10 0 13 15,6 0-2-15,6 0 5 16,2-2-13-16,-1 0-5 0,3-2 12 16,-1 0-12-16,-1 0-1 15,-4 0-22-15,-5 0-32 16,-4 0-97-16,-11 0-97 15,0 3-378-15,0 4-658 0</inkml:trace>
  <inkml:trace contextRef="#ctx0" brushRef="#br0" timeOffset="110573.25">4707 10144 1348 0,'0'0'724'15,"0"0"-584"-15,0 0-92 16,0 0 12-16,0 0 2 16,0 0-31-16,0 0-31 0,77 12-122 15,-51-12-190-15,-4 0-476 16</inkml:trace>
  <inkml:trace contextRef="#ctx0" brushRef="#br0" timeOffset="110968.2">5328 9824 1460 0,'0'0'663'0,"0"0"-517"16,0 0-69-16,0 0 61 15,0 0 17-15,0 0-6 16,0 0-27-16,101 62-45 15,-78-39-15-15,-2 6-30 16,2 1-16-16,-5-2-7 16,0 0-8-16,-3-3 5 15,0-4-6-15,-2-4 0 16,-5-4-84-16,-5-5-71 0,2-8-105 16,-5 0-206-16,4 0-232 15</inkml:trace>
  <inkml:trace contextRef="#ctx0" brushRef="#br0" timeOffset="111190.62">5591 9859 1877 0,'0'0'477'0,"0"0"-283"15,0 0 25-15,0 0-53 16,0 0-73-16,0 0-26 0,0 0-36 15,-129 85-19-15,104-57-12 16,-1 1-29-16,5 0-62 16,3-5-60-16,13-8-76 15,5-6-326-15,0-10-531 0</inkml:trace>
  <inkml:trace contextRef="#ctx0" brushRef="#br0" timeOffset="111607.01">6014 9679 1309 0,'0'0'731'15,"0"0"-546"-15,0 0-60 16,0 0 29-16,0 0-1 15,0 0-42-15,0 0-23 16,-51 46-35-16,42-34-18 16,0-4-13-16,1 3-1 15,1-2 2-15,5 0-1 16,-1-2-10-16,3 1-5 16,0 3-6-16,0-1 8 15,3-1-8-15,12 1 9 16,3 1-9-16,2-1 17 15,7-3 3-15,3 1-6 16,3 1-3-16,-7-5 14 0,3 0-8 16,-1 0-17-16,-11-4-1 15,1 0-33-15,-9 0-57 16,0 1-95-16,-9 4-158 16,-9 2-201-16,-12 0-966 0</inkml:trace>
  <inkml:trace contextRef="#ctx0" brushRef="#br0" timeOffset="111772.57">5853 10137 1637 0,'0'0'397'16,"0"0"-198"-16,0 0 7 15,0 0-65-15,0 0-47 16,0 0-51-16,0 0-43 15,128 0-61-15,-104 0-187 16,-4 0-472-16</inkml:trace>
  <inkml:trace contextRef="#ctx0" brushRef="#br0" timeOffset="119482.56">2951 8530 1313 0,'0'0'553'15,"0"0"-417"-15,0 0-32 16,0 0 6-16,0 0-32 15,0 0-25-15,0 0 5 0,15 0-8 16,-12 0 26-16,5 0-4 16,2 0-31-16,2 0-18 15,-1 0-14-15,4 0-1 16,6 2-8-16,2 3-82 16,5-4-98-16,8 1-101 15,-10-2-282-15,0 0-854 0</inkml:trace>
  <inkml:trace contextRef="#ctx0" brushRef="#br0" timeOffset="119926.87">3244 8587 1237 0,'0'0'239'16,"0"0"-137"-16,0 0-1 15,0 0-1-15,0 0 6 16,0 0-13-16,0 0-27 15,105 84-23-15,-79-83-12 16,2-1 35-16,1 0-26 16,1-12-9-16,-1-7-10 0,-8-8 1 15,1 0-7-15,-11-4-1 16,-8 1 0-16,-3 4 1 16,0 2-1-16,-14 4 25 15,-11 6-12-15,-7 4 31 16,2 6-23-16,-3 4-8 15,4 0-27-15,1 12-7 16,11 8-68-16,3 2-42 16,14 12-46-16,0-3-86 15,5-8-271-15</inkml:trace>
  <inkml:trace contextRef="#ctx0" brushRef="#br0" timeOffset="120180.19">3786 8657 1639 0,'0'0'519'16,"0"0"-418"-16,0 0 19 15,0 0-24-15,0 0-60 16,0 0-36-16,0 0-12 0,0 3-102 16,0 0-98-1,0-2-160-15,0-1-569 0</inkml:trace>
  <inkml:trace contextRef="#ctx0" brushRef="#br0" timeOffset="120677.37">4077 8410 1035 0,'0'0'827'16,"0"0"-647"-16,0 0-25 0,0 0-15 15,0 0-48 1,0 0-38-16,0 0 8 0,-15-3-7 15,9 3-16-15,1 0-5 16,-2 0-13-16,-2 0-9 16,4 3-11-16,-2 5 0 15,2 0-1-15,-1 0-1 16,2 2 0-16,4 2-8 16,0 0-2-16,0 0 5 15,0 2-14-15,0-2-8 16,0 0-8-16,7-4 14 15,1-2-35-15,4-1 4 16,-3-2 14-16,6 0 13 16,0-2 17-16,0-1 8 15,-4 5 1-15,2-3 0 0,-8 3 8 16,5 3 27 0,-10 2 17-16,0 0 60 0,0 5-1 15,0-1-15-15,-10 1-17 16,-1 1-22-16,-4-2-18 15,-3-1-20-15,3-6-13 16,0-3-6-16,-3-4-79 16,0 0-99-16,4-6-146 15,2-7-383-15</inkml:trace>
  <inkml:trace contextRef="#ctx0" brushRef="#br0" timeOffset="120910.75">3991 8434 1650 0,'0'0'290'0,"0"0"-211"15,0 0-9-15,0 0 17 16,0 0-12-16,0 0 2 15,0 0-43-15,116 0-34 16,-77-2-74-16,-10-4-208 16,1 0-519-16</inkml:trace>
  <inkml:trace contextRef="#ctx0" brushRef="#br0" timeOffset="122044.73">6673 8556 1425 0,'0'0'556'16,"0"0"-414"-16,0 0-34 16,0 0 12-16,0 0-30 15,0 0-29-15,0 0 10 16,-5 57 20-16,5-33-27 16,0 2-10-16,0-2-29 15,0-3-11-15,0-4-6 16,8-4-8-16,2-4-11 15,-2-7 6-15,7-2 4 16,0 0-11-16,0-11 12 0,6-14-1 16,-7-6-8-16,1-7 4 15,-5 0 5-15,-8 0 1 16,-2 4 23-16,0 4-18 16,-5 8 12-16,-13 8-17 15,0 8 20-15,-3 6 13 16,3 0-34-16,0 12-48 15,3 11-29-15,3 0-25 16,9 6-44-16,3 9-107 16,3-8-252-16,15-6-270 0</inkml:trace>
  <inkml:trace contextRef="#ctx0" brushRef="#br0" timeOffset="122268.64">6974 8751 1341 0,'0'0'682'16,"0"0"-469"-16,0 0-74 15,0 0-53-15,0 0-60 16,0 0-26-16,0 0-25 15,-6 10-80-15,6-10-143 16,0 0-381-16</inkml:trace>
  <inkml:trace contextRef="#ctx0" brushRef="#br0" timeOffset="122878.02">7347 8357 1452 0,'0'0'626'0,"0"0"-435"16,0 0-2-16,0 0-10 16,0 0-90-16,0 0-48 15,0 0-7-15,-41 29 20 0,27-19-17 16,1-2-24-16,1 0-11 15,4-2-1-15,-2-2 10 16,5 0-10-16,-1 0 5 16,-4-2-5-16,5 0-1 15,2 0 0-15,3-2-6 16,0 2-31-16,0-2 3 16,0 0 10-16,0 0-5 15,0 0 9-15,0 2 6 16,0 0 13-16,0 2 0 15,0 0 0-15,0 0-1 16,0-1 1-16,0 2-1 16,3-1 1-16,2 0-7 15,5 2 7-15,-2-2 1 0,5 2 0 16,-2-2 1-16,1 3 5 16,3-3 3-16,-4 5-1 15,2-1 3-15,-4 2 10 16,-3 2 9-16,-1-1-10 15,-2 4 16-15,-3-1 25 16,0 0 0-16,0 2 12 16,-8-2-19-16,-4 3-12 15,-4-4-21-15,0 0-7 16,-2-4-8-16,0-4 3 16,0-4-9-16,3-1-16 15,0 0-59-15,0-7-59 16,4-10-101-16,-2 5-128 0,8 4-420 15</inkml:trace>
  <inkml:trace contextRef="#ctx0" brushRef="#br0" timeOffset="123845.43">3216 9887 160 0,'0'0'1348'16,"0"0"-1103"-16,0 0-159 16,0 0-5-16,0 0 83 15,0 0-33-15,0 0-45 16,15 64 6-16,-10-47-29 15,8-1-6-15,-5 0-23 0,4-2 3 16,2 0-4-16,1-2-15 16,6-6-7-16,0-2-10 15,6-4 0-15,-1 0 14 16,2-10-5-16,-2-12 1 16,-3-2-10-16,-5-7 0 15,-5 2 11-15,-8 1 0 16,-5 4-2-16,0 1 11 15,-2 10 21-15,-16 3 31 16,-3 3-30-16,-2 7-29 16,-5 0-14-16,5 0-46 15,-1 11-11-15,6 8 2 16,9 4-47-16,9 1-106 16,0 8-97-16,27-8-191 15,-1-4-262-15</inkml:trace>
  <inkml:trace contextRef="#ctx0" brushRef="#br0" timeOffset="124039.9">3827 10032 1676 0,'0'0'294'0,"0"0"-210"0,0 0-42 15,0 0-42 1,0 0-14-16,0 0-98 0,0 0-273 16,-9 0-893-16</inkml:trace>
  <inkml:trace contextRef="#ctx0" brushRef="#br0" timeOffset="124628.87">4139 9769 1408 0,'0'0'566'16,"0"0"-377"-16,0 0-7 16,0 0-33-16,0 0-69 0,0 0 52 15,0 0-76-15,-59 0-15 16,53 0-12-16,3 0-20 15,1 0-8-15,2 2 0 16,0-2 1-16,0 0 4 16,-5 3-6-16,3-2 1 15,2 3-1-15,-3 2-1 16,-3 2-7-16,6 0 7 16,-2 3-14-16,2-4 9 15,0 2-3-15,0-1-3 16,0-1 0-16,0 1 2 15,0 3-15-15,0-4-31 16,0 4-5-16,2-5 23 0,7 0-3 16,0-2-18-1,0-1 35-15,6-3 9 0,0 0 14 16,0 0-2-16,-1 1 3 16,1 3 24-16,-3 1 14 15,-1 5 4-15,-4 1-17 16,-1 1 26-16,-6 0 40 15,0 2 21-15,0 2-11 16,0 0-6-16,-13-2-6 16,0 0-35-16,-3-4-22 15,1-2-14-15,0-3-8 16,0 1-8-16,4-3-2 16,-4-3-18-16,2 0-29 15,2 0-34-15,-1 0-74 0,-3-4-80 16,7-6-114-16,-2 2-647 0</inkml:trace>
  <inkml:trace contextRef="#ctx0" brushRef="#br0" timeOffset="125646.15">6902 9892 864 0,'0'0'728'0,"0"0"-539"16,0 0-79-16,0 0 16 15,0 0 27-15,0 0-29 16,54-123-63-16,-42 97-5 16,-4 4 26-16,1 6-7 15,-3 4-27-15,-6 8-6 16,0 4-12-16,0 0 13 15,0 0 16-15,0 0-2 16,0 10-36-16,0 9-4 16,0 5 14-16,0 5-4 15,0 1-18-15,0 1-2 0,-2-4-5 16,-2 0 8 0,4-4-9-16,0 0-1 0,0-5-1 15,0-6-43-15,0-2-127 16,0-2-108-16,6-4-79 15,3-2-396-15</inkml:trace>
  <inkml:trace contextRef="#ctx0" brushRef="#br0" timeOffset="125819.69">7184 9978 1938 0,'0'0'337'0,"0"0"-223"0,0 0-86 16,0 0-28-16,0 0-81 15,0 0-125-15,0 0-271 16,0 0-301-16</inkml:trace>
  <inkml:trace contextRef="#ctx0" brushRef="#br0" timeOffset="126429.07">7526 9726 120 0,'0'0'1796'0,"0"0"-1449"16,0 0-189-16,0 0-70 15,0 0 10-15,0 0-17 16,0 0-10-16,-66 7-5 16,58-5-35-16,2 0-19 15,-3-2-3-15,0 0-8 16,0 2 0-16,3 2-1 16,-4-2-8-16,5 2 1 15,-1-2 5-15,6 0-10 16,-2 1 11-16,2-3-7 15,-3 4 7-15,-1 1-8 0,1 8-1 16,-2 1-1-16,-1 4 11 16,-1 1-6-16,2-1-12 15,2 0 18-15,3-3-16 16,0-5 1-16,0-6-14 16,0-4-51-16,5 0-23 15,16 0 51-15,0-12 52 16,4-1 7-16,-5 1-4 15,-2 5-2-15,-4 3-1 16,-4 4 0-16,-5 0 1 16,1 1 27-16,-6 14 39 15,0 3 32-15,0 2-21 16,0 2-8-16,0-2-9 16,0 0 4-16,-9 0-2 15,-6-3-11-15,4-2-15 0,-4-3-22 16,0 0-7-16,2-4-8 15,2-3 0-15,2 0-66 16,3-5-58-16,6 0-89 16,0-10-144-16,0-6-605 0</inkml:trace>
  <inkml:trace contextRef="#ctx0" brushRef="#br0" timeOffset="126699.34">7791 9543 1018 0,'0'0'926'16,"0"0"-743"-16,0 0-87 16,0 0 120-16,0 0-24 15,0 0-28-15,52 104-36 16,-48-60-44-16,-1 2-27 15,0 6 6-15,-3-1-29 16,0-1-20-16,0-4-7 16,0-4 2-16,0-4-9 15,0-4-28-15,0-2-108 16,-3-8-163-16,-4-8-303 0</inkml:trace>
  <inkml:trace contextRef="#ctx0" brushRef="#br0" timeOffset="127599.46">2229 11372 1562 0,'0'0'316'0,"0"0"-238"16,0 0-21-16,0 0 121 16,0 0-12-16,0 0-21 15,0 0-44-15,15 122-34 0,-15-88-19 16,0-2-15-16,3 1-4 15,-1-2-2-15,-2 1-7 16,3-4-4-16,1-1-8 16,-4-5-7-16,3-8-1 15,3-4-45-15,-4-6-58 16,5-4-60-16,2 0-76 16,8-30 47-16,-4-3-149 15,-5-1-494-15</inkml:trace>
  <inkml:trace contextRef="#ctx0" brushRef="#br0" timeOffset="127906.14">2321 11264 1204 0,'0'0'277'0,"0"0"-79"16,0 0-3-16,0 0-15 15,0 0-9-15,128 33-24 16,-104-18-33-16,-4 1-1 16,-4-2-29-16,-8 0-16 15,1-2 8-15,-9-1 21 16,0 0-2-16,-2 0 8 16,-23 6-45-16,-1 1-38 15,-10 2-20-15,-3-2-8 16,1-2-28-16,5-5-46 0,1-2-50 15,11-7-62-15,12-2-133 16,3-6-314-16,6-7-1053 0</inkml:trace>
  <inkml:trace contextRef="#ctx0" brushRef="#br0" timeOffset="128280.14">3129 11093 1733 0,'0'0'324'0,"0"0"-206"15,0 0 33-15,0 0-15 16,0 0-6-16,0 0-14 16,-60 126-37-16,49-83-16 15,2 4-1-15,0 6-9 16,3 4-17-16,-3 4-3 16,7-1 4-16,2-4-28 15,0-2 2-15,0-8-10 16,0-5-2-16,8-9-32 15,7-10-52-15,18-8-106 16,-4-10-138-16,1-4-350 0</inkml:trace>
  <inkml:trace contextRef="#ctx0" brushRef="#br0" timeOffset="129130.87">3530 11478 1341 0,'0'0'511'16,"0"0"-444"-16,0 0 33 15,0 0 25-15,0 0-25 16,0 0-16-16,4-110-24 16,-4 99-17-16,3 7-6 15,-3 4 3-15,0 0 19 16,0 0 2-16,0 3-16 15,0 13-27-15,0 4 1 16,0 6 20-16,0 6-10 16,0 2-9-16,0 2 1 15,0 2-3-15,-7-2-1 16,1 1-8-16,3-6-8 0,3-3-1 16,0-7-8-16,0-6-81 15,0-4-119-15,9-11-93 16,6 0-252-16,-3 0-491 0</inkml:trace>
  <inkml:trace contextRef="#ctx0" brushRef="#br0" timeOffset="129333.34">3783 11703 1868 0,'0'0'353'16,"0"0"-234"-16,0 0-48 16,0 0-41-16,0 0-30 15,0 0-48-15,0 0-85 16,6 0-147-16,-3 0-194 16,-1-3-791-16</inkml:trace>
  <inkml:trace contextRef="#ctx0" brushRef="#br0" timeOffset="129930.75">4164 11379 1433 0,'0'0'367'0,"0"0"-209"16,0 0-4-16,0 0-30 16,0 0-28-16,0 0-48 15,0 0-2-15,-87 22 12 16,72-20-18-16,4 1-18 16,-5 0-21-16,4 2 9 15,1-3-9-15,1 1 0 16,5 0 0-16,2-3 0 15,0 1-1-15,3-1 1 16,0 0 1-16,0 0-2 0,0 5 0 16,0 1-7-16,-4 2 7 15,1 3 0-15,1 4 2 16,2-3-1-16,0-2 1 16,0-3-2-16,0-1 0 15,0-1-1-15,0-3-35 16,5-2-22-16,8 0 17 15,-5 0 29-15,10 0 12 16,0 0 6-16,-3 0-6 16,3 0 1-16,-3 0-1 15,-4 0 0-15,1 6 35 16,-2 8 25-16,-7 2-2 0,0 0 31 16,-3 5-4-16,0-3-4 15,0 1-7-15,-6 0-6 16,-6-4-28-16,-1-1-20 15,-5-4-5-15,5-4-15 16,-3-1-47-16,1-5-80 16,3 0-84-16,1-5-123 15,4-3-473-15</inkml:trace>
  <inkml:trace contextRef="#ctx0" brushRef="#br0" timeOffset="130521.68">4866 11426 1355 0,'0'0'614'16,"0"0"-498"-16,0 0 11 15,0 0-12-15,0 0-51 16,0 0 11-16,0 0-8 16,-82 46-15-16,67-29-16 15,-3-3 12-15,0 5 19 16,4-2 10-16,-1-5-11 16,0 1-26-16,6-3-10 15,3-4-1-15,0 1-11 16,6-5-18-16,0 2-29 15,3-1 21-15,12 1 4 16,3 0 4-16,3 0 0 16,-4-2 14-16,4 2-1 0,-3-2 14 15,0 0 3-15,0 0-6 16,-3 0-9-16,-1-2-8 16,-2 0-7-16,3 0 1 15,-4 0-1-15,-4 0 0 16,-1 0-52-16,-3 0-61 15,-3 0-118-15,0 0-121 16,0 2-376-16</inkml:trace>
  <inkml:trace contextRef="#ctx0" brushRef="#br0" timeOffset="130714.16">4629 11897 1564 0,'0'0'281'0,"0"0"-36"16,0 0-37-16,0 0-60 16,0 0-62-16,0 0-41 15,119-8-38-15,-92 6-7 16,18-2-185-16,-7-1-284 16,-2-1-643-16</inkml:trace>
  <inkml:trace contextRef="#ctx0" brushRef="#br0" timeOffset="131377.4">5485 11500 1356 0,'0'0'360'0,"0"0"-116"16,0 0-30-16,0 0-29 15,0 0-23-15,0 0-57 16,0 0-45-16,11 28 46 15,4-5 10-15,3 6-32 16,3 1-11-16,0 0-32 16,-1-2-17-16,2-3-14 15,-5-4 14-15,-2-2-7 16,0-8-7-16,-2-2-2 16,-8-5-7-16,-2-3-1 15,-3-1-54-15,3 0-64 0,-1-11-83 16,3-10-94-1,-5-1-390-15</inkml:trace>
  <inkml:trace contextRef="#ctx0" brushRef="#br0" timeOffset="131598.81">5714 11482 1502 0,'0'0'689'0,"0"0"-540"15,0 0 58-15,0 0-38 16,0 0-81-16,0 0-23 16,0 0-19-16,-131 122-28 0,108-89-18 15,2-2-35 1,3-1-69-16,6-3-78 0,3-5-127 16,9-7-279-16,0-6-928 0</inkml:trace>
  <inkml:trace contextRef="#ctx0" brushRef="#br0" timeOffset="132037.14">6177 11387 1570 0,'0'0'512'0,"0"0"-399"15,0 0-8-15,0 0 35 16,0 0-16-16,0 0 0 16,0 0-39-16,-54 50-25 15,49-43-29-15,2-4-3 16,3 1 1-16,0 3-8 15,0-3 9-15,0 2-11 16,0 0-1-16,3 2-7 16,15 3 8-16,-3-3-1 15,5 5 0-15,-2-3 27 0,6 0-14 16,-3-1 1-16,-1-2-4 16,1 1-19-16,-3-4 3 15,-3-2-12-15,0 0 6 16,-7-2-6-16,5 0-71 15,-8 0-50-15,-2 0-102 16,-3 0-130-16,0 2-213 16,-8 2-759-16</inkml:trace>
  <inkml:trace contextRef="#ctx0" brushRef="#br0" timeOffset="132231.62">6159 11714 1759 0,'0'0'550'16,"0"0"-393"-16,0 0 14 0,0 0-20 16,0 0-5-16,0 0-38 15,0 0-33-15,51 4-41 16,-30-4-34-16,-1 0-82 16,1 0-166-16,-6 0-404 0</inkml:trace>
  <inkml:trace contextRef="#ctx0" brushRef="#br0" timeOffset="133182.1">7033 11456 400 0,'0'0'1149'0,"0"0"-878"15,0 0-112-15,0 0 19 16,0 0-44-16,0 0-9 16,0 0-5-16,5-30-14 15,2 23-18-15,-4 4-32 16,2 1-8-16,-2 2-9 15,4 0 15-15,-4 0-15 16,5 0 4-16,2 2-11 16,-5 10-4-16,-2 4-3 0,3 2 20 15,-6 4-16-15,0 6-5 16,-3 0-6-16,-18 4-2 16,-5 2-16-16,-10-1-25 15,0-1-23-15,0-7-35 16,8-7-75-16,0-7-11 15,10-11 34-15,7 0 41 16,4-7 26-16,7-8 56 16,0 1 12-16,0 1 50 15,10 5 38-15,1 2 6 16,1 4-12-16,1 2-15 16,0 0 2-16,3 0-8 0,-1 2-19 15,0 7 9-15,0 1-28 16,2-1-3-16,-2 1-20 15,-3 1-2-15,6-1-48 16,-3 2-143-16,6 3-128 16,0-1-283-16,-6-1-572 0</inkml:trace>
  <inkml:trace contextRef="#ctx0" brushRef="#br0" timeOffset="133335.69">7339 11733 1635 0,'0'0'635'0,"0"0"-509"0,0 0-36 15,0 0-38-15,0 0-52 16,0 0-131-16,0 0-147 16,5 0-372-16</inkml:trace>
  <inkml:trace contextRef="#ctx0" brushRef="#br0" timeOffset="133965">7788 11378 1403 0,'0'0'568'15,"0"0"-459"-15,0 0-5 16,0 0 11-16,0 0-38 16,0 0-36-16,0 0-18 15,-72 8 2-15,54-4-12 16,0 0 1-16,-5-1 3 16,2 1 1-16,3 3 6 15,3-3-2-15,3 0-10 16,4-1 12-16,5 0-8 15,-1-3-16-15,4 1 5 16,0-1-5-16,0 0-21 16,0 3 9-16,-3 1-3 0,3 3 14 15,0 2 1 1,-6 3 0-16,4-4 6 0,2 2-5 16,0-4-1-16,0 1-1 15,0-2 0-15,0-2-12 16,0 1 1-16,15-2-24 15,-4-2-8-15,7 0 32 16,3 0-6-16,-4 0 17 16,4 0 1-16,-6 0 12 15,0 0 13-15,1 5 26 16,-5 3-10-16,-5 2 14 16,-3 1 30-16,-3-1 21 15,0 5 12-15,0-1-19 0,0 0-21 16,-12 0-27-1,-3 0-20-15,-6-1-4 0,0-5-16 16,1-1-11-16,2-3-2 16,0-1-52-16,10-3-16 15,-2 0-81-15,10 0-118 16,0-13-260-16,0-3-408 0</inkml:trace>
  <inkml:trace contextRef="#ctx0" brushRef="#br0" timeOffset="134229.29">8112 11091 1609 0,'0'0'312'0,"0"0"-177"15,0 0 49-15,21 114 19 16,-16-68 1-16,-2 6-39 16,-3 4-41-16,0-1-50 15,5-5-43-15,2-2-29 16,-1-9-2-16,-1-1-59 16,-2-7-32-16,-3 2-66 15,0-10-152-15,0-5-585 0</inkml:trace>
  <inkml:trace contextRef="#ctx0" brushRef="#br0" timeOffset="135215.67">2351 12721 451 0,'0'0'1305'16,"0"0"-1049"-16,0 0-122 16,0 0 7-16,0 0 24 15,0 0-58-15,0 0-31 16,0 0-18-16,0 14-16 16,3 7 25-16,0 8 3 15,2 5-24-15,-2 6-8 16,4 3-19-16,-4 1-8 15,2 0-10-15,5-1 5 16,-2-6-6-16,2-5-5 16,-2-7-25-16,0-8-43 15,2-5-37-15,-2-6-53 16,8-6-98-16,-7-6-106 0,-3-10-239 16</inkml:trace>
  <inkml:trace contextRef="#ctx0" brushRef="#br0" timeOffset="135505.4">2517 12641 1350 0,'0'0'192'0,"0"0"10"16,0 0-9-16,0 0-76 15,0 0-2-15,0 0-5 0,125-22 21 16,-110 44-34 0,-6 3-12-16,-4 4-24 0,-5 3 7 15,0 0-4-15,-11-2-25 16,-10-4-21-16,-3-4-16 16,0-3-2-16,1-10-21 15,-1-1-57-15,0-8-71 16,6 0-51-16,7-4-175 15,5-7-582-15</inkml:trace>
  <inkml:trace contextRef="#ctx0" brushRef="#br0" timeOffset="135849.49">3231 12512 1568 0,'0'0'524'0,"0"0"-400"16,0 0-4-16,0 0 7 16,0 0 16-16,0 0-45 15,-54 113-33-15,36-72 23 16,6 4-18-16,-2 3-27 15,4 1-1-15,7 1-12 16,1-2-12-16,2-2 1 0,0-2-4 16,5-6-6-1,10-4-9-15,3-5-6 0,3-4-30 16,0-7-74-16,20-5-83 16,-11-6-161-16,-1-3-573 0</inkml:trace>
  <inkml:trace contextRef="#ctx0" brushRef="#br0" timeOffset="136832.87">3652 12722 1515 0,'0'0'251'0,"0"0"-159"15,0 0 91-15,0 0-20 16,0 0-58-16,0 0-35 16,0 0-15-16,11-41 23 15,-1 39 1-15,1 0-34 16,-1 2-3-16,8 0 19 0,-3 4-12 16,-1 12 15-16,1 6-28 15,-6 4 4-15,-3 0 1 16,-6 5-11-16,0-1-18 15,-6-1 6-15,-12 1-18 16,-9 1-2-16,-2-6-49 16,-1-4-53-16,3-9-38 15,7-10-10-15,5-2 27 16,5-4 69-16,7-12 56 16,3 0 40-16,0 2 0 15,0 5 30-15,3 5-15 16,4 4-3-16,1 0-3 15,2 0 3-15,5 0 6 0,1 11 10 16,7 0-27-16,0 1-21 16,0 3-13-16,1-3-7 15,1-1-43-15,4 1-165 16,-6-3-116-16,-2-3-408 0</inkml:trace>
  <inkml:trace contextRef="#ctx0" brushRef="#br0" timeOffset="136991.44">3997 12986 1640 0,'0'0'633'16,"0"0"-540"0,0 0-42-16,0 0-51 0,0 0-2 15,0 0-152-15,0 0-237 16,3 0-314-16</inkml:trace>
  <inkml:trace contextRef="#ctx0" brushRef="#br0" timeOffset="137617.29">4336 12671 1358 0,'0'0'645'16,"0"0"-498"-16,0 0 0 0,0 0 16 16,0 0-33-16,0 0-39 15,0 0-42-15,-46 45-24 16,35-36 3-16,-4-3 11 16,3 0-4-16,-6 0 12 15,0 0-15-15,0-2-16 16,4 1 2-16,2-4-7 15,4 1-10-15,1-2-1 16,4 0 0-16,3 0 0 16,0 0-24-16,0 0-10 15,0 0 4-15,0 0 9 16,0 0 11-16,0 3-2 16,0-2-8-16,0 0-7 0,0 6-5 15,0 1 24-15,0 2 8 16,0-2-6-16,0 1 5 15,3-6 0-15,4 1-1 16,1 0-8-16,4-4-10 16,2 0-17-16,4 0 24 15,0 0 5-15,0 0 8 16,0 0 8-16,-6 0-1 16,-1 0 12-16,2 6 8 15,-5 2 31-15,1 6 4 16,-3 0-6-16,-3 4 28 15,1-1-12-15,-4-1-36 0,0 0 0 16,0 0 6-16,0-2-5 16,-13-2 7-16,-2 0-34 15,-5-3 8-15,2 0-18 16,0-6-14-16,3-3-14 16,4 0-64-16,-2 0-51 15,8-1-126-15,2-10-286 16,3 6-419-16</inkml:trace>
  <inkml:trace contextRef="#ctx0" brushRef="#br0" timeOffset="138125.43">5030 12761 1827 0,'0'0'377'15,"0"0"-193"-15,0 0-33 16,0 0-35-16,0 0-25 16,0 0-37-16,0 0-9 0,-97 71-23 15,84-57-2-15,-2-4-19 16,7-2 15-16,5-4 17 16,0-3 3-16,3 2-19 15,0-3-10-15,0 1-7 16,3 2-4-16,12 0 4 15,6 4 7-15,2-2 10 16,3 0-5-16,2 1 7 16,-2-2 12-16,2-1 5 15,-5 2 9-15,-2-1-31 16,-3-3-7-16,-10 2 2 16,-1-2-9-16,-4 2-28 15,-1-3-85-15,-2 0-97 0,0 0-109 16,-2 0-187-1,-13 0-673-15</inkml:trace>
  <inkml:trace contextRef="#ctx0" brushRef="#br0" timeOffset="138316.91">4855 13076 1324 0,'0'0'520'15,"0"0"-425"-15,0 0-3 16,0 0 56-16,0 0-30 15,0 0-14-15,0 0-14 16,78 28-42-16,-49-22-23 0,4-2-25 16,-3 0-83-16,20 0-104 15,-12 1-184-15,-2-4-672 0</inkml:trace>
  <inkml:trace contextRef="#ctx0" brushRef="#br0" timeOffset="138673.47">5591 12839 1549 0,'0'0'694'0,"0"0"-555"15,0 0 23-15,0 0 34 16,0 0-38-16,0 0-41 16,0 0-35-16,134 70-47 15,-109-45-28-15,1-1 1 16,-3 0-2-16,-5-3 4 15,0 0-5-15,0-5-5 16,-8-4-59-16,-2-2-96 16,2-10-132-16,-8 0-212 15,4 0-278-15</inkml:trace>
  <inkml:trace contextRef="#ctx0" brushRef="#br0" timeOffset="138883.91">5863 12809 1209 0,'0'0'721'0,"0"0"-502"16,0 0 34-16,0 0-39 15,0 0-59-15,0 0-46 16,0 0-38-16,-116 117-20 16,91-81-22-16,2-2-29 15,5 0-34-15,0-6-92 0,10 0-98 16,1-10-281-16,7-8-536 15</inkml:trace>
  <inkml:trace contextRef="#ctx0" brushRef="#br0" timeOffset="139319.76">6424 12699 1577 0,'0'0'559'0,"0"0"-461"16,0 0 29-16,0 0 59 15,0 0-51-15,0 0-10 16,0 0-40-16,-108 65-16 15,94-51-16-15,2-3-9 16,0 2-6-16,9-6-11 16,0-1-8-16,3 0-7 15,0-2-12-15,0 3-9 16,15-2 9-16,3 4 1 16,6-5 6-16,-1 2-5 15,5-4 7-15,-8-1 6 16,1 1-6-16,-3-2-9 15,-7 3 6-15,1-2-5 0,1-1 7 16,-2 3-8-16,-2-3 0 16,0 0-64-16,0 0-113 15,-9 0-141-15,0 1-397 16,0 2-994-16</inkml:trace>
  <inkml:trace contextRef="#ctx0" brushRef="#br0" timeOffset="139517.23">6251 13116 1190 0,'0'0'1008'0,"0"0"-758"0,0 0-42 16,0 0 7 0,0 0-62-16,0 0-62 15,0 0-43-15,131-6-20 0,-107 2-28 16,-6 0-40-16,8 2-150 15,-8 2-342-15,-9 0-878 0</inkml:trace>
  <inkml:trace contextRef="#ctx0" brushRef="#br0" timeOffset="140513.57">7118 12785 1609 0,'0'0'377'16,"0"0"-273"-16,0 0-65 0,0 0 29 16,0 0-10-16,0 0 37 15,0 0 8-15,66-21-18 16,-53 21 3-16,-5 0-14 15,-2 14 25-15,0 5-26 16,-6 3-7-16,0 5-17 16,0-5-19-16,0 0-13 15,-9-6-16-15,1-4 0 16,1-4-1-16,4-6-30 16,0-2-18-16,3 0-19 15,0 0 3-15,0 0 12 16,6 0 7-16,6 0 39 15,3 0 6-15,3 2 9 16,-4 4 4-16,-2-1 29 16,-6 1 27-16,-2 0-22 0,-1 0 15 15,-3 3 11-15,0-1-1 16,-7 0-17-16,-11 2-38 16,-6-2 2-16,4-2-19 15,-4-2 0-15,4-4-48 16,-1 0-49-16,9 0-91 15,3 0-188-15,5 0-214 0</inkml:trace>
  <inkml:trace contextRef="#ctx0" brushRef="#br0" timeOffset="140709.04">7478 13139 2051 0,'0'0'341'16,"0"0"-250"-16,0 0-75 15,0 0-16-15,0 0-134 16,0 0-137-16,0 0-79 16,-6 0-1092-16</inkml:trace>
  <inkml:trace contextRef="#ctx0" brushRef="#br0" timeOffset="141268.57">7992 12683 1393 0,'0'0'661'0,"0"0"-555"16,0 0-61-16,0 0 11 16,0 0-6-16,0 0-26 15,-113 46-11-15,95-40-2 16,4-2 2-16,2 0 24 16,4-2 21-16,-2 2-9 15,2 0 7-15,-2-1-21 16,7 2-19-16,-2-1-9 0,2 4-7 15,-1 2 0-15,1 0-2 16,3 0-5-16,0 2 4 16,0-2-4-16,0 1 5 15,0-1-8-15,0-3-2 16,3-1-9-16,4 0-6 16,4-6-14-16,4 0-11 15,3 0 32-15,8 0 2 16,-1-1 11-16,-2-7 7 15,1 4 7-15,-6 4 0 16,-3 0-1-16,-4 0 57 16,-7 13 17-16,-4 5 30 15,0 2 36-15,0 3-8 0,-7-2-17 16,-7 0-63-16,-1-3-38 16,0-2-8-16,0-4-5 15,0-2-7-15,4-4-41 16,1-3-69-16,7-3-100 15,0-7-175-15,3-9-525 0</inkml:trace>
  <inkml:trace contextRef="#ctx0" brushRef="#br0" timeOffset="141519.9">8295 12559 1620 0,'0'0'498'0,"0"0"-380"16,0 0 59-16,0 0 39 15,0 0-30-15,51 122-47 16,-48-72-33-16,0 4-19 16,-3 0-48-16,0-3-30 15,0-4-3-15,0-6-6 16,0-5-34-16,0-9-77 15,-13-4-133-15,5-9-323 16,-10-6-1213-16</inkml:trace>
  <inkml:trace contextRef="#ctx0" brushRef="#br0" timeOffset="142405.54">2458 14199 1536 0,'0'0'561'0,"0"0"-447"15,0 0-48-15,0 0 18 16,0 0 63-16,0 0-8 16,0 0-42-16,-3 134-8 15,3-90-31-15,3 5-5 16,-1 1-10-16,-2-4-17 16,0 2-2-16,0-4-15 0,0-4 4 15,0-4-13 1,3-14-8-16,-3-4-66 0,0-9-70 15,0-8-68-15,0-1-89 16,0-10-222-16,0-12-620 0</inkml:trace>
  <inkml:trace contextRef="#ctx0" brushRef="#br0" timeOffset="142697.28">2488 14177 1612 0,'0'0'326'16,"0"0"-259"-16,0 0 74 15,0 0 19-15,0 0-57 0,116-18 39 16,-87 18-28-16,-2 7-33 16,-6 10 2-16,-3-1-26 15,-10 1 0-15,-1 6 39 16,-7-4-11-16,0 4-21 15,-10 1-20-15,-10 0-22 16,-4 2-13-16,-3-8-9 16,-5-1-37-16,2-5-40 15,6-9-54-15,3-3-80 16,4-2-169-16,7-11-424 0</inkml:trace>
  <inkml:trace contextRef="#ctx0" brushRef="#br0" timeOffset="143018.43">3305 13971 1644 0,'0'0'545'15,"0"0"-450"-15,0 0 56 16,0 0 39-16,-66 101-32 16,58-59-40-16,-2 3-28 0,7 7-11 15,-2 3-33-15,5 2-13 16,0 2-13-16,0-4-10 16,0-2-4-16,0-4-6 15,0-9 0-15,0-3-91 16,11 3-133-16,1-10-265 15,-4-8-364-15</inkml:trace>
  <inkml:trace contextRef="#ctx0" brushRef="#br0" timeOffset="143802.84">3776 14253 978 0,'0'0'631'16,"0"0"-452"-16,0 0-84 0,0 0 14 15,0 0 2-15,0 0 4 16,0 0-7-16,21-10-25 16,-11 10-4-16,-5 0-20 15,1 0 5-15,-6 9-3 16,0 4 18-16,0 7 6 16,0 4-25-16,0-1-24 15,-9 0-26-15,1-9 5 16,4-6-15-16,1-3-10 15,3-5-71-15,0 0-34 16,0 0 45-16,15 0 48 16,1 0 21-16,2 4 1 15,-3 1 1-15,-4 1 29 0,-2 2 13 16,-3 1 20 0,-3 0 15-16,-3 4-1 0,0-3-11 15,0 3-12-15,-6 0-21 16,-6-5-17-16,-3 1-16 15,-3-5-24-15,0-4-106 16,1 0-37-16,-1 0-153 16,9 0-187-16,0 0-264 0</inkml:trace>
  <inkml:trace contextRef="#ctx0" brushRef="#br0" timeOffset="143975.37">4069 14664 1958 0,'0'0'380'0,"0"0"-280"16,0 0-87-16,0 0-13 16,0 0-159-16,0 0-138 15,0 0-195-15</inkml:trace>
  <inkml:trace contextRef="#ctx0" brushRef="#br0" timeOffset="144569.29">4454 14247 1558 0,'0'0'481'0,"0"0"-369"16,0 0 57-16,0 0-26 15,0 0-62-15,0 0-29 16,0 0 0-16,-68 28-6 16,65-28-7-16,0 0-5 15,3 4 11-15,-6-4-24 16,2 2-5-16,2 0-8 15,-4 2-7-15,1-2-1 0,2 2 0 16,-1 0-1 0,1-2 0-16,0 2-4 0,3 4-1 15,0 0 5-15,-3 5-8 16,3-2 9-16,-2 1 6 16,2-2-6-16,0 2 0 15,0-6-10-15,0 1-16 16,0-1 11-16,11-5-1 15,1 1 6-15,6 1 4 16,3-3 5-16,2 1 2 16,-2-1-1-16,-1 2 0 15,-2 2 9-15,-2 1 4 16,-7-1 20-16,-1 1 3 0,-8 4 15 16,3 2 24-1,-3 1 28-15,0 5-15 0,-3-3-22 16,-9-1-28-16,-5 4-17 15,-5-5-11-15,2-1-10 16,-1-4-20-16,3-6-25 16,0-1-60-16,10-6-121 15,8-11-300-15,0-4-360 0</inkml:trace>
  <inkml:trace contextRef="#ctx0" brushRef="#br0" timeOffset="145114.84">5256 14214 307 0,'0'0'1655'0,"0"0"-1266"16,0 0-179-16,0 0 1 15,0 0-35-15,0 0-94 16,0 0-22-16,-38 19 3 16,23-3-35-16,-3 1-7 15,0 4-6-15,0 0-9 16,0-2-5-16,7-3 8 16,4 0-1-16,4-6-8 15,3 0-15-15,0-2-1 16,13 1-5-16,13-6 21 15,2 1 1-15,0-2-1 16,3-2 9-16,-5 0-3 0,-5 0 0 16,-3 0-6-16,-1 0 1 15,-4 0 11-15,-2 0-12 16,-1 0 9-16,-2 0-9 16,-1 0-26-16,-2 0-73 15,-5 0-142-15,0 9-233 16,0-5-179-16</inkml:trace>
  <inkml:trace contextRef="#ctx0" brushRef="#br0" timeOffset="145303.34">5108 14633 1450 0,'0'0'727'0,"0"0"-572"15,0 0-70-15,0 0 126 16,0 0 8-16,0 0-59 0,0 0-61 15,97 0-48-15,-73 0-34 16,3 0-17-16,2 0-103 16,-4 0-251-16,-7 0-761 0</inkml:trace>
  <inkml:trace contextRef="#ctx0" brushRef="#br0" timeOffset="145963.57">5907 14377 1687 0,'0'0'521'16,"0"0"-425"-16,0 0-65 0,0 0-4 16,0 0 65-16,0 0 48 15,0 0-5-15,54 14 29 16,-31 9-44-16,3 0-32 15,5 6-41-15,-5-2-32 16,4-2 1-16,-6-4-8 16,-1-4-7-16,-5-3-1 15,-6-5-33-15,-3-5-79 16,-5-4-111-16,-4 0-137 16,0-9-221-16,0-9-1137 0</inkml:trace>
  <inkml:trace contextRef="#ctx0" brushRef="#br0" timeOffset="146186.49">6159 14343 1622 0,'0'0'552'0,"0"0"-381"16,0 0 40-16,0 0-25 16,0 0-66-16,0 0-26 15,0 0-42-15,-80 44-26 16,59-17-16-16,1 2-10 15,-1 4 0-15,3-3 0 16,3-2-74-16,3-6-75 16,6-4-69-16,3-8-142 15,3-5-489-15</inkml:trace>
  <inkml:trace contextRef="#ctx0" brushRef="#br0" timeOffset="147302.01">6765 14201 1506 0,'0'0'512'0,"0"0"-426"16,0 0-30-16,0 0 98 16,0 0-1-16,0 0-27 15,0 0-44-15,-35 86-10 16,26-65-7-16,0-4-23 16,-6 4 10-16,4-6-5 15,1 1-5-15,-1-7 3 16,4 1-29-16,4-7-1 15,3 0-14-15,0-3-1 16,0 0 0-16,0 0 0 16,3 0-18-16,9 0 18 0,4 1 9 15,1 4 10-15,1-4 1 16,6 4 8-16,-1-1-1 16,1 1-6-16,-4-1-6 15,2 5 3-15,-8-5-17 16,1 2 1-16,-2 1 2 15,-8-2-4-15,-2-1-49 16,0 0-71-16,-3 2-91 16,0 2-75-16,-9 1-90 15,-8-2-377-15</inkml:trace>
  <inkml:trace contextRef="#ctx0" brushRef="#br0" timeOffset="147487.53">6606 14644 947 0,'0'0'798'0,"0"0"-671"16,0 0 72-16,0 0 79 16,0 0-35-16,0 0-37 15,124 0-61-15,-91 0-58 16,0 0-50-16,-4 2-30 16,1 4-7-16,-1-2-77 15,7-4-125-15,0 0-268 16,-10 0-568-16</inkml:trace>
  <inkml:trace contextRef="#ctx0" brushRef="#br0" timeOffset="149537.57">7517 14181 1568 0,'0'0'557'15,"0"0"-476"-15,0 0-43 16,0 0 64-16,0 0 26 15,0 0-51-15,0 0-16 16,-12 52-3-16,10-36-16 16,-2 0-6-16,-2 0-1 15,3 0 0-15,-2-2-17 16,-2 0-17-16,1 0 16 16,1-1-16-16,2-4-1 15,-1-2 7-15,4-6-7 16,0 3-8-16,0-4-22 15,0 0-4-15,0 0 3 0,7 0 11 16,7 0 20-16,-2 0 0 16,3 0 2-16,-2 0 7 15,0 0-3-15,-3 0-5 16,-2 0-1-16,5-5-11 16,-5-2-14-16,2 1-5 15,-5-3 6-15,1 0 23 16,1-3 1-16,-5 2 0 15,1-2 1-15,-3 6 63 16,3 2 6-16,-3 2 6 16,0 2 15-16,0 0-29 15,0 0-12-15,0 0-14 16,0 0-13-16,0 12-11 0,0 8 1 16,0 6 2-1,0 7 9-15,0-1-23 0,0 0 1 16,0-2 8-16,0-10-10 15,0 0-25-15,0-2-89 16,0-5-125-16,0 0-116 16,0-3-289-16</inkml:trace>
  <inkml:trace contextRef="#ctx0" brushRef="#br0" timeOffset="149717.1">7809 14584 1340 0,'0'0'935'0,"0"0"-720"0,0 0-154 15,0 0-46-15,0 0-15 16,0 0-46-16,0 0-181 16,0 0-309-16,0 0-608 0</inkml:trace>
  <inkml:trace contextRef="#ctx0" brushRef="#br0" timeOffset="150354.37">8192 14245 1525 0,'0'0'513'15,"0"0"-416"-15,0 0 27 16,0 0 115-16,0 0-22 16,0 0-60-16,0 0-69 15,-21 7-42-15,9-1 6 16,-6-3-16-16,3 2-13 16,1 4-10-16,-4-5 7 15,3 0-8-15,0 2-6 16,2-2-5-16,2 2 0 15,2 0 0-15,3 0 0 16,1-2-1-16,2 0-1 0,3 0-1 16,-4 0-5-1,4 2 5-15,0 0-5 0,0 4 6 16,0 2-1-16,0 4-4 16,0-6 5-16,0 0-11 15,0-2-4-15,0-4-20 16,0 1-19-16,0-5-20 15,9 0 33-15,2 0 21 16,7 0 14-16,3 0-1 16,4 0 8-16,-5 0 1 15,1 0 6-15,0 0-6 16,-3 0 18-16,-3 12 24 16,-4 5 13-16,-2 4 6 0,-6 1 9 15,-3 0-11 1,0 0-6-16,0 0-15 0,0-4-14 15,-5-2-3-15,-8-2-5 16,1-4 2-16,-2-6-18 16,-1-4 1-16,0 0-2 15,0 0-38-15,4-4-15 16,1-10-55-16,10-2-93 16,0-4-136-16,0 3-230 15,10 8-367-15</inkml:trace>
  <inkml:trace contextRef="#ctx0" brushRef="#br0" timeOffset="150687.5">8655 14022 1698 0,'0'0'584'15,"0"0"-522"-15,0 0-37 16,0 0 112-16,0 0 25 16,0 0-29-16,65 115-12 15,-53-69-34-15,-7 4-26 0,0 2-12 16,-5 4-17-16,0 0-19 15,-5 0 7-15,-8-1-20 16,-5-7 2-16,0-4-2 16,5-8-50-16,5-10-101 15,1-9-170-15,7-13-376 0</inkml:trace>
  <inkml:trace contextRef="#ctx0" brushRef="#br0" timeOffset="159591.81">8308 8428 1618 0,'0'0'326'16,"0"0"-160"-16,0 0-47 0,0 0-12 16,0 0-36-1,0 0-12-15,35-22 45 16,-14 12 20-16,-3 2-26 0,-4 2-39 15,-5 4-29-15,0 2-8 16,0 0-9-16,0 0-4 16,8 0-9-16,1 0-40 15,0 0-20-15,3 0-37 16,-3 0-73-16,3 0-101 16,-9 0-38-16,-4 0-230 0</inkml:trace>
  <inkml:trace contextRef="#ctx0" brushRef="#br0" timeOffset="159808.75">8357 8604 1307 0,'0'0'375'0,"0"0"-210"16,0 0 5-16,0 0-15 15,0 0-65-15,0 0-53 16,0 0-17-16,128-42-20 16,-92 29-3-16,18-6-127 15,-10 5-255-15,-5 2-1020 0</inkml:trace>
  <inkml:trace contextRef="#ctx0" brushRef="#br0" timeOffset="160541.29">9603 8350 1283 0,'0'0'368'0,"0"0"-140"16,0 0-56-16,0 0 7 15,0 0-3-15,0 0-36 16,0 0-54-16,-7-3-52 16,7 10-22-16,0 11-1 15,0 10 41-15,0 6 3 0,0 4-4 16,0 6-15-16,0 0-14 16,0 2-10-16,0-2-6 15,0-3 0-15,0-6-6 16,0-6-21-16,0-8-30 15,4-4-41-15,-1-9-62 16,0-8-70-16,-3 0-123 16,0-8-269-16</inkml:trace>
  <inkml:trace contextRef="#ctx0" brushRef="#br0" timeOffset="160941.24">9472 8279 1172 0,'0'0'300'0,"0"0"-112"16,0 0-101-16,0 0 7 15,0 0 27-15,0 0-24 16,0 0-21-16,74-48-14 15,-53 42 15-15,0 6-12 16,2 0 6-16,1 0 5 16,-6 6-16-16,-1 8-16 0,-1 4-8 15,-7 2-3 1,-9 3 17-16,0 4 31 0,0 3-2 16,-25 7-22-16,-1-1-26 15,-1 0-20-15,-5-4-4 16,4-4-6-16,5-6-1 15,2-6-37-15,3-6-54 16,6-3-27-16,4-7 6 16,5-3-129-16,3-13-250 15,0-2-502-15</inkml:trace>
  <inkml:trace contextRef="#ctx0" brushRef="#br0" timeOffset="161436.43">10277 8131 1620 0,'0'0'372'0,"0"0"-162"15,0 0-12-15,0 0-45 0,0 0-64 16,0 0-48-16,0 0 8 15,-83 131 27-15,83-81-12 16,0 7-19-16,0 6-12 16,6 2 6-16,2 0 0 15,2-3 1-15,5-1-1 16,-4-9-14-16,4-7-8 16,0-6-8-16,0-11-3 15,-1-8 0-15,1-4-5 16,-2-8 0-16,-5-2-1 15,-1-2 0-15,-5-4 0 16,1 0-22-16,0 0-35 16,0 0-31-16,-3 0-57 0,0 0-85 15,0 0-253-15,0-2-527 16</inkml:trace>
  <inkml:trace contextRef="#ctx0" brushRef="#br0" timeOffset="177737.03">10660 8532 1362 0,'0'0'516'16,"0"0"-381"-16,0 0-31 0,0 0 46 0,0 0 41 15,0 0-49-15,0 0-37 16,0 0-11-16,3 0-10 15,4 0-12-15,-2 0-23 16,10 0-4-16,3 0-11 16,3 0-5-16,5 0-14 15,0 0-8-15,4 0-6 16,-3 0 4-16,0 0-5 16,-1 0-55-16,-8-2-83 15,-3 2-69-15,-12 0-161 16,-3 2-379-16</inkml:trace>
  <inkml:trace contextRef="#ctx0" brushRef="#br0" timeOffset="178581.79">11341 8396 1283 0,'0'0'372'0,"0"0"-210"0,0 0-45 15,0 0 21-15,0 0-16 16,0 0-46-16,0 0 4 16,31-49 20-16,-18 42-4 15,-4 0-13-15,2 3 11 16,-1 3-12-16,-2 1-16 15,2 0 4-15,-2 0-34 16,2 0-27-16,-5 18 25 16,1 5 15-16,-3 8-19 15,-3 5-7-15,0 4-10 16,-11 2-1-16,-10-2-4 16,-7 1-8-16,-5-5 0 0,4-4-32 15,-1-6-23-15,7-8-54 16,5-8-3-16,10-10 19 15,5 0-19-15,3-14-25 16,0-12 62-16,0-1 73 16,0 4 2-16,3 6 45 15,2 9 16-15,-5 3 31 16,3 5-4-16,-3 0-48 16,7 0-31-16,-2 17 12 15,6 2 48-15,2 4-1 16,-4 2-32-16,5-2-13 15,-2 0-1-15,1-1-7 16,1-4-3-16,-5-2-6 0,0-2-5 16,0-4-1-16,-3-2-40 15,6-3-84-15,2-5-153 16,1 0-219-16,0 0-373 0</inkml:trace>
  <inkml:trace contextRef="#ctx0" brushRef="#br0" timeOffset="178795.22">11629 8747 1513 0,'0'0'627'0,"0"0"-389"16,0 0-64-16,0 0-14 0,0 0-70 15,0 0-75-15,0 0-15 16,0-6-102-16,0 0-134 16,0 0-146-16,0-2-707 0</inkml:trace>
  <inkml:trace contextRef="#ctx0" brushRef="#br0" timeOffset="179431.53">12056 8324 1888 0,'0'0'355'0,"0"0"-168"15,0 0-15-15,0 0-50 16,0 0-38-16,0 0-21 15,0 0-16-15,0-8-6 16,-6 8-8-16,-6 0-21 16,-6 0-11-16,0 0 0 15,2 0 0-15,0 2 0 16,4-1-1-16,4 2-1 16,-2-1 0-16,2-1-7 15,5-1 7-15,-1 3 1 0,1-3-1 16,3 4-1-16,-3 0-13 15,-2 2-3-15,2 6 9 16,-4 0 8-16,2 4 1 16,-1 2-2-16,-1 2 2 15,-1-4 0-15,5-1 0 16,1-3 0-16,-3-1 0 16,5-5-54-16,0-2-22 15,0-4 15-15,0 0-9 16,16 0 44-16,-4 0 26 15,6 0 7-15,0 0-6 16,-3 0-1-16,-1 0 1 16,-2 0 19-16,-6 0-1 0,1 10 3 15,-5 8 57 1,-2 2 6-16,0 4-25 0,0 0 0 16,-7 0-3-16,-6 0-15 15,-2-3-18-15,-1-3-11 16,1-4-11-16,4-4 7 15,2-5-9-15,3-5-24 16,6 0-61-16,0-3-106 16,0-14-325-16,8 1-384 0</inkml:trace>
  <inkml:trace contextRef="#ctx0" brushRef="#br0" timeOffset="179937.69">12814 8336 1506 0,'0'0'292'0,"0"0"-112"15,0 0 14-15,0 0-24 0,0 0-50 16,0 0-38-16,0 0 11 16,-83 82-6-16,68-62-26 15,-3 2-3-15,3-2-16 16,4-1-8-16,1-6-16 15,5-1-9-15,5-2 5 16,0-1-14-16,0-3 0 16,0 1-2-16,8-1 2 15,13-2 0-15,3-2 17 16,3 0 13-16,3-2 10 16,-1 0-7-16,-3 0-5 15,-4 0-1-15,-8 0-10 16,-4 2-7-16,-8 0-1 15,1-2-3-15,-3 2-4 16,3-2-2-16,-3 2-27 0,0 2-51 16,0 1-61-16,0 4-110 15,-3 3-288-15,-8-2-720 0</inkml:trace>
  <inkml:trace contextRef="#ctx0" brushRef="#br0" timeOffset="180149.13">12609 8831 1822 0,'0'0'636'15,"0"0"-499"-15,0 0-41 16,0 0 23-16,0 0-22 16,0 0-22-16,0 0-60 0,104 0-15 15,-62 0-171-15,-9-2-311 16,-4-2-656-16</inkml:trace>
  <inkml:trace contextRef="#ctx0" brushRef="#br0" timeOffset="180849.26">13492 8356 1386 0,'0'0'588'0,"0"0"-379"16,0 0-48-16,0 0 26 16,0 0-85-16,0 0-69 15,0 0 18-15,44-27 9 16,-18 26 16-16,-2-2-3 16,-2 3-15-16,-4 0-19 15,-7 11-11-15,-6 7 11 16,-5 2-4-16,0 6-1 15,0 2-2-15,-3 0-10 0,-8 2 2 16,-7 2-13 0,-2 0 4-16,-1 2-9 0,-4 0 1 15,5-2-6-15,2-1 1 16,0-5 4-16,7-4 1 16,4-4-6-16,7-7 0 15,0 0-1-15,0-1-1 16,0-2 1-16,15-2-1 15,6 0 1-15,-3-4 0 16,9-2 1-16,-1 0 8 16,0 0-9-16,2-2 1 15,-7-6-1-15,-3-1-9 16,-3 2-65-16,-4-1-64 16,-2 2-108-16,-9 0-258 0,0 4-392 15</inkml:trace>
  <inkml:trace contextRef="#ctx0" brushRef="#br0" timeOffset="181049.72">13449 8685 75 0,'0'0'1965'15,"0"0"-1490"-15,0 0-401 16,0 0-17-16,0 0 13 15,0 0-6-15,0 0-33 16,152-50-31-16,-116 46-37 0,5-1-178 16,-8 3-260-16,-10 0-739 15</inkml:trace>
  <inkml:trace contextRef="#ctx0" brushRef="#br0" timeOffset="181582.31">14350 8340 1545 0,'0'0'573'15,"0"0"-414"-15,0 0 13 16,0 0-11-16,0 0-33 16,0 0-51-16,0 0-33 15,-22 14-22-15,11 0-3 16,-7 1-4-16,0 3 9 15,1 3 8-15,-1-3-11 0,0-1-3 16,9 0-11 0,0-3-2-16,9-3-5 15,0-3-10-15,0-1 8 0,18 1 2 16,5-2 35-16,2 0 5 16,4-2 12-16,-2-2 4 15,-3 1-1-15,-6-2-19 16,-3 2-9-16,-7-1-13 15,-5-1-3-15,0-1-3 16,-3 0-7-16,3 1 0 16,-3-1-1-16,0 0-60 15,0 3-61-15,0 5-126 16,0 0-254-16,-9 0-151 0</inkml:trace>
  <inkml:trace contextRef="#ctx0" brushRef="#br0" timeOffset="181807.71">14106 8743 1463 0,'0'0'706'16,"0"0"-449"-16,0 0-13 16,0 0 5-16,0 0-74 15,0 0-43-15,131-14-55 16,-113 14-37-16,-4 0-19 15,1 0-14-15,0 0 1 16,-4 0-8-16,2 0-19 16,-1 0-45-16,-1 3-89 0,2 0-169 15,-8 0-366-15</inkml:trace>
  <inkml:trace contextRef="#ctx0" brushRef="#br0" timeOffset="189983.46">14891 8454 1388 0,'0'0'539'0,"0"0"-358"16,0 0-48-16,0 0 51 15,0 0-58-15,0 0-62 0,-3 0-43 16,11 2-2-16,10-1 20 16,3 2-8-16,2-3-10 15,2 0-6-15,-2 0-14 16,4 0 2-16,0 0-3 16,-3-3-119-16,6 0-103 15,-7 0-121-15,-5 2-313 0</inkml:trace>
  <inkml:trace contextRef="#ctx0" brushRef="#br0" timeOffset="190419.29">15321 8416 1570 0,'0'0'334'0,"0"0"-233"16,0 0 39-16,0 0-9 16,0 0-24-16,0 0-21 15,0 0 6-15,48-104-27 16,-45 98-8-16,-3 3 1 15,0 3-10-15,0 0 3 16,0 0-20-16,0 0-7 16,0 0-11-16,0 0-13 15,0 15-3-15,0 7 3 0,0 7 32 16,0 8 2-16,-3 1-11 16,3 0-8-16,0-2-9 15,0-4-5-15,0-4 0 16,0-5 4-16,0-4-5 15,0-4-16-15,0-6-65 16,8-4-119-16,7-5-93 16,0 0-283-16,-2-6-1114 0</inkml:trace>
  <inkml:trace contextRef="#ctx0" brushRef="#br0" timeOffset="190643.69">15529 8628 1711 0,'0'0'595'16,"0"0"-408"-16,0 0-9 16,0 0-8-16,0 0-62 15,0 0-62-15,0 0-31 16,0 0-15-16,0 0-53 15,2 0-108-15,3 0-174 0,-3 0-388 16</inkml:trace>
  <inkml:trace contextRef="#ctx0" brushRef="#br0" timeOffset="191237.6">16171 8249 1770 0,'0'0'565'16,"0"0"-415"-16,0 0-54 16,0 0 16-16,0 0-27 15,0 0-34-15,0 0-39 16,-75 0-5-16,73 0-7 15,-1 0-1-15,0 2 0 0,-4 0 0 16,-1 1-5-16,-2-2 6 16,5 2 0-16,-3-3 1 15,1 2-1-15,1-1 6 16,3 2-5-16,-2-1 5 16,-2-1-4-16,4 4 7 15,-5 3-4-15,-2 2-4 16,2 1-1-16,-2 5 0 15,2 3 0-15,1-3-2 16,5-1 1-16,2-1 0 16,0-3-10-16,0-4-25 15,6-1-3-15,8-3-10 16,7-3 12-16,1 0 25 0,1 0 12 16,-2 0 0-16,-3 0 1 15,-7 2 0-15,-1 6 39 16,-5 2 2-16,-5 6 28 15,0 1 15-15,0 6 12 16,-11 1-6-16,-7-2-37 16,-3 0-19-16,4-2-22 15,1-3-7-15,1-4-5 16,0-4-1-16,4-4-25 16,1-5-56-16,5 0-48 0,5-4-150 15,0-16-344 1,0 0-669-16</inkml:trace>
  <inkml:trace contextRef="#ctx0" brushRef="#br0" timeOffset="191515.37">16580 8088 1610 0,'0'0'611'0,"0"0"-442"16,0 0 0-16,0 0 61 16,0 0-48-16,-11 130-58 15,-1-86-49-15,3 6-18 0,-3 0-21 16,1 1-13-16,1-1-14 16,-5-3-2-16,4-3-6 15,2-2 0-15,-2-6-1 16,1-4-57-16,-5-5-108 15,6-10-197-15,0-8-484 0</inkml:trace>
  <inkml:trace contextRef="#ctx0" brushRef="#br0" timeOffset="192460.86">8991 10046 1637 0,'0'0'575'0,"0"0"-454"15,0 0 9-15,0 0 24 16,0 0-65-16,0 0-41 16,0 0-14-16,47 0-19 0,-29 0-14 15,2 0-1-15,1 0-55 16,7-2-143-16,-8-2-144 16,-2 1-456-16</inkml:trace>
  <inkml:trace contextRef="#ctx0" brushRef="#br0" timeOffset="192620.43">9092 10117 1430 0,'0'0'558'0,"0"0"-451"16,0 0-96-16,0 0 14 0,0 0-17 15,0 0-8-15,121-5-220 16,-88 1-305-16</inkml:trace>
  <inkml:trace contextRef="#ctx0" brushRef="#br0" timeOffset="193369.45">10060 9815 1460 0,'0'0'511'0,"0"0"-334"16,0 0-11-16,0 0-8 15,0 0-67-15,0 0-49 16,0 0-11-16,0 25 57 15,3-2 4-15,-3 8-24 16,0 5-21-16,0 0 3 16,0 4-16-16,0-3-14 15,0-2-13-15,0-5 2 16,0-6-9-16,0-7-26 16,0-10-61-16,0-3-64 15,3-4-113-15,9-16-88 0,-3-11-177 16,0-3-918-16</inkml:trace>
  <inkml:trace contextRef="#ctx0" brushRef="#br0" timeOffset="193654.2">10060 9763 1333 0,'0'0'353'15,"0"0"-205"-15,0 0-66 16,0 0 101-16,0 0 12 15,0 0-4-15,0 0-50 16,124 0-18-16,-103 16 4 16,-6 5-38-16,-5 0-1 15,-10 1-20-15,0 4-10 16,0 1-19-16,-18-1-13 0,-10-2-10 16,5-2-10-16,0-4-6 15,-2-5-29-15,4-8-29 16,3-5-41-16,7 0-64 15,11-22-103-15,0-6-224 16,6 2-151-16</inkml:trace>
  <inkml:trace contextRef="#ctx0" brushRef="#br0" timeOffset="194037.17">10809 9576 1478 0,'0'0'508'16,"0"0"-314"-16,0 0-11 15,0 0 19-15,0 0-70 16,0 0-42-16,0 0-26 15,-66 35 0-15,52-7 7 16,-1 7-17-16,2 6 7 16,2 6 3-16,2 6-17 15,6 6-16-15,3-1 7 0,0-2-17 16,3-4-3 0,12-5 4-16,0-10-9 0,3-7-11 15,0-8-1-15,-4-5 0 16,-2-7-1-16,-4-6 0 15,2-3-37-15,-2-1-62 16,-1 0-85-16,-2 0-82 16,-5-4-454-16</inkml:trace>
  <inkml:trace contextRef="#ctx0" brushRef="#br0" timeOffset="-214309.35">11171 10018 1521 0,'0'0'364'0,"0"0"-214"16,0 0-20-16,0 0 10 15,0 0-20-15,0 0-31 0,26-12-38 16,-8 12 0-1,-3 0 2-15,3 0-22 0,3 0-14 16,0 0-17-16,-3 0-60 16,5 0-80-16,7 1-106 15,-3 2-276-15,-10-1-763 0</inkml:trace>
  <inkml:trace contextRef="#ctx0" brushRef="#br0" timeOffset="-213901.44">11585 9946 1250 0,'0'0'277'16,"0"0"-163"-16,0 0-21 16,0 0 65-16,0 0-58 15,0 0 1-15,0 0-25 16,13-103-17-16,-10 102-10 16,1 1 1-16,-4 0 16 15,0 0 2-15,0 0-9 16,0 0-35-16,3 0-23 15,3 12 11-15,3 3 6 0,-1 6 3 16,-5 2 1 0,4 4-1-16,-7 1-9 0,0 0-5 15,0-2-7-15,0-2-35 16,0 0-70-16,0 0-82 16,0-8-124-16,0-2-327 0</inkml:trace>
  <inkml:trace contextRef="#ctx0" brushRef="#br0" timeOffset="-213700.98">11742 10154 1189 0,'0'0'390'15,"0"0"-247"-15,0 0-85 16,0 0-28-16,0 0-30 16,0 0-134-16,0 0-222 0</inkml:trace>
  <inkml:trace contextRef="#ctx0" brushRef="#br0" timeOffset="-213101.08">12092 9815 1455 0,'0'0'345'15,"0"0"-209"-15,0 0-67 16,0 0 0-16,0 0-12 15,0 0-15-15,0 0-23 16,-6 0-9-16,6 0 8 16,-5 0 16-16,-2 0 13 15,-4 0-25-15,-2 0-16 0,1 4-4 16,-2 2-1 0,2 1 0-16,2-2 0 0,5 1-1 15,-1-2-2-15,1 3-5 16,5-2 5-16,-5 1-6 15,5 1 6-15,0 1-5 16,0-2 5-16,0 2 1 16,0-2 0-16,0 1 1 15,5-1-1-15,3 0-20 16,0-1-11-16,2-1 6 16,-2-2 3-16,7-2-21 15,0 0 42-15,1 2-5 16,-5-2 6-16,4 2 1 15,-6 2 9-15,0 2 15 16,0 1 26-16,-6 4 5 0,0 1 14 16,-3 2 8-16,0-1 21 15,0 4-17-15,-6-1-19 16,-9 0-20-16,-3-2-15 16,0-2-12-16,3-4-5 15,0-2-4-15,7-3-6 16,-2-3-42-16,7 0-61 15,3 0-116-15,0-11-249 16,13-1-352-16</inkml:trace>
  <inkml:trace contextRef="#ctx0" brushRef="#br0" timeOffset="-212635.29">12832 9836 1393 0,'0'0'477'0,"0"0"-350"16,0 0 19-16,0 0-37 0,0 0-42 15,0 0-9-15,0 0-21 16,-60 56-18-16,58-47-1 16,-5 3-5-16,7-3 27 15,0-1-7-15,0-4-11 16,0 2-11-16,0-2 5 15,12 1 5-15,6-4 4 16,6 0-1-16,3-1 13 16,5 0-16-16,-2 0 3 15,-4 0-13-15,-5 0-4 16,-3 0-5-16,-6 0-2 16,-3 0-53-16,-2 0-72 15,-7 3-114-15,0 6-72 0,0 2-192 16</inkml:trace>
  <inkml:trace contextRef="#ctx0" brushRef="#br0" timeOffset="-212415.88">12734 10138 918 0,'0'0'1003'0,"0"0"-762"16,0 0-142-16,0 0 10 15,0 0 55-15,0 0-87 16,0 0-47-16,85 0-30 0,-52 0-79 16,-9 0-163-16,1-4-335 15</inkml:trace>
  <inkml:trace contextRef="#ctx0" brushRef="#br0" timeOffset="-211884.3">13583 9806 1445 0,'0'0'484'16,"0"0"-360"-16,0 0-30 15,0 0 38-15,0 0 13 16,0 0-43-16,0 0-35 15,84-13 8-15,-76 17-13 16,2 6-21-16,-5 1-15 16,-2 3 10-16,-3 1 6 15,0 3 6-15,0 3-2 0,0 0-4 16,-12 2-12-16,-2 3-11 16,-4-2-8-16,6 2-1 15,-4-2 4-15,8 0-7 16,3-2 1-16,0-4-7 15,5-2 0-15,0-4 0 16,0-2 0-16,0-4-1 16,0-1-2-16,10-4-8 15,3-1 9-15,0 0 0 16,5 0 0-16,0-4-42 16,0-8-8-16,-3 1-140 15,-12-6-106-15,-3 5-214 0,0 4-633 16</inkml:trace>
  <inkml:trace contextRef="#ctx0" brushRef="#br0" timeOffset="-211719.25">13521 10060 1684 0,'0'0'386'0,"0"0"-256"15,0 0-22-15,0 0-2 16,0 0-49-16,0 0-34 15,0 0-23-15,121-44-153 16,-85 35-128-16,-6 3-509 0</inkml:trace>
  <inkml:trace contextRef="#ctx0" brushRef="#br0" timeOffset="-211307.83">14317 9768 1620 0,'0'0'612'16,"0"0"-447"-16,0 0-18 15,0 0-24-15,0 0-51 16,0 0-8-16,0 0-27 15,-45 35-4-15,28-20 9 0,-1-1-8 16,0 0 1-16,6-3-13 16,-3 1 1-16,7-1 0 15,1-1-9-15,7-1-8 16,0-2-6-16,0 0-5 16,22 2 5-16,1-1 6 15,6 0 6-15,1-4 3 16,-3 0 5-16,-3 0 7 15,-3-3 6-15,-7 2-12 16,-2-1-12-16,-9-1-3 16,0-1-6-16,-3 2-41 15,0 9-67-15,-11-1-177 16,-7 0-339-16</inkml:trace>
  <inkml:trace contextRef="#ctx0" brushRef="#br0" timeOffset="-211117.33">14135 10182 451 0,'0'0'1638'0,"0"0"-1163"15,0 0-337-15,0 0 79 16,0 0-72-16,0 0-48 16,0 0-52-16,90 8-25 15,-72-5-20-15,-3-2-27 16,-1 5-150-16,1-2-207 15,-8 0-757-15</inkml:trace>
  <inkml:trace contextRef="#ctx0" brushRef="#br0" timeOffset="-206232.32">15114 9847 1644 0,'0'0'508'0,"0"0"-356"16,0 0 24-16,0 0-42 15,0 0-36-15,0 0-47 16,-18 3-30-16,18 10-12 15,0 6 9-15,0 0 9 0,0 4-8 16,0 2 2 0,0-6 7-16,3-1-11 0,2-4-10 15,5-4-7-15,1-4-1 16,4-4-5-16,-3-2-6 16,6 0-11-16,-1-11 22 15,5-10-23-15,-1-9-11 16,-1-7 26-16,-9 1 0 15,-4 3 8-15,-7 4 0 16,0 5 1-16,-4 10 24 16,-17 6 9-16,-2 7-7 15,-6 1-14-15,-1 0-11 16,4 15-1-16,1 6-22 0,11 1-35 16,4 3-68-16,10 1-91 15,0-2 3-15,28 3-29 16,4-7-234-16,-2-8-597 15</inkml:trace>
  <inkml:trace contextRef="#ctx0" brushRef="#br0" timeOffset="-206029.86">15571 9916 1483 0,'0'0'642'0,"0"0"-480"16,0 0-12-16,0 0-14 0,0 0-64 15,0 0-54-15,0 0-18 16,0 2-131-16,0-2-120 16,0 0-229-16,6 0-355 0</inkml:trace>
  <inkml:trace contextRef="#ctx0" brushRef="#br0" timeOffset="-205547.63">15966 9701 1079 0,'0'0'815'0,"0"0"-593"16,0 0-87-16,0 0 28 15,0 0-54-15,0 0-18 16,0 0-33-16,-47 0-24 16,37 0-3-16,2 0-11 15,-2 6-5-15,-1 0 1 16,-4 2 14-16,5-3-3 16,2 4-9-16,0-2-9 15,1-2-8-15,4 1-1 16,3 1-8-16,0-4-1 15,0 3-7-15,0-1-5 16,12 0-2-16,6 3 8 0,0-2 8 16,6 2 7-1,-6 3 0-15,0-2 0 0,-1 3 7 16,-5 2 28-16,-3 2 10 16,-9 1 10-16,0 2 20 15,0 0 13-15,-15-1-4 16,-6 0-29-16,1-2-17 15,-5-2-22-15,4-4-4 16,3-4-7-16,7-6-5 16,2 0-41-16,3 0-41 15,6-16-96-15,0-14-119 16,10 4-81-16,1 2-286 0</inkml:trace>
  <inkml:trace contextRef="#ctx0" brushRef="#br0" timeOffset="-205307.28">15894 9725 1283 0,'0'0'515'16,"0"0"-406"-16,0 0-73 15,0 0 35-15,0 0 70 0,0 0-37 16,0 0-55 0,78 0-25-16,-57 0-24 0,3 0-67 15,-9 0-195-15,-4 0-435 16</inkml:trace>
  <inkml:trace contextRef="#ctx0" brushRef="#br0" timeOffset="-204982.15">16423 9485 1652 0,'0'0'587'0,"0"0"-482"15,0 0-6-15,0 0 124 16,0 0-50-16,0 0-44 16,48 141-60-16,-42-93-13 15,-3-1-20-15,-3 0-15 16,0 0-7-16,0-3-7 16,-11-2-6-16,1-7-1 15,2-5-26-15,-2-6-71 16,-5-2-99-16,7-6-144 15,-2-7-353-15</inkml:trace>
  <inkml:trace contextRef="#ctx0" brushRef="#br0" timeOffset="-203777.85">9290 11593 1547 0,'0'0'395'15,"0"0"-214"-15,0 0-16 16,0 0 32-16,0 0-33 15,0 0-66-15,0 0-56 16,25 0-23-16,-7-3-5 16,2 0 8-16,1 0-8 15,3-1-13-15,5 0-1 16,-5 0-36-16,0 2-138 0,-1 2-162 16,-10 0-234-16,-5 0-588 15</inkml:trace>
  <inkml:trace contextRef="#ctx0" brushRef="#br0" timeOffset="-203615.29">9380 11662 1482 0,'0'0'529'16,"0"0"-391"-16,0 0-105 16,0 0-23-16,0 0 5 15,0 0-15-15,0 0-129 16,139-12-212-16,-106 8-765 0</inkml:trace>
  <inkml:trace contextRef="#ctx0" brushRef="#br0" timeOffset="-202717.68">11007 11193 1677 0,'0'0'493'0,"0"0"-338"16,0 0-14-16,0 0-13 15,0 0-9-15,0 0-50 16,0 0-41-16,-95 103-10 16,90-70 12-16,-1 6 9 0,-1 2 3 15,2 1 1-15,-1 1 2 16,6-4 1-16,0-4-17 16,0-6-2-16,0-2-26 15,3-7-1-15,9-6 0 16,2-4-12-16,1-6-33 15,6-4-86-15,12 0-42 16,-7-10-159-16,-1-2-364 0</inkml:trace>
  <inkml:trace contextRef="#ctx0" brushRef="#br0" timeOffset="-200594.31">10336 11273 1114 0,'0'0'365'15,"0"0"-229"-15,0 0-102 16,0 0 3-16,0 0 46 15,0 0-1-15,0 0 4 0,0 19-2 16,0-5 58 0,3 3-32-16,-3 6-27 0,0 3 17 15,0 2-6-15,0 4-17 16,0 0-17-16,0 1-11 16,-3 3-10-16,-2-5-12 15,5-1-3-15,0-2-12 16,0-2-5-16,0-6 1 15,0-4-7-15,0-6-1 16,0-1 1-16,0-8 0 16,0-1 0-16,0 0-1 15,0 0 1-15,0-6 11 16,0-11-11-16,0-10-1 16,0-5-8-16,0-6-11 15,8-3-14-15,1-9 7 0,0-7-8 16,0-1 9-16,0-2 24 15,0 4-7-15,5 8-5 16,-2 9 13-16,4 11-1 16,-1 9-4-16,-4 9 5 15,4 3 6-15,3 5 5 16,0 2 16-16,2 0 9 16,4 10-4-16,-1 6-3 15,2 6-1-15,-4 0 0 16,-3 4 7-16,-4 2-4 15,-5 1-7-15,-3-2 3 16,-6-1 5-16,0-2 0 0,-3 1 3 16,-15-3 2-1,-5-2-4-15,-4-4-7 0,-3-6-13 16,-3-2-5-16,4-6-2 16,-1-2-6-16,4 0 0 15,5 0 0-15,8 0-19 16,5 0-20-16,1 0-45 15,5 0-63-15,2 0-127 16,0 0-291-16,0 0-491 0</inkml:trace>
  <inkml:trace contextRef="#ctx0" brushRef="#br0" timeOffset="-197551.42">11472 11459 1159 0,'0'0'390'0,"0"0"-141"15,0 0-39-15,0 0-9 16,0 0-20-16,0 0-30 15,0 0-42-15,-10 0-38 16,10 0-23-16,0 0-11 16,0 13 4-16,0 5 2 15,0 4-15-15,0 3-10 0,0-2-1 16,5 0-8 0,2-5-8-16,4 1 4 0,-1-6-5 15,1-6 0-15,-1-1-1 16,-2-6 0-16,4 0-14 15,4 0-3-15,-5-12 3 16,6-12 0-16,-1-3-13 16,-4-9-2-16,-6 1 12 15,-6-1 9-15,0 2 8 16,0 4 0-16,-16 5 1 16,-4 7 6-16,-1 6 4 15,-5 6 11-15,-2 6-13 0,2 0-1 16,3 0-7-16,5 18-11 15,5 5-4-15,8 7-30 16,5 1-32-16,0 2-69 16,5 1-26-16,16-7-31 15,25-2-67-15,-12-10-227 16,2-9-615-16</inkml:trace>
  <inkml:trace contextRef="#ctx0" brushRef="#br0" timeOffset="-197267.67">11940 11566 1431 0,'0'0'499'15,"0"0"-375"-15,0 0-1 16,0 0 51-16,0 0-33 16,0 0-70-16,0 0-51 15,-8 6-20-15,8-6-2 16,0 0-68-16,0 0-39 16,0 0-34-16,0 0-121 15,-3 0-226-15,-4 0-505 0</inkml:trace>
  <inkml:trace contextRef="#ctx0" brushRef="#br0" timeOffset="-196612.43">12436 11297 1485 0,'0'0'542'0,"0"0"-387"16,0 0-23-16,0 0-6 15,0 0-8-15,0 0-22 0,0 0-47 16,-67 0-21-16,54 3-7 15,1-3-7-15,-2 0 2 16,-1 1-6-16,3-1 4 16,-6 2 8-16,9-2-2 15,-6 3-11-15,7 0 7 16,-2 2 6-16,5-1-14 16,-2 1-8-16,4 4-2 15,0 2-5-15,-2 5 5 16,2 1-5-16,-4 3 7 0,4 0-1 15,-2 0 0 1,2-3 1-16,0-2-1 0,3-3 0 16,0-6-9-16,0-2-35 15,11-4-18-15,10 0 15 16,7 0 26-16,1-1 19 16,1-4 3-16,-4 3-1 15,-2 2 0-15,-6 0 1 16,-9 0 0-16,-1 11 17 15,-3 4 32-15,-5 5 42 16,0 2-27-16,0 2 7 16,-5-2-8-16,-3-4-8 15,-4 1-22-15,-3-4-12 16,1-3-6-16,-1-1-14 16,-1-6-1-16,5-3 0 0,2-2-69 15,3 0-64-15,6-10-81 16,9-5-332-16,8-4-284 0</inkml:trace>
  <inkml:trace contextRef="#ctx0" brushRef="#br0" timeOffset="-196231.43">12953 11264 1748 0,'0'0'480'0,"0"0"-314"16,0 0 42-16,0 0-41 15,0 0-52-15,0 0-51 16,0 0-35-16,-52 68-13 16,42-50 4-16,2 0 1 15,-5-3-1-15,5 2-2 16,-2-3 3-16,10-2-3 15,-2-4-11-15,2 0-7 16,0 0-7-16,0-2-2 16,5 0 9-16,10 0 6 15,1 0-5-15,1 0 11 16,4-2-2-16,0 1-9 16,2-1 5-16,-2-1-5 15,0-2-1-15,-4 2-8 0,-1-2-50 16,-4 1-65-16,-9 5-119 15,-3-1-126-15,0 0-365 0</inkml:trace>
  <inkml:trace contextRef="#ctx0" brushRef="#br0" timeOffset="-196045.93">12852 11662 601 0,'0'0'1339'0,"0"0"-1046"15,0 0-181-15,0 0 74 16,0 0-24-16,0 0-86 16,0 0-39-16,96 0-37 0,-63 0-62 15,-4-2-191 1,-2-2-365-16</inkml:trace>
  <inkml:trace contextRef="#ctx0" brushRef="#br0" timeOffset="-195328.83">13759 11175 1159 0,'0'0'530'0,"0"0"-313"16,0 0-96-16,0 0 4 16,0 0-7-16,0 0-14 15,0 0-5-15,32-3 7 16,-17 3 4-16,0 0-26 15,-4 0-11-15,-1 0-17 16,-2 7-15-16,-1 1 5 16,-1 2-1-16,-4 0-9 15,1 4-14-15,0-2-4 16,-3 2-3-16,0 3 0 16,0-2-3-16,0 6 0 15,0 0 3-15,-6 1 9 16,-9 4-10-16,-3 1-1 0,0-1-1 15,5 2-6-15,-3-2 5 16,4-5-5-16,4 2-5 16,2-4 1-16,6-4-1 15,0-1 1-15,0-4 4 16,0-1-6-16,6-2-1 16,5-4 0-16,7 0-7 15,0-3 8-15,2 0-1 16,5 0 0-16,-2 0 0 15,-2-11-63-15,0-2-43 16,-9-3-53-16,-4 2-126 16,-5 5-331-16</inkml:trace>
  <inkml:trace contextRef="#ctx0" brushRef="#br0" timeOffset="-195170.25">13693 11518 1413 0,'0'0'539'16,"0"0"-420"-16,0 0 1 16,0 0 6-16,0 0-64 15,0 0-51-15,161-36-11 16,-122 26-184-16,-1 2-288 0</inkml:trace>
  <inkml:trace contextRef="#ctx0" brushRef="#br0" timeOffset="-194760.35">14433 11135 377 0,'0'0'1700'15,"0"0"-1333"-15,0 0-235 16,0 0 27-16,0 0-29 15,0 0-55-15,0 0-11 16,-21 44 3-16,9-22-17 16,-3 2-22-16,1-2-8 15,-1 2-10-15,3-3 7 16,0-6-2-16,6-1-5 0,3-2-8 16,3-2-1-16,0 0-1 15,0 1 0-15,5-3 0 16,11-1 0-16,4 1 8 15,-2-3 10-15,6-3 6 16,0 0-2-16,0-2 1 16,-4 0-1-16,-2 0-9 15,-2 0-4-15,-5 0-8 16,-5 0-1-16,-3 0-29 16,3 0-43-16,-6 0-73 15,0 0-130-15,0 0-196 16,0 0-216-16</inkml:trace>
  <inkml:trace contextRef="#ctx0" brushRef="#br0" timeOffset="-194548.91">14290 11560 1536 0,'0'0'665'15,"0"0"-452"-15,0 0 18 16,0 0-1-16,0 0-47 15,0 0-69-15,0 0-39 16,71 41-36-16,-50-36-21 16,-3-5-9-16,3 0-9 15,-1 0-51-15,8 0-93 16,-7 2-213-16,-3 2-532 0</inkml:trace>
  <inkml:trace contextRef="#ctx0" brushRef="#br0" timeOffset="-192514.33">16469 11084 1731 0,'0'0'523'0,"0"0"-339"0,0 0 105 16,0 123-65-16,0-71-73 15,-7 3-63-15,-2 0-46 16,0-1-19-16,0-3-23 16,4-5-27-16,1 6-107 15,-2-14-197-15,4-9-411 0</inkml:trace>
  <inkml:trace contextRef="#ctx0" brushRef="#br0" timeOffset="-191784.77">9516 13046 1758 0,'0'0'582'0,"0"0"-408"16,0 0-33-16,0 0 5 15,0 0-41-15,0 0-48 16,0 0 22-16,98-18-19 16,-59 14-39-16,-4 2-8 0,-4 0-13 15,-8 2-43 1,-5 0-116-16,-18 4-144 0,-10 11-339 16,-13-2-627-16</inkml:trace>
  <inkml:trace contextRef="#ctx0" brushRef="#br0" timeOffset="-191644.15">9516 13046 1565 0,'-15'126'397'0,"40"-126"-302"15,6-1 25-15,8-10-33 16,9 1-27-16,14 1-60 16,-5 4-231-16,-6 2-436 0</inkml:trace>
  <inkml:trace contextRef="#ctx0" brushRef="#br0" timeOffset="-191110.07">10479 12883 1822 0,'0'0'324'16,"0"0"-217"-16,0 0 7 16,0 0 21-16,0 0-27 15,0 0-22-15,-18 125-47 0,16-94-21 16,2-2 3 0,0-6-4-16,0-2-8 0,0-9-7 15,0-2-1-15,0-8 5 16,0-2-6-16,0 0-8 15,0 0-24-15,0-9-4 16,5-12 6-16,3-5 12 16,5-4-9-16,-5-2-28 15,2-6 16-15,1 2 20 16,1-5-2-16,1 6 8 16,2 3-8-16,-1 4 14 15,1 9-1-15,0 5 8 16,0 8 16-16,-1 3 24 0,1 3 42 15,-3 0-16 1,-1 15-4-16,-4 3 56 0,-4 4-34 16,0 0-18-16,-3 0-11 15,0 0-3-15,-3 0-13 16,-12 1-7-16,-6-3-14 16,-9-2-9-16,4-4-9 15,2-4-29-15,4-4-51 16,7-6-86-16,13-6-137 15,0-16-335-15,6-3-942 0</inkml:trace>
  <inkml:trace contextRef="#ctx0" brushRef="#br0" timeOffset="-190826.82">11162 12677 1633 0,'0'0'619'0,"0"0"-445"16,0 0-5-16,0 0 29 15,0 0-44-15,0 0-43 16,0 0-54-16,-125 116-30 16,113-80-15-16,1 4-3 15,1 7-8-15,5-1 5 0,-1 0-5 16,6 2-1-1,0-2-2-15,0-4-70 0,3-2-67 16,18-2-68-16,-1-7-88 16,-2-13-340-16</inkml:trace>
  <inkml:trace contextRef="#ctx0" brushRef="#br0" timeOffset="-189284.43">12710 12749 940 0,'0'0'1099'16,"0"0"-823"-16,0 0-67 15,0 0-36-15,0 0-63 0,0 0-13 16,0 0-13-16,-60 70-28 15,46-50-16-15,4 0-9 16,-1-3-8-16,5-2-2 16,-3-3-3-16,9 3-2 15,-3-3-5-15,3-2-11 16,0 2 1-16,0-2-1 16,0-2 0-16,0 0-9 15,6-2 2-15,9-1-7 16,-4 0 14-16,7-3 6 15,7-1 2-15,-4 2 4 16,5-3-2-16,-3 2 2 16,-2-2-4-16,-3 0-7 0,0 0-1 15,-11 0-33 1,-5 1-49-16,-2 6-87 0,-12 1-122 16,-9 0-410-16</inkml:trace>
  <inkml:trace contextRef="#ctx0" brushRef="#br0" timeOffset="-189092.93">12555 13168 1568 0,'0'0'563'15,"0"0"-391"-15,0 0 35 16,0 0-29-16,0 0-47 16,0 0-24-16,0 0-33 15,33 22-37-15,-21-18-22 16,6-2-15-16,-3 2-54 0,6 3-140 15,-10-3-298-15,-1-1-1302 16</inkml:trace>
  <inkml:trace contextRef="#ctx0" brushRef="#br0" timeOffset="-188309.03">13318 12785 1326 0,'0'0'498'0,"0"0"-291"16,0 0-99-16,0 0 37 15,0 0 23-15,0 0-31 16,0 0-28-16,75-24-45 0,-63 24-27 16,0 8 14-16,-3 10-11 15,-4 6 25-15,-5 4 14 16,0 1-18-16,0 0-14 15,0 0-23-15,0-3 1 16,0 0-5-16,-8-2-2 16,2 2-17-16,0-2 13 15,0-2-14-15,3 1 14 16,3-2-9-16,0-3-4 16,0-1-2-16,0-4 2 15,3-1-1-15,9-1 0 16,2-4 0-16,4-3-7 15,10-4 6-15,-2 0 1 0,4 0 0 16,-4-4 0-16,-2-6-3 16,-6-2-66-16,-18-2-51 15,0 2-98-15,0 4-390 0</inkml:trace>
  <inkml:trace contextRef="#ctx0" brushRef="#br0" timeOffset="-188136.49">13253 13090 1330 0,'0'0'549'0,"0"0"-367"16,0 0 1-16,0 0-43 0,147-36-82 16,-109 29-40-1,19 0-18-15,-11 1-156 0,-7-2-343 0</inkml:trace>
  <inkml:trace contextRef="#ctx0" brushRef="#br0" timeOffset="-187738.56">14258 12769 1837 0,'0'0'694'0,"0"0"-472"16,0 0-70 0,0 0 14-16,0 0-47 0,0 0-47 15,0 0-38-15,-39 30-16 16,22-11-6-16,-4 0-10 16,-4 2 5-16,7 0-6 15,2 2 5-15,-6-3 0 16,11-2 0-16,-2-2 0 15,10-2-5-15,3-2-1 16,0-3-8-16,10 2-7 16,13-1 8-16,6-2 7 15,4 0 12-15,1-3 6 16,-8-2-3-16,-3 0-3 16,-5-2-5-16,-6-1-6 0,-3 0-1 15,-2 1-21-15,-2-1-66 16,-2 0-127-16,0 0-276 15,-3 0-246-15</inkml:trace>
  <inkml:trace contextRef="#ctx0" brushRef="#br0" timeOffset="-187558.53">13991 13198 1958 0,'0'0'655'0,"0"0"-542"15,0 0 18-15,0 0 19 16,0 0-50-16,0 0-48 0,121 24-29 16,-85-24-23-1,11 0-86-15,-5 0-205 0,-13 0-402 0</inkml:trace>
  <inkml:trace contextRef="#ctx0" brushRef="#br0" timeOffset="-185290.08">15398 13102 2041 0,'0'0'494'15,"0"0"-408"-15,0 0-86 0,0 0-36 16,0 0-222 0,0 0-523-16</inkml:trace>
  <inkml:trace contextRef="#ctx0" brushRef="#br0" timeOffset="-184724.09">15924 12739 1722 0,'0'0'551'15,"0"0"-373"-15,0 0-73 16,0 0 10-16,0 0-45 0,0 0-37 16,0 0-17-1,-95 13-10-15,83-9 0 0,-5 1-5 16,2 3 0-16,-3-2 0 16,6-2 6-16,1 0-7 15,4 0 1-15,1-2-1 16,3 0 0-16,3-2 0 15,0 2-2-15,0-2 1 16,0 3-5-16,0 3 4 16,0 0 1-16,0 4-1 15,0 1 1-15,0 1 0 16,0 0-7-16,0 0 8 16,0-1-8-16,6-1-2 15,6 0-3-15,-1-3-4 16,2 2 5-16,2-2 12 0,3 0 1 15,-7 1 17-15,4-1 4 16,-5 2 12-16,-2-1 16 16,-2 0 21-16,-4 2 9 15,-2 0-1-15,0 4 3 16,-8 0-16-16,-10 0-18 16,-5-2-27-16,2-2-6 15,3-2-15-15,0-6-5 16,0-2-40-16,9 0-33 15,9-21-112-15,0-8-272 0,0 1-207 16</inkml:trace>
  <inkml:trace contextRef="#ctx0" brushRef="#br0" timeOffset="-184450.3">16331 12512 1783 0,'0'0'584'0,"0"0"-460"15,0 0 63-15,0 0 29 16,9 115-27-16,-9-67-65 16,0 2-53-16,0 0-26 15,0 3-26-15,0-5-10 0,0-1-8 16,0 0 7-16,-9-3-7 15,0-2-1-15,0-4-32 16,1-5-73-16,2-7-130 16,-4-8-265-16,8-9-299 0</inkml:trace>
  <inkml:trace contextRef="#ctx0" brushRef="#br0" timeOffset="-183602.07">9804 14419 1644 0,'0'0'528'0,"0"0"-365"16,0 0-12-16,0 0 28 15,0 0-47-15,0 0-38 16,0 0-7-16,36-23-5 16,-6 14-22-16,-4 4-27 15,5 0-13-15,-8 1-20 16,1 4-21-16,-4 0-108 15,-2 0-140-15,-5 0-297 16,-11 0-588-16</inkml:trace>
  <inkml:trace contextRef="#ctx0" brushRef="#br0" timeOffset="-183440.99">9861 14493 1759 0,'0'0'649'16,"0"0"-542"-16,0 0-101 15,0 0 30-15,0 0 3 16,0 0-39-16,0 0-38 16,131-4-165-16,-96 4-349 15,-2 0-841-15</inkml:trace>
  <inkml:trace contextRef="#ctx0" brushRef="#br0" timeOffset="-182798.7">10657 14166 1104 0,'0'0'787'0,"0"0"-600"0,0 0-117 15,0 0 37-15,0 0 46 16,0 0-27-16,0 0-10 16,0 69-32-16,0-39-4 15,0 7-15-15,0-2-3 16,0 1-20-16,0 0-21 15,0-4-7-15,0-1-7 16,0-6-7-16,0-2-8 16,0-9-57-16,3-7-78 15,0-5-81-15,-1-2-89 16,-2-13-214-16,0-5-257 0</inkml:trace>
  <inkml:trace contextRef="#ctx0" brushRef="#br0" timeOffset="-182520.94">10603 14055 1407 0,'0'0'359'16,"0"0"-227"-16,0 0 77 16,0 0-14-16,0 0 7 15,140 28-50-15,-116-9-33 16,-3 3-10-16,-10 1-13 15,-4-1-13-15,-4-2 1 16,-3 0-10-16,0-2-14 0,-15 0-20 16,-6-2-13-16,-5 2-16 15,-2-10-11-15,2-2-38 16,-2-6-40-16,5 0-89 16,17-14-120-16,4-7-251 15,2-4-484-15</inkml:trace>
  <inkml:trace contextRef="#ctx0" brushRef="#br0" timeOffset="-182168.88">11447 13944 1810 0,'0'0'368'15,"0"0"-170"-15,0 0 55 16,0 0-38-16,-101 113-82 16,86-77-35-16,4 8-27 15,4 2-25-15,4 2-5 16,3 0-16-16,0-2-2 15,0 2-4-15,0-7-8 16,0-2-2-16,7-3-8 16,4-7-1-16,4-6-11 15,3-4-49-15,9-9-67 0,14-10-132 16,-3 0-262-16,-7 0-604 16</inkml:trace>
  <inkml:trace contextRef="#ctx0" brushRef="#br0" timeOffset="-180824.45">12454 14455 1610 0,'0'0'660'0,"0"0"-497"16,0 0-108-16,0 0-55 0,0 0-15 16,0 0-166-1,0 0-395-15</inkml:trace>
  <inkml:trace contextRef="#ctx0" brushRef="#br0" timeOffset="-180223.06">12903 14074 1761 0,'0'0'651'0,"0"0"-499"0,0 0 0 15,0 0-10-15,0 0-60 16,0 0-39-16,0 0-13 15,-81-2-16-15,60 2-13 16,1 5 6-16,6-4-6 16,-1 4 0-16,2-4 0 15,5 4 6-15,-1 1-7 16,3 0-1-16,0 0-1 16,2 6-10-16,2-3 2 15,-1 6-4-15,3 1 1 16,0-6-4-16,0 2 10 15,0-2 6-15,0 0 1 16,0 0-6-16,0 0 6 16,0 0-1-16,0 2-26 0,0-3-30 15,5-3 11-15,5 0-12 16,1-5-7-16,4-1 30 16,3 0 17-16,3 0 16 15,-3 0 2-15,2 0 0 16,-2 0 11-16,-3 0 7 15,-2 0 16-15,-5 10 26 16,2 4 16-16,-10 5 3 16,0 0 2-16,0 3-1 15,0 2-15-15,-18-6-20 16,0 0-11-16,-3-1-11 16,1-3-13-16,2-7 2 15,0-1-12-15,3-6-33 0,5 0-36 16,2-6-70-16,8-14-133 15,0 1-277-15,2 2-215 0</inkml:trace>
  <inkml:trace contextRef="#ctx0" brushRef="#br0" timeOffset="-179758.79">13649 14080 1542 0,'0'0'505'0,"0"0"-323"16,0 0 26-16,0 0-23 15,0 0-55-15,0 0-27 16,0 0-36-16,-15 13-17 16,7 3-10-16,-5-1-3 15,-5 6-4-15,0 0-6 16,0 2-12-16,0-3-13 16,7 0 4-16,-1-4-6 15,9-2 0-15,3-2-8 16,0-4-4-16,0 0 4 0,9 2 8 15,8-5 1-15,4 1 16 16,3-3 1-16,-2 1 6 16,1 0 13-16,-5-2-14 15,-3 0-8-15,-4 0-9 16,-1-2-6-16,-2 2-6 16,-5-2-74-16,0 2-114 15,-3 2-94-15,0 2-206 16,-11 1-401-16</inkml:trace>
  <inkml:trace contextRef="#ctx0" brushRef="#br0" timeOffset="-179589.25">13438 14497 1033 0,'0'0'1008'0,"0"0"-803"15,0 0-95-15,0 0 63 16,0 0-69-16,0 0-69 15,142-7-35-15,-94 3-84 16,-9 0-195-16,-10-1-496 0</inkml:trace>
  <inkml:trace contextRef="#ctx0" brushRef="#br0" timeOffset="-179055.66">14272 14109 1465 0,'0'0'313'0,"0"0"-145"0,0 0 43 15,0 0-66 1,0 0-2-16,0 0-11 0,0 0-55 16,87-16-1-16,-82 28 27 15,-5 4-4-15,0 4-11 16,0 4-22-16,0 4-17 15,-14 4-16-15,-1 1-12 16,0-2-6-16,-6 1-6 16,6-4-7-16,3-4 5 15,4-1-1-15,5-4-5 16,3-2 0-16,0-2 0 16,0 0 0-16,11-1-1 15,7-6 7-15,7 1 5 16,4-6 2-16,1-3 1 15,6 0-2-15,-1 0-2 0,-6-7-5 16,-2-6-6-16,-5 3-31 16,-11 2-72-16,-11-1-131 15,0 1-128-15,-9 4-466 0</inkml:trace>
  <inkml:trace contextRef="#ctx0" brushRef="#br0" timeOffset="-178864.17">14112 14387 1677 0,'0'0'685'0,"0"0"-568"16,0 0-86-16,0 0 75 0,0 0 42 16,134-26-33-16,-90 17-65 15,4 0-50-15,-9 3-44 16,7-8-148-16,-10 6-195 15,-5 1-616-15</inkml:trace>
  <inkml:trace contextRef="#ctx0" brushRef="#br0" timeOffset="-178455.76">14971 14091 1774 0,'0'0'761'16,"0"0"-545"-16,0 0-36 15,0 0-57-15,0 0-33 16,0 0-27-16,0 0-23 16,-62 46-20-16,46-30-13 15,1 0 1-15,4 0 2 16,-1-2 7-16,6-2 5 15,-1-4-13-15,7 0-9 16,0 0-1-16,0-2-6 16,0 2 0-16,10 1 7 15,8-6 0-15,0 2 11 16,3 4 7-16,5-9 8 16,1 4-1-16,-1-2-1 0,1-2-7 15,-3 2-5-15,-3-2-6 16,-6 2-6-16,-6 2 0 15,-7 0-44-15,-2 6-37 16,-18 12-50-16,-11-1-240 16,-4 1-548-16</inkml:trace>
  <inkml:trace contextRef="#ctx0" brushRef="#br0" timeOffset="-178278.23">14778 14493 1528 0,'0'0'692'15,"0"0"-474"-15,0 0 20 16,0 0 27-16,0 0-75 0,0 0-58 16,0 0-56-16,103 0-43 15,-78 0-19-15,-2 0-14 16,1 0-38-16,-1 0-82 16,-2 0-194-16,-6 0-416 0</inkml:trace>
  <inkml:trace contextRef="#ctx0" brushRef="#br0" timeOffset="-176642.59">15999 14472 1846 0,'0'0'618'16,"0"0"-516"-16,0 0-102 16,0 0-25-16,0 0-165 15,0 0-179-15,0 0-318 0</inkml:trace>
  <inkml:trace contextRef="#ctx0" brushRef="#br0" timeOffset="-176021.23">16531 14007 1763 0,'0'0'471'0,"0"0"-362"15,0 0-48-15,0 0 47 16,-123 44-42-16,102-33-35 0,1-4-18 16,2-2-7-16,0-1 0 15,4-2 2-15,4 1-2 16,2-2 6-16,-2-1 0 15,8 3-3-15,-1-3-2 16,3 0 2-16,0 0-9 16,-3 2 0-16,3 0 0 15,0 4-1-15,-3-1 1 16,-4 7 1-16,7-4-1 16,-5 3 1-16,2-1 0 15,0 0 1-15,3-2-1 16,0 2-1-16,0-3 0 15,0 0-8-15,0 1-28 16,6-2 9-16,9-2 2 0,-4-2 7 16,7 2 11-16,0-2 7 15,0 3 1-15,0-2 15 16,-3 3 17-16,-3 4 9 16,-3 2 11-16,-1 0 31 15,-8 4 28-15,0 2-1 16,0 0-7-16,-3 3-33 15,-15-4-2-15,-2 2-18 16,-4-5-23-16,1-5-13 16,-1-3-8-16,-1-4-7 15,8-2-20-15,-1 0-35 16,9-8-54-16,0-22-149 16,9 6-262-16,0-4-348 0</inkml:trace>
  <inkml:trace contextRef="#ctx0" brushRef="#br0" timeOffset="-175748.96">16816 13806 1763 0,'0'0'481'0,"0"0"-300"15,0 0 69-15,26 112-10 16,-23-68-61-16,-3-2-69 0,0 6-31 16,0 1-21-16,0-1-23 15,-9 6-17-15,-3 1-8 16,-6-5-8-16,0 1-1 16,0-7-1-16,5-6-26 15,0-7-70-15,13-17-111 16,0-7-300-16,0-7-320 0</inkml:trace>
  <inkml:trace contextRef="#ctx0" brushRef="#br0" timeOffset="-145656.59">17112 8462 1455 0,'0'0'540'0,"0"0"-423"15,0 0-117-15,0 0 1 16,0 0 49-16,0 0-8 15,74 20 3-15,-40-20 6 16,-1 2-2-16,-4-2-6 16,-6 0-2-16,2 0-20 15,-7 0-14-15,-4 0-7 16,1 0-58-16,15 0-69 16,-4 0-133-16,-2 0-292 0</inkml:trace>
  <inkml:trace contextRef="#ctx0" brushRef="#br0" timeOffset="-145326.97">17142 8691 1190 0,'0'0'480'15,"0"0"-363"-15,0 0 15 0,0 0 11 16,0 0-50-16,0 0-49 15,116-20-25-15,-90 20-7 16,2 0-12-16,8 0-113 16,-10 0-219-16,-5-3-733 0</inkml:trace>
  <inkml:trace contextRef="#ctx0" brushRef="#br0" timeOffset="-144628.33">17060 9757 1699 0,'0'0'526'0,"0"0"-386"15,0 0-33-15,0 0-31 16,0 0-43-16,0 0-24 16,0 0 4-16,44 0 20 15,-15 0-15-15,4 0-8 16,-3 0-2-16,-4 0-7 0,2 0-1 16,-12 0-66-1,2 0-109-15,-8 0-71 16,-10 0-146-16,0-1-401 0</inkml:trace>
  <inkml:trace contextRef="#ctx0" brushRef="#br0" timeOffset="-144459.78">17032 9868 1403 0,'0'0'325'16,"0"0"-232"-16,0 0 8 15,0 0 16-15,0 0-2 16,0 0-37-16,0 0-27 15,69 26-19-15,-48-26-32 16,15 0-22-16,-10 0-205 16,-6 0-388-16</inkml:trace>
  <inkml:trace contextRef="#ctx0" brushRef="#br0" timeOffset="-143788.58">16976 11444 1242 0,'0'0'843'0,"0"0"-618"15,0 0-172-15,0 0-32 16,0 0 14-16,0 0 5 16,0 0-22-16,118-22-9 15,-75 12-9-15,-5 1-9 16,-3 6-158-16,-8 0-123 16,-11 3-284-16</inkml:trace>
  <inkml:trace contextRef="#ctx0" brushRef="#br0" timeOffset="-143593.08">16973 11558 1733 0,'0'0'343'0,"0"0"-275"0,0 0-12 15,0 0 42-15,0 0-23 16,116-7-29-16,-81 6-46 15,12 1-19-15,-8 0-150 16,-9 0-363-16</inkml:trace>
  <inkml:trace contextRef="#ctx0" brushRef="#br0" timeOffset="-142902.41">17053 12809 1088 0,'0'0'818'0,"0"0"-608"16,0 0-157-16,0 0 15 16,0 0-9-16,0 0-4 15,0 0-18-15,125-22-33 16,-101 18-4-16,-1 0-90 16,2-2-136-16,-9-1-294 15,-6 2-841-15</inkml:trace>
  <inkml:trace contextRef="#ctx0" brushRef="#br0" timeOffset="-142709.39">17104 12836 1538 0,'0'0'534'16,"0"0"-441"-16,0 0-70 15,0 0 8-15,0 0 0 16,0 0 9-16,0 0-7 15,92 3-33-15,-35-3-12 16,-11 0-258-16,-7 0-605 0</inkml:trace>
  <inkml:trace contextRef="#ctx0" brushRef="#br0" timeOffset="-142060.16">17240 14266 2061 0,'0'0'511'0,"0"0"-460"0,0 0-45 15,0 0 6 1,0 0-5-16,0 0 5 0,0 0-1 15,90-5-5-15,-58 3-6 16,1 1-14-16,-6 1-117 16,-10 0-63-16,-8 0-45 15,-6 0-104-15,-3 0-395 0</inkml:trace>
  <inkml:trace contextRef="#ctx0" brushRef="#br0" timeOffset="-141859.72">17271 14369 1506 0,'0'0'405'16,"0"0"-258"-16,0 0-69 0,0 0 24 15,0 0 54-15,0 0-5 16,0 0-44-16,118 0-41 16,-85 0-32-16,2 0-26 15,-2 0-8-15,5 0-24 16,-2 0-176-16,-12 0-345 0</inkml:trace>
  <inkml:trace contextRef="#ctx0" brushRef="#br0" timeOffset="-1009.25">18158 8340 1237 0,'0'0'335'0,"0"0"-136"15,0 0-53-15,0 0 22 16,0 0-50-16,0 0-51 16,-15 0-24-16,15 10 1 0,0 8 6 15,0 10 25-15,0 10 11 16,0 10-25-16,0 7-19 15,0-1-16-15,0 1-8 16,4-5-6-16,10-8-11 16,1-5-1-16,6-13-3 15,-1-10-9-15,8-12-17 16,-2-2 29-16,4-27-1 16,-1-14 2-16,-1-13 2 15,-7-8 11-15,-13-1 3 16,-8 7-5-16,0 7 0 15,-29 10-6-15,-7 11 4 16,-9 10-2-16,0 6-8 0,1 8 15 16,9 4-15-16,4 0-22 15,13 0 0-15,10 7-59 16,8 10-38-16,0 3-20 16,29 14-63-16,10-6-119 15,-1-3-336-15</inkml:trace>
  <inkml:trace contextRef="#ctx0" brushRef="#br0" timeOffset="-819.76">18824 8650 1534 0,'0'0'358'15,"0"0"-262"-15,0 0-79 16,0 0-17-16,0 0-52 16,0 0-296-16,0 0-374 0</inkml:trace>
  <inkml:trace contextRef="#ctx0" brushRef="#br0" timeOffset="-409.34">19008 8549 1401 0,'0'0'385'15,"0"0"-268"-15,0 0-47 16,0 0-4-16,0 0-13 15,-7 108-2-15,28-74 5 16,7-3 9-16,-2-2-25 16,7-5-31-16,0-8-9 15,3-8 0-15,-2-8 25 16,2-4 1-16,-8-22-5 0,-8-11-7 16,-11-7 2-1,-9-3 2-15,-3 0 11 0,-23 3 22 16,-13 8 14-16,-9 4-8 15,-2 10-21-15,2 11-29 16,7 4-7-16,5 7-16 16,10 0-45-16,13 12-82 15,13 28-101-15,6-4-153 16,14-2-547-16</inkml:trace>
  <inkml:trace contextRef="#ctx0" brushRef="#br0" timeOffset="6.55">19708 8235 1318 0,'0'0'482'0,"0"0"-334"16,0 0-85-16,0 0 35 16,-88 107-5-16,76-67-34 15,9 6-3-15,0 2 23 16,3 2-22-16,0-2-25 16,9-2-19-16,8-8-3 0,1-5-10 15,0-9-6 1,3-8-10-16,-6-9 10 0,3-4 0 15,-10-3 6-15,2 0 24 16,-10-16-1-16,0-2 0 16,0-2 33-16,-6 1 8 15,-16 5-9-15,-1 9-4 16,0 5-33-16,-1 0-5 16,-1 26-13-16,12 7-61 15,3 10-46-15,10 9-106 16,15-8-152-16,11-10-474 0</inkml:trace>
  <inkml:trace contextRef="#ctx0" brushRef="#br0" timeOffset="408.47">20134 8685 522 0,'0'0'993'16,"0"0"-799"-16,0 0-127 16,0 0-1-16,0 0 5 15,26 102-41-15,-2-94-13 16,6-8 32-16,-1 0-16 0,7-14-8 15,-9-16-12 1,0-6 1-16,-9-4 6 0,-6 0-8 16,-12-1 65-16,0 5 28 15,-15 4-8-15,-18 6-25 16,-9 6 26-16,-9 10-24 16,5 8-28-16,-5 2-46 15,6 14-7-15,12 16-45 16,10 8-124-16,23 22-102 15,0-7-111-15,21-12-751 0</inkml:trace>
  <inkml:trace contextRef="#ctx0" brushRef="#br0" timeOffset="853.79">20793 8260 1400 0,'0'0'483'0,"0"0"-395"15,0 0 29-15,0 0 2 0,-47 134-29 16,44-88-8-16,3 4 4 16,0 4 0-16,0 1-37 15,6-1-24-15,12-7-8 16,2-3-8-16,7-12-9 16,3-7 0-16,3-13-9 15,-7-10-3-15,4-2-13 16,-9-14 25-16,-7-13 22 15,-7-6-1-15,-7-1-3 16,0 3 37-16,-21 8 13 16,-6 8 0-16,-5 9-21 15,-1 6-18-15,3 5-29 16,6 18-57-16,6 10-82 0,18 21-117 16,0-8-299-1,10-4-1274-15</inkml:trace>
  <inkml:trace contextRef="#ctx0" brushRef="#br0" timeOffset="148468.5">14734 9966 1045 0,'0'0'525'16,"0"0"-344"-16,0 0-51 16,0 0 24-16,0 0-22 15,0 0-37-15,0-3-33 16,0 3-10-16,11-1 7 15,-2 1 4-15,9 0 5 16,0-3-20-16,0 3-14 0,3-2-10 16,-1 1-11-16,-2-4 2 15,-7 3-15-15,4-1-84 16,-2 1-92-16,-5 2-154 16,-5 0-436-16</inkml:trace>
  <inkml:trace contextRef="#ctx0" brushRef="#br0" timeOffset="151264.06">11192 11514 218 0,'0'0'1170'15,"0"0"-864"-15,0 0-159 16,0 0-21-16,0 0-29 16,0 0-35-16,0 0-33 15,-8-2-22-15,13 0 7 16,3 0 14-16,5 0 1 16,2-1-8-16,-4 1-8 15,7-2-11-15,-3 1-2 16,15-2-126-16,-3-2-196 15,-1 3-344-15</inkml:trace>
  <inkml:trace contextRef="#ctx0" brushRef="#br0" timeOffset="153883.11">15114 11376 1099 0,'0'0'400'0,"0"0"-199"15,0 0-34-15,0 0-13 16,0 0-34-16,0 0-45 15,0 0-35-15,0 0-25 16,0 6-6-16,8 6 8 16,5 2 14-16,0 1 2 15,0-1-5-15,2 0-4 16,-4-3-6-16,1-5-3 16,3-4-4-16,-6-2-9 15,3 0-1-15,1-12 29 16,-5-10-14-16,-5-6 8 15,-1-2-1-15,-2 2 12 0,0 3-5 16,-8 7 9-16,-4 4 10 16,-4 6-28-16,5 6-2 15,2 2-14-15,1 0-5 16,-2 9-45-16,4 13-55 16,4 6-17-16,-1 8-67 15,0 4-11-15,3 12-78 16,0-10-23-16,0-10-254 0</inkml:trace>
  <inkml:trace contextRef="#ctx0" brushRef="#br0" timeOffset="154096.54">15472 11494 1287 0,'0'0'405'16,"0"0"-216"-16,0 0-126 16,0 0 3-16,0 0-36 15,0 0-30-15,0 0-18 16,0 16-101-16,0-12-134 16,0-2-336-16</inkml:trace>
  <inkml:trace contextRef="#ctx0" brushRef="#br0" timeOffset="154713.87">15901 11101 1035 0,'0'0'562'0,"0"0"-356"15,0 0-88-15,0 0 49 16,0 0-61-16,0 0-21 16,0 0 18-16,-62 6-8 15,52-4-9-15,-2 0-7 16,1 2-46-16,-2-1-9 16,5 0-8-16,-2 1-4 0,2 2-11 15,-2 2-1-15,5 2 0 16,-1 3-2-16,-3-3-4 15,6 5 5-15,-3-1-1 16,4-1 1-16,-2-2-1 16,1-1 2-16,3-2-6 15,0 0-13-15,0-3-14 16,0-2-3-16,0 0 2 16,7-3 0-16,4 0 10 15,4 0 6-15,3 0-12 16,0 0 17-16,5-5 7 15,-2-1 6-15,0 6 1 16,-1 0-1-16,-2 0-1 0,-3 0 0 16,-2 13 1-16,-5 2 10 15,-8 3 16-15,0 3 27 16,0-2 8-16,0 1 3 16,-8-1-1-16,-10 1-14 15,3-4 0-15,-3 0-8 16,0-4-4-16,3-5-4 15,4-1-5-15,-2-3-13 16,8-3-4-16,2 0-11 16,-4 0 0-16,1 0-39 15,1 0-57-15,-5-6-92 16,5 2-161-16,-5 2-482 0</inkml:trace>
  <inkml:trace contextRef="#ctx0" brushRef="#br0" timeOffset="158132.29">11569 12873 1255 0,'0'0'283'0,"0"0"-207"15,0 0-49-15,0 0 24 16,0 0 8-16,0 0-8 15,0 0 51-15,24 57 7 16,-12-37-44-16,2 2-4 16,-2 0-21-16,1-2-17 15,-2-1-9-15,4-5-6 16,-5-3-2-16,-2-7-6 16,4-4 0-16,-3 0-16 15,0-8 16-15,0-13 32 16,-4-10-5-16,-5-3-11 15,0 0-4-15,0 2 1 0,0 2 0 16,0 8 7-16,-5 5 15 16,-4 7 4-16,0 8-5 15,-4 2 3-15,5 0-37 16,-7 8-1-16,4 13-51 16,-2 2-14-16,5 6-24 15,8 1-53-15,0 8-86 16,6-6-114-16,9-6-290 0</inkml:trace>
  <inkml:trace contextRef="#ctx0" brushRef="#br0" timeOffset="158326.76">11950 13090 1099 0,'0'0'519'0,"0"0"-379"16,0 0-62-16,0 0-36 16,0 0-26-16,0 0-16 15,0 0-93-15,-21 38-75 16,14-33-315-16</inkml:trace>
  <inkml:trace contextRef="#ctx0" brushRef="#br0" timeOffset="158831.94">12130 12841 1228 0,'0'0'373'16,"0"0"-180"-16,0 0-50 15,0 0 7-15,0 0-65 16,0 0-24-16,0 0 25 15,-38 0-24-15,32 2-31 16,-3 1 3-16,6-2-1 16,-3 2-24-16,4-1-3 15,-1-1 1-15,-4 4-7 16,7-2 0-16,-3 4-2 16,0 3-5-16,1-1 6 0,2 4-5 15,0-4 5-15,0 1-16 16,0 1 4-16,0-4-8 15,5 0-35-15,10-4-8 16,3-3 35-16,8 0 7 16,-1 0 21-16,-1 0-4 15,-1 0 5-15,-5 6 6 16,-6 3 0-16,-3-1 13 16,-4 4 37-16,-5 0 21 15,0 2 1-15,0 0 3 16,0 0 4-16,-8 0-9 15,-5-4-13-15,-2 0-21 16,2-4-20-16,0-2-11 0,1-1-11 16,3-3-55-1,4 0-82-15,5-17-99 0,8-3-309 16,10-2-597-16</inkml:trace>
  <inkml:trace contextRef="#ctx0" brushRef="#br0" timeOffset="160617.19">15146 12941 1190 0,'0'0'340'16,"0"0"-166"-16,0 0-25 15,0 0 30-15,0 0-42 16,0 0-40-16,0 0 2 16,-6-112-10-16,6 98-5 15,0 2-17-15,0 6-18 16,0 0-6-16,3 2-10 16,-3 2-14-16,0 0-2 15,0 0-1-15,0 2-4 16,3 0 3-16,-3 0 3 15,0 0-5-15,0 0 1 0,0 8-7 16,0 9-1-16,0 5-5 16,0 8 0-16,0 3 0 15,0 6-1-15,0-3-12 16,0 1-21-16,0-4-16 16,0-3-22-16,0-6-49 15,0-8-128-15,0-12-319 0</inkml:trace>
  <inkml:trace contextRef="#ctx0" brushRef="#br0" timeOffset="162516.63">12276 14177 1164 0,'0'0'377'16,"0"0"-204"-16,0 0-55 16,0 0 45-16,-9-106-12 15,9 79-58-15,0 5-34 16,0 2-14-16,0 8-10 16,0 5-12-16,0 2 6 15,0 5 19-15,0 0-2 16,0 0-18-16,0 0-15 15,0 0 5-15,0 0 6 16,0 8 0-16,0 14-3 16,0 13 18-16,4-1 20 15,1 10-16-15,-5 0-11 0,6-4-13 16,-3-4-2-16,6-6-17 16,0-2 3-16,0-6-3 15,9-6-55-15,14-16-117 16,-2 0-163-16,-4 0-399 0</inkml:trace>
  <inkml:trace contextRef="#ctx0" brushRef="#br0" timeOffset="164467.41">15592 14171 1043 0,'0'0'382'0,"0"0"-171"15,0 0-138-15,0 0 36 16,0 0 32-16,0 0-24 15,0 0-14-15,21 7 11 0,-10 8 16 16,4 3-21-16,-3 0-26 16,-1 0-4-16,-1 1-33 15,-7-2-8-15,-1 2-1 16,-2-5 8-16,0 3-10 16,-5 2-8-16,-16-3 0 15,1-2-22-15,-8 0-5 16,-1-8-14-16,-4 0-22 15,3-5-50-15,6 4 5 16,4-5-35-16,2 1-33 16,12-1 44-16,3 0 40 15,3 0 7-15,0 0 45 16,9-7 13-16,6 1 44 16,3 1 5-16,0 5 7 15,0 0-8-15,0 5 11 0,2 11-4 16,1 3 12-16,-3 3 3 15,2 3-10-15,-2-3-2 16,3 0-25-16,-3-7-17 16,0 0-8-16,0-7-8 15,0-8-65-15,11 0-131 16,-9-19-285-16,-2 2-794 0</inkml:trace>
  <inkml:trace contextRef="#ctx0" brushRef="#br0" timeOffset="194745.34">18209 9859 1617 0,'0'0'342'16,"0"0"-237"-16,0 0-18 15,0 0 24-15,0 0-27 16,0 0-25-16,8 47 1 0,7-31-14 15,-2-4-9-15,5 0-6 16,0-4-2-16,-2-5-3 16,2-3-9-16,4 0-4 15,2-1 2-15,5-23 4 16,-2-8-4-16,-1-9 8 16,-5-3-7-16,-6-2-1 15,-9 1-4-15,-6 2 2 16,0 5-7-16,-11 8 27 15,-14 10 0-15,-1 8 1 16,-10 12-22-16,0 0-12 16,0 20-12-16,2 16 12 15,6 12-55-15,5 4-14 0,10-2-34 16,13-1-43-16,0-7-54 16,21-8-105-16,9-10-222 15,-1-14-580-15</inkml:trace>
  <inkml:trace contextRef="#ctx0" brushRef="#br0" timeOffset="194916.87">18842 9807 1335 0,'0'0'352'0,"0"0"-286"15,0 0-66 1,0 0-84-16,0 0-234 0,0 0-697 0</inkml:trace>
  <inkml:trace contextRef="#ctx0" brushRef="#br0" timeOffset="195428.51">19222 9629 1332 0,'0'0'314'15,"0"0"-185"-15,0 0-73 16,0 0 82-16,0 0 10 16,0 0-39-16,134-24-28 15,-108 44-1-15,-8 6 11 16,-9 2-7-16,-6 5-17 16,-3-3-10-16,0 3-12 15,-21 2-20-15,-12-2-8 16,-2 0-17-16,-1-5-14 15,0-6-50-15,4-8-57 0,2-5-47 16,6-9-55-16,7 0 28 16,1 0 108-16,14 0 87 15,-1 0 38-15,3-5 14 16,0 1 15-16,0 4 12 16,8 0 42-16,7 0-36 15,0 0-29-15,3 9-11 16,3 1-11-16,-3 5-8 15,0-3-20-15,0-2-6 16,0-5-13-16,2-5-136 16,-2 0-178-16,-3 0-472 0</inkml:trace>
  <inkml:trace contextRef="#ctx0" brushRef="#br0" timeOffset="195922.2">19602 9571 1491 0,'0'0'382'15,"0"0"-221"-15,0 0-13 16,0 0-42-16,0 0-71 15,0 0-12-15,0 0 3 16,0 64 26-16,0-36-10 16,0 2-9-16,0 1 2 0,0-4-10 15,0 0-17-15,6-5 1 16,3-4-9-16,5-8-6 16,1-9-6-16,3-1-16 15,3-5-12-15,2-18 17 16,-1-4 23-16,-5-8 0 15,-2 5 9-15,-5 2-1 16,-7 6 1-16,-1 8 26 16,-2 6 13-16,0 3 17 15,0 5 25-15,0 0-32 16,0 0-30-16,0 0-27 16,0 13 0-16,0 5 14 0,0 1-5 15,0 6-1-15,0-1-8 16,0 1 1-16,0 0 3 15,0 1-5-15,0-1-110 16,13 8-88-16,0-6-120 16,0-6-316-16</inkml:trace>
  <inkml:trace contextRef="#ctx0" brushRef="#br0" timeOffset="196313.16">20178 9703 1234 0,'0'0'364'16,"0"0"-182"-16,0 0-68 16,0 0 62-16,0 0-43 15,0 0-31-15,36-104-9 16,-30 102 4-16,-4 2-31 16,-2 0-5-16,0 21-29 0,5 10-5 15,-5 9-1-15,0 6-17 16,0 2-3-16,0 1-4 15,0-5-1-15,0-4-1 16,-5-6-4-16,5-6-112 16,-2-7-107-16,2-8-108 15,0-9-334-15</inkml:trace>
  <inkml:trace contextRef="#ctx0" brushRef="#br0" timeOffset="196979.87">20564 9618 1388 0,'0'0'364'16,"0"0"-147"-16,0 0-44 15,0 0-70-15,0 0-20 16,0 0 33-16,0 0 13 16,80-51-9-16,-58 45-43 0,-8 4-15 15,1 2-20-15,-3 0-23 16,-3 0-11-16,0 0-7 16,-3 10 10-16,2 6-2 15,-1 4 3-15,-4 7 7 16,-3 6 1-16,0 5-8 15,0-2-3-15,0 4-2 16,0 0-5-16,-3 3 4 16,-4-5-6-16,2-2 1 15,2-4-1-15,3-4 0 16,0-6-37-16,-3-6-114 16,3-12-99-16,0-4-231 15,0 0-334-15</inkml:trace>
  <inkml:trace contextRef="#ctx0" brushRef="#br0" timeOffset="197168.37">20490 9803 1555 0,'0'0'506'16,"0"0"-338"-16,0 0-103 15,0 0 51-15,0 0 19 16,125-2-43-16,-74 2-54 15,-4 0-35-15,1 0-3 16,11 0-79-16,-9 2-126 16,-7-2-406-16</inkml:trace>
  <inkml:trace contextRef="#ctx0" brushRef="#br0" timeOffset="199496.69">21147 9593 1328 0,'0'0'507'16,"0"0"-370"-16,0 0 59 15,0 0 31-15,0 0-66 0,0 0-61 16,0 0-33-16,-10-11-6 15,28 8-1-15,3 0-3 16,0 3-8-16,-9-1-13 16,1 1-7-16,-5 0-16 15,-3 0-1-15,2 0-3 16,-4 0 4-16,2 6-13 16,-5 0 0-16,0 4 8 15,0 2-1-15,-2 5 5 16,-16 8-3-16,-6 0-9 15,-2 0-4-15,1-1-16 16,7-6-9-16,7-4 5 16,5-2-14-16,6-2-2 0,0-4 1 15,0 2-4 1,0-1 11-16,4-1 19 0,4-2 7 16,-3-1 6-16,5 2 0 15,-2-2 10-15,-5 5 7 16,1 3 25-16,-4 3 14 15,0 1 10-15,0 6-9 16,-7 1-17-16,-1-2-11 16,-2-2-14-16,2-5-9 15,-1 0 1-15,-2-5-1 16,-2 1-4-16,-2-2-2 16,-3-3-24-16,1-2-72 15,-5-2-85-15,9 0-177 16,0-6-632-16</inkml:trace>
  <inkml:trace contextRef="#ctx0" brushRef="#br0" timeOffset="-205991.48">18091 11275 1617 0,'0'0'376'15,"0"0"-277"-15,0 0-78 16,0 0 20-16,0 0 45 16,13 112-20-16,5-81 4 15,3-3-20-15,4-4-1 16,-2-4-16-16,6-9-17 16,1-6-14-16,1-5 33 15,0-6-8-15,0-20-7 16,-5-11-3-16,-8-4-6 15,-6-5-1-15,-9-1 5 16,-3 3 12-16,-10 6-2 16,-16 10 17-16,-10 6 7 15,-5 10-23-15,-3 10-25 0,1 2 5 16,5 8-6-16,9 18-42 16,11 8-77-16,9 9-91 15,9 17-52-15,11-10-254 16,10-9-486-16</inkml:trace>
  <inkml:trace contextRef="#ctx0" brushRef="#br0" timeOffset="-205822.93">18621 11472 1592 0,'0'0'334'0,"0"0"-284"0,0 0-50 16,0 0-111-16,0 0-177 16,0 0-703-16</inkml:trace>
  <inkml:trace contextRef="#ctx0" brushRef="#br0" timeOffset="-205240.97">18931 11101 1235 0,'0'0'508'16,"0"0"-350"-16,0 0-38 16,0 0 2-16,0 0-35 15,0 0-22-15,0 0-10 16,98-40 8-16,-77 40-2 0,-3 0-4 15,-7 4-20-15,-2 12 8 16,-3 4-2-16,-6 1 6 16,0 2-22-16,0 1-5 15,-9-6-5-15,0-2-10 16,1-5-7-16,8-6-25 16,0-3-74-16,2-2-35 15,13 0 70-15,9 0 59 16,-3 4 5-16,-6 4 1 15,-7 6 30-15,-5 4 58 16,-3 4 20-16,-8 3-22 16,-13 2-16-16,-9-1-17 15,1-1-27-15,-5-3-11 16,1-6-5-16,7-7-2 16,6-2-9-16,2-5-37 0,5-2-63 15,13-9-130-15,0-10-400 16,15-3-892-16</inkml:trace>
  <inkml:trace contextRef="#ctx0" brushRef="#br0" timeOffset="-204824.08">19356 11093 1423 0,'0'0'395'0,"0"0"-208"16,0 0-118-16,0 0 49 0,0 0 33 16,0 0 2-16,133 94-67 15,-109-59-27-15,-1 2-9 16,-10-3-21-16,-4 1-8 16,-6-4-13-16,-3-3-8 15,0-3-3-15,-7-5-64 16,-4-6-21-16,-4-9 21 15,-3-5 24-15,0 0 3 16,6-14-30-16,3-14-7 16,7-9 52-16,2-10 8 15,0-5 16-15,15-3-8 16,-4 1 9-16,1 4 0 0,-6 5 1 16,-6 8 0-1,0 9 9-15,-6 6 14 0,-14 11 13 16,-8 4-37-16,-1 7-3 15,-1 8-3-15,-9 45-115 16,10-3-223-16,8 0-953 0</inkml:trace>
  <inkml:trace contextRef="#ctx0" brushRef="#br0" timeOffset="-202323.25">20214 11043 1288 0,'0'0'353'0,"0"0"-188"16,0 0-83-16,0 0 69 15,0 0 0-15,0 0-46 16,0 0-31-16,69-49-17 0,-61 49-4 16,-2 10-5-16,-3 18 8 15,-3 9 8-15,0 8-16 16,-3 5-24-16,-18 1-11 16,-5-2-5-16,-4-6-8 15,1-4-7-15,-2-6-33 16,5-4-48-16,-1-9-77 15,9-11-44-15,0-9 13 16,10 0 103-16,2-11 81 16,6-12 12-16,0-2 62 15,0 3 3-15,14 3 2 16,1 7 11-16,0 5 3 0,0 7-8 16,3 0-13-16,0 1 15 15,3 16-13-15,-1 4-20 16,1 1-24-16,-3 0-5 15,0-1-13-15,-3-3-43 16,9-5-161-16,-4-2-113 16,-2-11-421-16</inkml:trace>
  <inkml:trace contextRef="#ctx0" brushRef="#br0" timeOffset="-201756.63">20859 11001 1077 0,'0'0'363'0,"0"0"-182"15,0 0 31-15,0 0 2 16,0 0-23-16,0 0-28 16,0 0-19-16,-54-61-25 15,36 61-41-15,-2 0-35 16,2 0-13-16,-6 0-12 16,6 10-9-16,1 4-9 15,-1 4-1-15,5 3-5 0,2 2 6 16,2 4-1-16,3-5 0 15,6 0-6-15,0-4-7 16,0-7-33-16,18-2-41 16,8-9-23-16,7 0 4 15,6-7 32-15,-3-12 10 16,-1-1 36-16,-8 0 22 16,-9 4 7-16,-6 7 27 15,-9 6 63-15,-3 3 54 16,0 0-5-16,0 6-68 15,0 14-32-15,-3 8-6 16,-4 5-5-16,4 7-4 16,-2-5-12-16,5-3-11 0,0-2 0 15,0-2-1 1,0-3-18-16,0-6-57 0,0-3-172 16,3-4-41-16,5-4-234 15,2-8-636-15</inkml:trace>
  <inkml:trace contextRef="#ctx0" brushRef="#br0" timeOffset="-201239.12">21337 10968 1335 0,'0'0'299'0,"0"0"-132"16,0 0 26-16,0 0-20 16,0 0-22-16,0 0-10 15,0 0-39-15,111-34-5 16,-106 54-34-16,1 7 5 15,-6 3-11-15,0 3-16 16,-3 5 0-16,-18 2-12 0,-5 2-14 16,-4-3-5-1,-6-1-1-15,-3-4-2 0,3-6-7 16,3-6-47-16,7-5-66 16,8-12-14-16,7-5 63 15,4 0-18-15,7-11 58 16,0-6 17-16,10-1 7 15,1 2 6-15,4 6 29 16,-5 6 29-16,1 4 0 16,-2 0-4-16,2 7 6 15,5 8-14-15,-4-1-6 16,2 0-28-16,4-2-9 16,-3-3-8-16,3-5-1 15,2-4-65-15,11-4-35 16,-5-15-120-16,-3-1-423 0</inkml:trace>
  <inkml:trace contextRef="#ctx0" brushRef="#br0" timeOffset="-194087.65">17989 12869 700 0,'0'0'931'0,"0"0"-705"16,0 0-162-16,0 0-14 0,0 0 42 15,-21 113-18 1,21-89-21-16,12-4-22 0,9-5-6 16,2-4 9-16,5-7-1 15,1-4 5-15,4 0 18 16,-4-20-27-16,7-14-13 15,-9-6-4-15,-6-8-2 16,-13-1 2-16,-8 3 0 16,-3 5 13-16,-30 4 15 15,-8 7 8-15,-9 10 15 16,2 8-7-16,-3 10-9 16,13 2-40-16,9 2-7 15,5 16-25-15,15 4-75 0,9 6-22 16,0 3-24-1,35 9-42-15,1-8-135 0,3-9-354 16</inkml:trace>
  <inkml:trace contextRef="#ctx0" brushRef="#br0" timeOffset="-193901.15">18672 12886 1498 0,'0'0'596'0,"0"0"-452"15,0 0-110-15,0 0-34 0,0 0-123 16,0 0-217-16,0 0-175 16,51-17-466-16</inkml:trace>
  <inkml:trace contextRef="#ctx0" brushRef="#br0" timeOffset="-193287.28">19314 12622 1273 0,'0'0'486'16,"0"0"-319"-16,0 0-82 16,0 0 41-16,0 0 18 15,0 0-27-15,0 0-16 0,134-97-18 16,-108 97 5-16,-8 23-6 16,0 13-9-16,-10 11-25 15,-8 5-14-15,0 4-1 16,-8-2-11-16,-15-1-10 15,-8-8-3-15,-2-4-9 16,1-7-10-16,2-10-43 16,-2-11-48-16,5-10-19 15,1-3 7-15,8-15-50 16,5-12 37-16,8-7 74 16,5 4 48-16,0 3 4 15,0 10 45-15,5 7 19 16,8 7 3-16,-2 3-2 15,4 0 1-15,6 3 9 0,3 9-25 16,3 3-21-16,-1 2-9 16,-1 1-20-16,-2 0-88 15,6 2-135-15,-8-4-249 16,-3-4-523-16</inkml:trace>
  <inkml:trace contextRef="#ctx0" brushRef="#br0" timeOffset="-192819.54">19849 12511 1592 0,'0'0'343'0,"0"0"-229"15,0 0-32-15,0 0-15 16,0 0-13-16,0 0 6 16,0 0 3-16,8 105 0 15,-1-78-22-15,1-4-16 16,1-4-11-16,0-5-7 16,4-5-7-16,0-8-30 15,3-1-69-15,2-1 57 16,2-22-17-16,-2-3-34 15,0-6 38-15,0 2 55 0,-10 2 7 16,-1 6 43 0,-1 3 55-16,-6 6 27 0,0 6-11 15,0 3-3-15,0 4-22 16,0 0-32-16,0 12-63 16,0 16 27-16,0 9 5 15,0 9 1-15,0 6-11 16,0 2-8-16,0-4-14 15,0-4-1-15,0-3 0 16,0-12-39-16,9-4-131 16,8-11-178-16,1-10-411 0</inkml:trace>
  <inkml:trace contextRef="#ctx0" brushRef="#br0" timeOffset="-192303.41">20579 12633 1517 0,'0'0'385'16,"0"0"-198"-16,0 0-81 16,33-118 51-16,-15 86-50 15,-4 6-27-15,-2 9-11 16,-2 10-17-16,-7 7-6 16,-3 6 17-16,0 30-2 0,0 16 9 15,-7 16-12 1,-4 8-25-16,-4 2-18 0,0-6-8 15,9-10-7-15,3-11-17 16,3-11-41-16,0-12-78 16,0-20-159-16,9-6-194 15,6-2-446-15</inkml:trace>
  <inkml:trace contextRef="#ctx0" brushRef="#br0" timeOffset="-191969.79">20818 12566 1224 0,'0'0'346'15,"0"0"-239"-15,0 0-18 16,0 0 72-16,0 0-24 15,121-32-35-15,-85 31-21 16,0 1-8-16,-10 0 21 16,-5 18 4-16,-4 12-2 15,-11 10 21-15,-6 10-32 16,0 4-26-16,0 2-13 16,-11-1-18-16,-1-5-11 15,-4-6-5-15,3-4-12 0,-3-7-21 16,-4-2-102-16,-1-11-248 15,3-10-413-15</inkml:trace>
  <inkml:trace contextRef="#ctx0" brushRef="#br0" timeOffset="-191796.75">20903 12850 1770 0,'0'0'505'16,"0"0"-436"-16,0 0 28 15,0 0 32-15,0 0-17 16,0 0-50-16,143-18-30 16,-104 9-32-16,0-3-99 0,2-8-158 15,-5 4-280-15,-10 0-490 16</inkml:trace>
  <inkml:trace contextRef="#ctx0" brushRef="#br0" timeOffset="-191219.29">21471 12503 1498 0,'0'0'495'15,"0"0"-409"-15,0 0 7 16,0 0 78-16,0 0-18 15,0 0-19-15,0 0-31 16,124-19-21-16,-109 24-5 0,-5 7-38 16,-7 2-15-1,-3-1 8-15,0 6-4 0,-7-1-11 16,-11 1 5-16,1 0-22 16,8-3-19-16,3-4-47 15,6 2-37-15,0 2 15 16,0 2 46-16,3 4 28 15,0 4 14-15,-1 5 39 16,-2-2 54-16,0 2 19 16,0-6-9-16,0-3-16 15,-2-5-26-15,-4-3-20 16,-1-4-10-16,2-2-4 16,-1-4-11-16,1 0-7 15,-2-3-9-15,1 2-9 16,-3-3-34-16,-12 0-89 0,3-3-178 15,-3-2-558-15</inkml:trace>
  <inkml:trace contextRef="#ctx0" brushRef="#br0" timeOffset="-187351.45">18369 14327 1401 0,'0'0'386'16,"0"0"-244"-16,0 0-98 15,0 0 26-15,0 0 46 16,0 0 3-16,0 0-28 0,-18 95-25 16,30-76 3-16,6-1-22 15,0-1-19 1,8-7-6-16,2-3-13 0,-2-7 15 16,4 0-8-16,2-11-2 15,-2-13-13-15,-6-11-1 16,-1-5-9-16,-10-4 9 15,-11-2-1-15,-2 2 2 16,-8 4 9-16,-22 8-4 16,-6 4 6-16,-3 12 23 15,1 10 7-15,2 6-8 16,7 1-34-16,8 24-3 16,9 5-11-16,9 8-61 0,3 2-59 15,6 1-71 1,42 6-73-16,-12-10-95 0,5-8-613 0</inkml:trace>
  <inkml:trace contextRef="#ctx0" brushRef="#br0" timeOffset="-187188.99">19106 14455 778 0,'0'0'963'16,"0"0"-919"-16,0 0-44 16,0 0-116-16,0 0-97 15,0 0-626-15</inkml:trace>
  <inkml:trace contextRef="#ctx0" brushRef="#br0" timeOffset="-186817.92">19418 14283 1405 0,'0'0'520'0,"0"0"-381"16,0 0-72-16,0 0 49 15,20 113 9-15,1-86-39 16,7-3-45-16,-2-5-24 0,7-8-15 15,-4-6-1-15,4-5 29 16,5-10-17-16,-7-21 0 16,-5-7-13-16,-3-7 0 15,-13-8 1-15,-10 6 14 16,0 0-14-16,-23 13 10 16,-13 8 4-16,-13 16 20 15,-4 10 10-15,-4 8-25 16,8 20-20-16,3 9-10 15,17 1-68-15,17-3-96 16,12 5-71-16,20-9-152 16,11-10-388-16</inkml:trace>
  <inkml:trace contextRef="#ctx0" brushRef="#br0" timeOffset="-186436.48">20014 14065 1545 0,'0'0'477'16,"0"0"-379"-16,0 0-10 15,0 0 73-15,0 0-61 16,-80 130-56-16,80-92-23 15,0 4-10-15,18-2-4 0,6-3-7 16,3-3 0-16,2-6-11 16,4-15-11-16,3-4-63 15,0-9-20-15,-3 0 31 16,-10-27-28-16,-5-5 43 16,-12 1 59-16,-6 0 10 15,-3 7 59-15,-20 8 52 16,-8 7 26-16,-2 9-65 15,4 0-33-15,2 17-31 16,6 5-18-16,10 5-98 16,11 9-100-16,6-8-61 15,12-5-247-15</inkml:trace>
  <inkml:trace contextRef="#ctx0" brushRef="#br0" timeOffset="-186107.36">20413 14329 1472 0,'0'0'380'16,"0"0"-196"-16,0 0-115 16,0 0 10-16,-6 126-10 15,29-101-25-15,8-8-24 16,-2-6-12-16,4-7-8 0,0-4 21 15,-4-9-5 1,-4-12-16-16,-7-8 1 0,-7-10-1 16,-11 2 11-16,0-3-2 15,-9 0 20-15,-18 9 41 16,-5 8 18-16,-7 11 16 16,1 8-46-16,-5 4-56 15,11 6-2-15,5 19-108 16,16 6-112-16,7-4-136 15,4-2-473-15</inkml:trace>
  <inkml:trace contextRef="#ctx0" brushRef="#br0" timeOffset="-185716.9">21102 13928 1655 0,'0'0'476'0,"0"0"-370"15,0 0 20-15,0 0 22 16,-109 115-63-16,99-74-42 16,7 12-13-16,3 1-9 15,0 2-6-15,13-6 3 16,13-4-9-16,7-10-9 15,8-7-12-15,3-14 11 16,2-8 1-16,-2-7 8 0,-5 0-8 16,-13-21 1-16,-11-1 12 15,-8 0 8-15,-7-2 40 16,-4-1 34-16,-22 8-8 16,-5 5-21-16,-3 8-38 15,-2 4-28-15,0 14-3 16,9 18-88-16,9 22-120 15,15-5-299-15,3-9-920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17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60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Distribuição Amostral da Média e da Proporção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Obter a distribuição amostral da média e calcular suas probabilidades.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Obter a distribuição amostral da proporção e calcular suas probabilidades.</a:t>
            </a:r>
          </a:p>
          <a:p>
            <a:r>
              <a:rPr lang="pt-BR" sz="2400" b="1" dirty="0"/>
              <a:t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10 (10.7 a 10.9)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7 (7.2)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7 (7.3)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9 (9.1, 9.2)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46051600-8C71-439B-1792-86D66EF44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Amostral da Média</a:t>
                </a:r>
              </a:p>
              <a:p>
                <a:r>
                  <a:rPr lang="pt-BR" sz="2800" dirty="0"/>
                  <a:t>Vamos estudar agora a distribuição amostral da estatística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uma população;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São conhecidos os parâmetros </a:t>
                </a:r>
                <a14:m>
                  <m:oMath xmlns:m="http://schemas.openxmlformats.org/officeDocument/2006/math">
                    <m:r>
                      <a:rPr lang="pt-BR" sz="2800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 = Var(X).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Vamos retirar </a:t>
                </a:r>
                <a:r>
                  <a:rPr lang="pt-BR" sz="2800" b="1" dirty="0"/>
                  <a:t>todas</a:t>
                </a:r>
                <a:r>
                  <a:rPr lang="pt-BR" sz="2800" dirty="0"/>
                  <a:t> as possíveis AAS de tamanho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dessa população,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Calcular a média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das amostras 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Em seguida, consideremos a distribuição amostral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e estudemos suas propriedades.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2836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Considere a população {1,2,3,4,5}.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Sabemos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Vamos retirar todas as amostras de tamanho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sz="2800" dirty="0"/>
                  <a:t> e calcular a média de cada amostra.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Como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varia para cada amostra,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é uma variável aleatória discreta. Podemos 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272" t="-1382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66731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Exemplo. 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8DDECE9-4100-0656-D94A-A2CD8AFD0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7" y="2029454"/>
            <a:ext cx="10423086" cy="38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0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0F021F-F6F3-5046-C4AF-57511D5C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6" y="1301094"/>
            <a:ext cx="10846935" cy="40506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2BDE398-8A77-858B-9F6C-DC7DE11804D1}"/>
                  </a:ext>
                </a:extLst>
              </p:cNvPr>
              <p:cNvSpPr txBox="1"/>
              <p:nvPr/>
            </p:nvSpPr>
            <p:spPr>
              <a:xfrm>
                <a:off x="881686" y="5603631"/>
                <a:ext cx="46854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dirty="0"/>
                  <a:t>Logo,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800" b="0" i="0" dirty="0">
                    <a:latin typeface="+mj-lt"/>
                  </a:rPr>
                  <a:t>e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. </a:t>
                </a: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2BDE398-8A77-858B-9F6C-DC7DE1180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6" y="5603631"/>
                <a:ext cx="4685450" cy="523220"/>
              </a:xfrm>
              <a:prstGeom prst="rect">
                <a:avLst/>
              </a:prstGeom>
              <a:blipFill>
                <a:blip r:embed="rId4"/>
                <a:stretch>
                  <a:fillRect l="-2734" t="-10465" r="-130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819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74800"/>
            <a:ext cx="100672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6A1F22-0F42-5F50-CC45-34AD63B9E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11" y="1340759"/>
            <a:ext cx="10457470" cy="146105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A983ACE-530C-56A0-00B1-E02F4162A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11" y="3011085"/>
            <a:ext cx="10368757" cy="273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6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83209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2800" dirty="0"/>
              <a:t>O que acontece se aumentarmos o tamanho da amostra?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Veja alguns exemplos apresentados graficamente: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4FB53BF-02DF-46E1-9D63-7F45CDD89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991" y="1340760"/>
            <a:ext cx="3079322" cy="510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D7BF6A-5E61-47AB-B852-16AA717C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53" y="1340760"/>
            <a:ext cx="6588247" cy="50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4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188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 (TLC)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Para </a:t>
                </a:r>
                <a:r>
                  <a:rPr lang="pt-BR" sz="2800" u="sng" dirty="0"/>
                  <a:t>amostras casuais simples</a:t>
                </a:r>
                <a14:m>
                  <m:oMath xmlns:m="http://schemas.openxmlformats.org/officeDocument/2006/math"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retiradas de uma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população com média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> e variância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 finita, a </a:t>
                </a:r>
                <a:r>
                  <a:rPr lang="pt-BR" sz="2800" b="1" dirty="0"/>
                  <a:t>distribuição</a:t>
                </a:r>
              </a:p>
              <a:p>
                <a:endParaRPr lang="pt-BR" sz="2800" b="1" dirty="0"/>
              </a:p>
              <a:p>
                <a:r>
                  <a:rPr lang="pt-BR" sz="2800" b="1" dirty="0"/>
                  <a:t>amostral  da média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sz="2800" dirty="0"/>
                  <a:t> aproxima-se, 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grande, de uma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distribuição normal, com média </a:t>
                </a:r>
                <a14:m>
                  <m:oMath xmlns:m="http://schemas.openxmlformats.org/officeDocument/2006/math">
                    <m:r>
                      <a:rPr lang="pt-BR" sz="28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> e variância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188087"/>
              </a:xfrm>
              <a:prstGeom prst="rect">
                <a:avLst/>
              </a:prstGeom>
              <a:blipFill>
                <a:blip r:embed="rId2"/>
                <a:stretch>
                  <a:fillRect l="-1272" t="-1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6572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395913" cy="450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Amostral de uma Proporção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Vamos considerar uma população em que a proporção de elementos portadores de certa característica é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. Logo, podemos definir uma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, da seguinte maneira: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pt-BR" sz="2800" dirty="0"/>
                                <m:t>1, 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indiv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duo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portador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da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caracter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stica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pt-BR" sz="2800" dirty="0"/>
                                <m:t>0, 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indiv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duo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ã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portador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da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caracter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stica</m:t>
                              </m:r>
                            </m:e>
                          </m:eqAr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Logo,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395913" cy="4500591"/>
              </a:xfrm>
              <a:prstGeom prst="rect">
                <a:avLst/>
              </a:prstGeom>
              <a:blipFill>
                <a:blip r:embed="rId2"/>
                <a:stretch>
                  <a:fillRect l="-1232" t="-1220" r="-469" b="-29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F3AA0D-5F03-4F15-8DE5-DEAF9697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656" y="5596608"/>
            <a:ext cx="6743973" cy="8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62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Observe nossa variável: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população só tem duas características (sucesso e fracasso).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Definimos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800" dirty="0"/>
                  <a:t> para sucesso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800" dirty="0"/>
                  <a:t> para fracasso.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Vamos escolher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elementos, ou seja, uma amostra.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Cada elemento tem probabilidade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de possuir a característica.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 é o total de indivíduos com a característica na amostra, então</a:t>
                </a: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27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41700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934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definir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sz="2800" dirty="0"/>
                  <a:t> a proporção de indivíduos com a característica </a:t>
                </a:r>
                <a:r>
                  <a:rPr lang="pt-BR" sz="2800" b="1" dirty="0"/>
                  <a:t>na amostra.</a:t>
                </a: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r>
                  <a:rPr lang="pt-BR" sz="2800" dirty="0"/>
                  <a:t>Logo,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>Segue que,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 dirty="0" err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sz="2800" i="1" dirty="0" err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ou seja, a distribuição amostral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sz="2800" dirty="0"/>
                  <a:t> é obtida da distribuição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934812"/>
              </a:xfrm>
              <a:prstGeom prst="rect">
                <a:avLst/>
              </a:prstGeom>
              <a:blipFill>
                <a:blip r:embed="rId2"/>
                <a:stretch>
                  <a:fillRect l="-1182" t="-1111" b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152052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801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fazer mais algumas contas com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Por definição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Pelo TLC,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sz="2800" dirty="0"/>
                  <a:t> tem a mesma média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Pelo TLC,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sz="2800" dirty="0"/>
                  <a:t> tem a variância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dividido por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Logo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Concluímos que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801571"/>
              </a:xfrm>
              <a:prstGeom prst="rect">
                <a:avLst/>
              </a:prstGeom>
              <a:blipFill>
                <a:blip r:embed="rId2"/>
                <a:stretch>
                  <a:fillRect l="-1182" t="-11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71790C6B-F3D4-4FCF-A365-0BB18879C507}"/>
                  </a:ext>
                </a:extLst>
              </p14:cNvPr>
              <p14:cNvContentPartPr/>
              <p14:nvPr/>
            </p14:nvContentPartPr>
            <p14:xfrm>
              <a:off x="4204800" y="1061640"/>
              <a:ext cx="5780520" cy="171288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71790C6B-F3D4-4FCF-A365-0BB18879C5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5440" y="1052280"/>
                <a:ext cx="5799240" cy="17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44FA9A2E-424F-4D12-8A32-AB65357A96CF}"/>
                  </a:ext>
                </a:extLst>
              </p14:cNvPr>
              <p14:cNvContentPartPr/>
              <p14:nvPr/>
            </p14:nvContentPartPr>
            <p14:xfrm>
              <a:off x="7005240" y="2867400"/>
              <a:ext cx="3042000" cy="98964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44FA9A2E-424F-4D12-8A32-AB65357A96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5880" y="2858040"/>
                <a:ext cx="3060720" cy="10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65388E7-D2F7-F732-1A32-81C777E78F05}"/>
                  </a:ext>
                </a:extLst>
              </p14:cNvPr>
              <p14:cNvContentPartPr/>
              <p14:nvPr/>
            </p14:nvContentPartPr>
            <p14:xfrm>
              <a:off x="5127480" y="3844080"/>
              <a:ext cx="6998040" cy="29286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65388E7-D2F7-F732-1A32-81C777E78F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18120" y="3834720"/>
                <a:ext cx="7016760" cy="294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9169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Suponha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=30%</m:t>
                    </m:r>
                  </m:oMath>
                </a14:m>
                <a:r>
                  <a:rPr lang="pt-BR" sz="2800" dirty="0"/>
                  <a:t> dos estudantes de uma escola sejam mulheres.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Colhemos uma AAS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10</m:t>
                    </m:r>
                  </m:oMath>
                </a14:m>
                <a:r>
                  <a:rPr lang="pt-BR" sz="2800" dirty="0"/>
                  <a:t> estudantes,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calculamos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/>
                  <a:t> proporção de mulheres na amostra.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Qual a probabilidade de que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sz="2800" dirty="0"/>
                  <a:t> difira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em menos de 0,01?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3108543"/>
              </a:xfrm>
              <a:prstGeom prst="rect">
                <a:avLst/>
              </a:prstGeom>
              <a:blipFill>
                <a:blip r:embed="rId2"/>
                <a:stretch>
                  <a:fillRect l="-1182" t="-17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1180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Queremos 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&lt;0,01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Como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&lt;0,01</m:t>
                    </m:r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−0,01&lt;</m:t>
                    </m:r>
                    <m:acc>
                      <m:accPr>
                        <m:chr m:val="̂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&lt;0,01,</m:t>
                    </m:r>
                  </m:oMath>
                </a14:m>
                <a:r>
                  <a:rPr lang="pt-BR" sz="2800" dirty="0"/>
                  <a:t> podemos escrever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&lt;0,01</m:t>
                          </m:r>
                        </m:e>
                      </m:d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−0,01&lt;</m:t>
                          </m:r>
                          <m:acc>
                            <m:accPr>
                              <m:chr m:val="̂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&lt;0,01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2246769"/>
              </a:xfrm>
              <a:prstGeom prst="rect">
                <a:avLst/>
              </a:prstGeom>
              <a:blipFill>
                <a:blip r:embed="rId2"/>
                <a:stretch>
                  <a:fillRect l="-1014" t="-24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47329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5066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Pelo último resultado demonstrado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Logo,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(0, 0.021)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Neste caso,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0.021</m:t>
                        </m:r>
                      </m:e>
                    </m:ra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=0.145.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Passando para a normal padrão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0.145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&lt;0,01</m:t>
                        </m:r>
                      </m:e>
                    </m:d>
                  </m:oMath>
                </a14:m>
                <a:r>
                  <a:rPr lang="pt-BR" sz="2800" dirty="0"/>
                  <a:t>=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0,01&lt;</m:t>
                        </m:r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&lt;0,01</m:t>
                        </m:r>
                      </m:e>
                    </m:d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–0,07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0,07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=0,056.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5066259"/>
              </a:xfrm>
              <a:prstGeom prst="rect">
                <a:avLst/>
              </a:prstGeom>
              <a:blipFill>
                <a:blip r:embed="rId2"/>
                <a:stretch>
                  <a:fillRect l="-10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51690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2310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Em uma população, a proporção de pessoas favoráveis a uma determinada lei é de 40 %. Retiramos uma amostra de 300 pessoas dessa população. Determinar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pt-BR" sz="2800" dirty="0"/>
                  <a:t> tal que 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̂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=0,95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2310825"/>
              </a:xfrm>
              <a:prstGeom prst="rect">
                <a:avLst/>
              </a:prstGeom>
              <a:blipFill>
                <a:blip r:embed="rId2"/>
                <a:stretch>
                  <a:fillRect l="-1182" t="-2375" r="-10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18208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Por que aproximar a Binomial pela Normal?</a:t>
            </a:r>
          </a:p>
          <a:p>
            <a:endParaRPr lang="pt-BR" sz="1200" dirty="0"/>
          </a:p>
          <a:p>
            <a:r>
              <a:rPr lang="pt-BR" sz="2200" dirty="0"/>
              <a:t>Quando n é grande, calcular probabilidades binomiais diretamente (somando muitos termos) se torna trabalhoso, e tabelas binomiais completas nem sempre estão disponíveis para todo n.</a:t>
            </a:r>
          </a:p>
          <a:p>
            <a:endParaRPr lang="pt-BR" sz="1200" dirty="0"/>
          </a:p>
          <a:p>
            <a:r>
              <a:rPr lang="pt-BR" sz="2200" dirty="0"/>
              <a:t>Sob certas condições, a distribuição Normal oferece uma boa aproximação para a Binomial, facilitando os cálculos.</a:t>
            </a:r>
          </a:p>
          <a:p>
            <a:endParaRPr lang="pt-BR" sz="1200" dirty="0"/>
          </a:p>
          <a:p>
            <a:r>
              <a:rPr lang="pt-BR" sz="2200" dirty="0"/>
              <a:t>Condição prática usual:</a:t>
            </a:r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n·p &gt; 5  e  n·(1−p) &gt; 5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44325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67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Aproximação Normal à Binomial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Seja X uma v.a. discreta com distribuição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 Sabemos que</a:t>
                </a:r>
              </a:p>
              <a:p>
                <a:endParaRPr lang="pt-BR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algn="ctr"/>
                <a:endParaRPr lang="pt-BR" sz="2800" dirty="0"/>
              </a:p>
              <a:p>
                <a:r>
                  <a:rPr lang="pt-BR" sz="2800" dirty="0"/>
                  <a:t>Vamos adaptar a variável X (discreta) para a v.a.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sz="2800" dirty="0"/>
                  <a:t> usando a distribuição normal.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Usaremos os parâmetros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67057"/>
              </a:xfrm>
              <a:prstGeom prst="rect">
                <a:avLst/>
              </a:prstGeom>
              <a:blipFill>
                <a:blip r:embed="rId2"/>
                <a:stretch>
                  <a:fillRect l="-1272" t="-1228" b="-1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150252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 </a:t>
                </a:r>
                <a:r>
                  <a:rPr lang="pt-BR" sz="2800" dirty="0"/>
                  <a:t>compare o modelo binomial 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sz="2800" dirty="0"/>
                  <a:t>  com a aproximação à normal correspondente (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954107"/>
              </a:xfrm>
              <a:prstGeom prst="rect">
                <a:avLst/>
              </a:prstGeom>
              <a:blipFill>
                <a:blip r:embed="rId2"/>
                <a:stretch>
                  <a:fillRect l="-1272" t="-5732" r="-61" b="-17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24141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Correção de Continuidade</a:t>
            </a:r>
          </a:p>
          <a:p>
            <a:r>
              <a:rPr lang="pt-BR" sz="2200" dirty="0"/>
              <a:t>A Binomial é discreta e a Normal é contínua — por isso, ao aproximar P(X = k) ou P(X ≤ k), ajustamos os limites em meio ponto (0,5) para compensar essa diferença.</a:t>
            </a:r>
          </a:p>
          <a:p>
            <a:endParaRPr lang="pt-BR" sz="1200" dirty="0"/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P(X = k) ≈ P(k−0,5 &lt; Y &lt; k+0,5)</a:t>
            </a:r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P(X ≤ k) ≈ P(Y &lt; k+0,5)</a:t>
            </a:r>
          </a:p>
          <a:p>
            <a:endParaRPr lang="pt-BR" sz="1200" dirty="0"/>
          </a:p>
          <a:p>
            <a:r>
              <a:rPr lang="pt-BR" sz="2000" dirty="0"/>
              <a:t>onde Y é a variável Normal com μ = np e σ² = np(1−p) usada na aproximação.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7058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5E93F3-ED35-C238-C430-E4C8816CA619}"/>
                  </a:ext>
                </a:extLst>
              </p14:cNvPr>
              <p14:cNvContentPartPr/>
              <p14:nvPr/>
            </p14:nvContentPartPr>
            <p14:xfrm>
              <a:off x="308160" y="1557000"/>
              <a:ext cx="8356320" cy="47012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5E93F3-ED35-C238-C430-E4C8816CA6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800" y="1547640"/>
                <a:ext cx="8375040" cy="471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5206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CE58B59-8B53-C54D-8B31-EB3C614DC740}"/>
                  </a:ext>
                </a:extLst>
              </p14:cNvPr>
              <p14:cNvContentPartPr/>
              <p14:nvPr/>
            </p14:nvContentPartPr>
            <p14:xfrm>
              <a:off x="730800" y="1409760"/>
              <a:ext cx="10358280" cy="38970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CE58B59-8B53-C54D-8B31-EB3C614DC7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440" y="1400400"/>
                <a:ext cx="10377000" cy="391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0724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10: 10.7 a 10.9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7: 7.2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7: 7.3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9: 9.1, 9.2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10: exercícios sobre distribuição amostral da média e da proporção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7: 7.5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4: 4.6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6: 6.2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6: 6.2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7: exercícios sobre aproximação normal à binomial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60865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5176</TotalTime>
  <Words>1395</Words>
  <Application>Microsoft Office PowerPoint</Application>
  <PresentationFormat>Widescreen</PresentationFormat>
  <Paragraphs>169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Distribuição Amostral da Média e da Proporção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220</cp:revision>
  <dcterms:created xsi:type="dcterms:W3CDTF">2020-07-20T19:35:15Z</dcterms:created>
  <dcterms:modified xsi:type="dcterms:W3CDTF">2026-10-08T17:23:40Z</dcterms:modified>
</cp:coreProperties>
</file>