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500" r:id="rId35"/>
    <p:sldId id="272" r:id="rId8"/>
    <p:sldId id="271" r:id="rId9"/>
    <p:sldId id="269" r:id="rId10"/>
    <p:sldId id="276" r:id="rId11"/>
    <p:sldId id="501" r:id="rId36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4" Type="http://schemas.openxmlformats.org/officeDocument/2006/relationships/tableStyles" Target="tableStyles.xml"/><Relationship Id="rId33" Type="http://schemas.openxmlformats.org/officeDocument/2006/relationships/theme" Target="theme/theme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9" Type="http://schemas.openxmlformats.org/officeDocument/2006/relationships/slide" Target="slides/slide8.xml"/><Relationship Id="rId30" Type="http://schemas.openxmlformats.org/officeDocument/2006/relationships/commentAuthors" Target="commentAuthors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Exemplos:</a:t>
            </a:r>
          </a:p>
          <a:p>
            <a:endParaRPr lang="pt-BR" sz="2800" b="1" dirty="0"/>
          </a:p>
          <a:p>
            <a:pPr marL="514350" indent="-514350">
              <a:buFont typeface="+mj-lt"/>
              <a:buAutoNum type="arabicPeriod"/>
            </a:pPr>
            <a:r>
              <a:rPr lang="pt-BR" sz="2800" dirty="0"/>
              <a:t xml:space="preserve"> Retira-se uma carta de um baralho completo de 52 cartas. Qual a probabilidade de sair um rei ou uma carta de espadas?</a:t>
            </a:r>
          </a:p>
          <a:p>
            <a:pPr marL="514350" indent="-514350">
              <a:buFont typeface="+mj-lt"/>
              <a:buAutoNum type="arabicPeriod"/>
            </a:pPr>
            <a:endParaRPr lang="pt-BR" sz="2800" dirty="0"/>
          </a:p>
          <a:p>
            <a:pPr marL="514350" indent="-514350">
              <a:buFont typeface="+mj-lt"/>
              <a:buAutoNum type="arabicPeriod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83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pt-BR" sz="2800" dirty="0"/>
                  <a:t>O seguinte grupo de pessoas está numa sala: 5 rapazes com mais de 21 anos, 4 rapazes com menos de 21 anos, 6 moças com mais de 21 anos e 3 moças com menos de 21 anos. Uma pessoa é escolhida ao acaso entre as 18. Os seguintes eventos são definidos: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endParaRPr lang="pt-BR" sz="2800" dirty="0"/>
              </a:p>
              <a:p>
                <a:r>
                  <a:rPr lang="pt-BR" sz="2800" dirty="0"/>
                  <a:t>A: a pessoa tem mais de 21 anos;</a:t>
                </a:r>
              </a:p>
              <a:p>
                <a:r>
                  <a:rPr lang="pt-BR" sz="2800" dirty="0"/>
                  <a:t>B: a pessoa tem menos de 21 anos;</a:t>
                </a:r>
              </a:p>
              <a:p>
                <a:r>
                  <a:rPr lang="pt-BR" sz="2800" dirty="0"/>
                  <a:t>C: a pessoa é um rapaz;</a:t>
                </a:r>
              </a:p>
              <a:p>
                <a:r>
                  <a:rPr lang="pt-BR" sz="2800" dirty="0"/>
                  <a:t>D: a pessoa é uma moça.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Calcular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832990"/>
              </a:xfrm>
              <a:prstGeom prst="rect">
                <a:avLst/>
              </a:prstGeom>
              <a:blipFill>
                <a:blip r:embed="rId2"/>
                <a:stretch>
                  <a:fillRect l="-1191" t="-1387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6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pt-BR" sz="2800" dirty="0"/>
              <a:t>Em um congresso científico existem 15 matemáticos e 12 estatísticos. Qual a probabilidade de se formar uma comissão com 5 membros, na qual figurem 3 matemáticos e 2 estatísticos?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8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11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Combinatória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Princípio multiplicativo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Arranjo simples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)!</m:t>
                        </m:r>
                      </m:den>
                    </m:f>
                  </m:oMath>
                </a14:m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Permutação simples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Combinação simples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pt-BR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pt-BR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11464"/>
              </a:xfrm>
              <a:prstGeom prst="rect">
                <a:avLst/>
              </a:prstGeom>
              <a:blipFill>
                <a:blip r:embed="rId2"/>
                <a:stretch>
                  <a:fillRect l="-1191" t="-12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8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Calcular probabilidades em espaços amostrais finitos utilizando o princípio multiplicativo.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Aplicar arranjos, permutações e combinações na resolução de problemas de contagem.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5, 5.2 (exemplos)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(2.1, exemplos)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2 (2.2, 2.3)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5: 5.2 (exemplos)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2: 2.2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2: 2.1 (exemplos)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2: 2.2, 2.3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5: exercícios envolvendo princípio multiplicativo e combinações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Morettin, Cap. 2: exercícios sobre técnicas de contagem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3378</TotalTime>
  <Words>1382</Words>
  <Application>Microsoft Office PowerPoint</Application>
  <PresentationFormat>Widescreen</PresentationFormat>
  <Paragraphs>211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 – Pt1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121</cp:revision>
  <dcterms:created xsi:type="dcterms:W3CDTF">2020-07-20T19:35:15Z</dcterms:created>
  <dcterms:modified xsi:type="dcterms:W3CDTF">2024-07-15T19:43:35Z</dcterms:modified>
</cp:coreProperties>
</file>