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100" r:id="rId31"/>
    <p:sldId id="1101" r:id="rId32"/>
    <p:sldId id="1102" r:id="rId33"/>
    <p:sldId id="1103" r:id="rId34"/>
    <p:sldId id="1104" r:id="rId35"/>
    <p:sldId id="1105" r:id="rId36"/>
    <p:sldId id="1106" r:id="rId37"/>
    <p:sldId id="1107" r:id="rId38"/>
    <p:sldId id="1108" r:id="rId39"/>
    <p:sldId id="1109" r:id="rId40"/>
    <p:sldId id="1110" r:id="rId41"/>
    <p:sldId id="1111" r:id="rId42"/>
    <p:sldId id="1112" r:id="rId43"/>
    <p:sldId id="1113" r:id="rId44"/>
    <p:sldId id="1114" r:id="rId4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commentAuthors" Target="commentAuthors.xml"/><Relationship Id="rId25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5_cov_def.png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5_cov_calc.png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5_tabela.pn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5_cov_sinais.png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5_var_soma.png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5_rho_def.png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e calcular a covariância entre duas variáveis aleatórias.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Relacionar a covariância à variância da soma de duas variáveis.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o coeficiente de correlação e interpretar sua força e direção.</a:t>
            </a:r>
          </a:p>
          <a:p>
            <a:pPr/>
            <a:r>
              <a:rPr lang="pt-BR" sz="20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8 (8.4)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5 (5.4)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5 (5.2)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Medindo a associação entre duas variáveis</a:t>
            </a:r>
          </a:p>
          <a:p>
            <a:endParaRPr lang="pt-BR" sz="1800" dirty="0"/>
          </a:p>
          <a:p>
            <a:pPr/>
            <a:r>
              <a:rPr lang="pt-BR" sz="1800" dirty="0"/>
              <a:t>Na Aula 24, vimos como verificar SE duas v.a. são independentes. Mas quando não são, como medir o QUANTO e em que DIREÇÃO elas variam juntas?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covariância é a primeira ferramenta para isso: um número que resume a tendência de X e Y variarem no mesmo sentido, em sentidos opostos, ou sem padrão.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Definição de covariância</a:t>
            </a:r>
          </a:p>
          <a:p>
            <a:pPr/>
            <a:r>
              <a:rPr lang="pt-BR" sz="1700" dirty="0"/>
              <a:t>A covariância entre X e Y é o valor esperado do produto dos desvios de cada variável em relação à sua média:</a:t>
            </a:r>
          </a:p>
        </p:txBody>
      </p:sp>
      <p:pic>
        <p:nvPicPr>
          <p:cNvPr id="9" name="Definicao covarian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00" y="3200000"/>
            <a:ext cx="9000000" cy="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Uma fórmula mais fácil de calcular</a:t>
            </a:r>
          </a:p>
          <a:p>
            <a:pPr/>
            <a:r>
              <a:rPr lang="pt-BR" sz="1700" dirty="0"/>
              <a:t>Expandindo a definição, chega-se a uma forma equivalente e mais prática para os cálculos:</a:t>
            </a:r>
          </a:p>
        </p:txBody>
      </p:sp>
      <p:pic>
        <p:nvPicPr>
          <p:cNvPr id="9" name="Formula covariancia calcul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00" y="3200000"/>
            <a:ext cx="9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500000"/>
            <a:ext cx="10800000" cy="1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Essa é a mesma relação usada para a variância: Var(X) = E(X²) − [E(X)]², agora estendida para duas variáveis.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Calculando a covariância no exemplo da Aula 24</a:t>
            </a:r>
          </a:p>
          <a:p>
            <a:pPr/>
            <a:r>
              <a:rPr lang="pt-BR" sz="1600" dirty="0"/>
              <a:t>Retomando a central de atendimento (X = chamados recebidos, Y = resolvidos sem escalonamento):</a:t>
            </a:r>
          </a:p>
        </p:txBody>
      </p:sp>
      <p:pic>
        <p:nvPicPr>
          <p:cNvPr id="9" name="Tabela conjun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000" y="2950000"/>
            <a:ext cx="6900000" cy="20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510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b="1" dirty="0"/>
              <a:t>Já calculamos: E(X) = 1,35; E(Y) = 0,65; E(XY) = 1,00.  Cov(X,Y) = 1,00 − (1,35×0,65) = 1,00 − 0,8775 = 0,1225.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Interpretando o sinal da covariância</a:t>
            </a:r>
          </a:p>
          <a:p>
            <a:pPr/>
            <a:r>
              <a:rPr lang="pt-BR" sz="1700" dirty="0"/>
              <a:t>O SINAL de Cov(X,Y) indica a direção da associação linear entre X e Y:</a:t>
            </a:r>
          </a:p>
        </p:txBody>
      </p:sp>
      <p:pic>
        <p:nvPicPr>
          <p:cNvPr id="9" name="Sinais da covarian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00000"/>
            <a:ext cx="10800000" cy="31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6050000"/>
            <a:ext cx="108000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500" i="1" dirty="0"/>
              <a:t>No nosso exemplo, Cov = 0,1225 &gt; 0: X e Y tendem a crescer juntas.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Covariância zero ≠ independência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Se X e Y são independentes, então Cov(X,Y) = 0 (não há associação linear a medir).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MAS a recíproca é falsa: Cov(X,Y) = 0 não garante independência — pode haver uma relação não linear forte, que a covariância não enxerga.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 clássico: se Y = X² e X é simétrica em torno de 0, Cov(X,Y) pode ser exatamente zero, mesmo Y sendo completamente determinada por X.</a:t>
            </a:r>
          </a:p>
          <a:p>
            <a:endParaRPr lang="pt-BR" sz="1800" dirty="0"/>
          </a:p>
          <a:p>
            <a:pPr/>
            <a:r>
              <a:rPr lang="pt-BR" sz="1700" i="1" dirty="0"/>
              <a:t>Conclusão: covariância mede apenas associação LINEAR — relações em “U” ou curvas podem passar despercebidas.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Por que a covariância importa: variância da soma</a:t>
            </a:r>
          </a:p>
          <a:p>
            <a:pPr/>
            <a:r>
              <a:rPr lang="pt-BR" sz="1700" dirty="0"/>
              <a:t>Já anunciamos essa fórmula na Aula 24 — agora com a covariância definida, ela fica completa:</a:t>
            </a:r>
          </a:p>
        </p:txBody>
      </p:sp>
      <p:pic>
        <p:nvPicPr>
          <p:cNvPr id="9" name="Variancia da som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0" y="3100000"/>
            <a:ext cx="10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40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Cov(X,Y) = 0 (inclusive quando são independentes), recuperamos Var(X+Y) = Var(X) + Var(Y).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Cov(X,Y) &gt; 0, a soma X+Y é MAIS variável do que a soma das variâncias individuais sugeriria.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problema da escala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covariância depende das UNIDADES de X e Y — isso dificulta comparar a “força” da associação entre pares de variáveis diferentes.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Cov(altura em cm, peso em kg) terá um valor numérico diferente de Cov(altura em metros, peso em kg) — mesma relação, escala diferente.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Precisamos de uma versão “padronizada” da covariância, que não dependa da escala — é isso que o coeficiente de correlação resolve.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Coeficiente de correlação ρ</a:t>
            </a:r>
          </a:p>
          <a:p>
            <a:pPr/>
            <a:r>
              <a:rPr lang="pt-BR" sz="1700" dirty="0"/>
              <a:t>Padronizamos a covariância dividindo pelos desvios padrão de X e de Y:</a:t>
            </a:r>
          </a:p>
        </p:txBody>
      </p:sp>
      <p:pic>
        <p:nvPicPr>
          <p:cNvPr id="9" name="Definicao rh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0" y="3100000"/>
            <a:ext cx="5000000" cy="11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65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Essa razão elimina as unidades de medida: ρ é sempre um número puro, entre −1 e +1.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−1 ≤ ρ(X,Y) ≤ +1, sempre — essa é a grande vantagem sobre a covariância.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Interpretando o coeficiente de correlação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ρ = +1: associação linear POSITIVA perfeita (todos os pontos numa reta crescente).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ρ = −1: associação linear NEGATIVA perfeita (reta decrescente).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ρ = 0: nenhuma associação LINEAR (mas pode haver associação não linear, como na Aula 24).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Quanto mais próximo de ±1, mais forte a associação linear; quanto mais próximo de 0, mais fraca.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Valores intermediários (ex.: ρ = 0,3 ou ρ = −0,7) são os mais comuns na prática — raramente vemos ρ exatamente ±1 ou 0.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Calculando ρ no exemplo da central de atendimento</a:t>
            </a:r>
          </a:p>
          <a:p>
            <a:endParaRPr lang="pt-BR" sz="1800" dirty="0"/>
          </a:p>
          <a:p>
            <a:pPr/>
            <a:r>
              <a:rPr lang="pt-BR" sz="1700" dirty="0"/>
              <a:t>Já temos: Cov(X,Y) = 0,1225. Precisamos agora de Var(X) e Var(Y).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Var(X) = E(X²) − [E(X)]² = 2,35 − 1,35² = 0,5275  →  σₓ = √0,5275 = 0,726.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Var(Y) = E(Y²) − [E(Y)]² = 0,65 − 0,65² = 0,2275  →  σᵧ = √0,2275 = 0,477.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ρ(X,Y) = 0,1225 / (0,726 × 0,477) = 0,1225 / 0,3465 = 0,354.</a:t>
            </a:r>
          </a:p>
          <a:p>
            <a:endParaRPr lang="pt-BR" sz="1800" dirty="0"/>
          </a:p>
          <a:p>
            <a:pPr/>
            <a:r>
              <a:rPr lang="pt-BR" sz="1650" i="1" dirty="0"/>
              <a:t>Interpretação: correlação positiva moderada — mais chamados recebidos tende a vir com mais resoluções sem escalonamento, mas a relação não é muito forte.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Cuidado: correlação não é causalidade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Duas variáveis correlacionadas podem estar associadas por uma TERCEIRA variável, sem que uma cause a outra.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 clássico: vendas de sorvete e afogamentos são correlacionados positivamente — mas o calor do verão causa ambos, um não causa o outro.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Antes de concluir causalidade a partir de uma correlação, é preciso um desenho experimental adequado (ex.: estudo controlado), não apenas dados observacionais.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Covariância: Cov(X,Y) = E(XY) − E(X)E(Y) — mede direção da associação linear, mas depende da escala.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Coeficiente de correlação: ρ = Cov(X,Y)/(σₓσᵧ) — versão padronizada, sempre entre −1 e +1.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Cov(X,Y) = 0 (ou ρ = 0) não implica independência — apenas ausência de associação LINEAR.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Correlação mede associação, não causalidade.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Próximas aulas: usaremos essas ideias para construir um modelo que PREVÊ uma variável a partir da outra — a regressão linear.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Covariância e Correlação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8: 8.4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5: 5.4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5: 5.2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Usando a tabela do Exemplo 2 da Aula 24 (inspeção de peças), calcule Cov(X,Y) e ρ(X,Y).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Explique com suas palavras por que Cov(X,Y)=0 não garante independência, usando um exemplo próprio.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1586</Words>
  <Application>Microsoft Office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229</cp:revision>
  <dcterms:created xsi:type="dcterms:W3CDTF">2020-07-20T19:35:15Z</dcterms:created>
  <dcterms:modified xsi:type="dcterms:W3CDTF">2024-09-19T22:01:46Z</dcterms:modified>
</cp:coreProperties>
</file>